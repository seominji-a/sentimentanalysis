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RWa8c/f4dUk/3/86+yenp/RY3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C56F43-9452-4077-B354-4207EBC8FF08}">
  <a:tblStyle styleId="{0CC56F43-9452-4077-B354-4207EBC8FF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200"/>
              <a:buFont typeface="Malgun Gothic"/>
              <a:buNone/>
            </a:pPr>
            <a:r>
              <a:rPr lang="ko-KR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파이토치를 이용하여 욕설 감지 모델을  웹을 통해 서비스를 제공하는 프로젝트입니다. 이 프로젝트를통해 데이터 전처리 및 웹을 통한 서비스 제공을 익히는 것 입니다.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200"/>
              <a:buFont typeface="Malgun Gothic"/>
              <a:buNone/>
            </a:pPr>
            <a:r>
              <a:rPr lang="ko-KR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파이토치를 이용하여 욕설 감지 모델을  웹을 통해 서비스를 제공하는 프로젝트입니다. 이 프로젝트를통해 데이터 전처리 및 웹을 통한 서비스 제공을 익히는 것 입니다.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200"/>
              <a:buFont typeface="Malgun Gothic"/>
              <a:buNone/>
            </a:pPr>
            <a:r>
              <a:rPr lang="ko-KR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파이토치를 이용하여 욕설 감지 모델을  웹을 통해 서비스를 제공하는 프로젝트입니다. 이 프로젝트를통해 데이터 전처리 및 웹을 통한 서비스 제공을 익히는 것 입니다.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200"/>
              <a:buFont typeface="Malgun Gothic"/>
              <a:buNone/>
            </a:pPr>
            <a:r>
              <a:rPr lang="ko-KR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장비 및 재료(개발 환경 등): 모델 학습은 Google Colab, 백엔드는 Flask, 서버는 노트북과코랩을 이용하였습니다.</a:t>
            </a:r>
            <a:endParaRPr/>
          </a:p>
        </p:txBody>
      </p:sp>
      <p:sp>
        <p:nvSpPr>
          <p:cNvPr id="237" name="Google Shape;23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총 데이터 수: 10,000개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결측 데이터 수: 25개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사용 데이터 수: 9,975개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학습 데이터 수: 7,972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테스트 데이터 수: 1,997</a:t>
            </a:r>
            <a:endParaRPr/>
          </a:p>
        </p:txBody>
      </p:sp>
      <p:sp>
        <p:nvSpPr>
          <p:cNvPr id="348" name="Google Shape;34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Transformer Model이 적용된 KcELECTRA 모델 사용</a:t>
            </a:r>
            <a:endParaRPr/>
          </a:p>
        </p:txBody>
      </p:sp>
      <p:sp>
        <p:nvSpPr>
          <p:cNvPr id="425" name="Google Shape;42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2" name="Google Shape;81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로컬 컴퓨터에 사용한 모델은 Train_32, eval_64, epoch_10을 적용함.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DFD9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150812" y="0"/>
            <a:ext cx="11890375" cy="6680200"/>
            <a:chOff x="150812" y="0"/>
            <a:chExt cx="11890375" cy="6680200"/>
          </a:xfrm>
        </p:grpSpPr>
        <p:sp>
          <p:nvSpPr>
            <p:cNvPr id="89" name="Google Shape;89;p1"/>
            <p:cNvSpPr/>
            <p:nvPr/>
          </p:nvSpPr>
          <p:spPr>
            <a:xfrm>
              <a:off x="150812" y="0"/>
              <a:ext cx="11890375" cy="6680200"/>
            </a:xfrm>
            <a:prstGeom prst="round2SameRect">
              <a:avLst>
                <a:gd name="adj1" fmla="val 0"/>
                <a:gd name="adj2" fmla="val 5079"/>
              </a:avLst>
            </a:prstGeom>
            <a:solidFill>
              <a:srgbClr val="E4F7F5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286543" y="0"/>
              <a:ext cx="11618912" cy="6509543"/>
            </a:xfrm>
            <a:prstGeom prst="round2SameRect">
              <a:avLst>
                <a:gd name="adj1" fmla="val 0"/>
                <a:gd name="adj2" fmla="val 3479"/>
              </a:avLst>
            </a:prstGeom>
            <a:solidFill>
              <a:schemeClr val="lt1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286543" y="2869008"/>
              <a:ext cx="11618912" cy="771525"/>
            </a:xfrm>
            <a:prstGeom prst="round2SameRect">
              <a:avLst>
                <a:gd name="adj1" fmla="val 0"/>
                <a:gd name="adj2" fmla="val 29630"/>
              </a:avLst>
            </a:prstGeom>
            <a:solidFill>
              <a:schemeClr val="lt1"/>
            </a:solidFill>
            <a:ln>
              <a:noFill/>
            </a:ln>
            <a:effectLst>
              <a:outerShdw blurRad="165100" dist="38100" dir="5400000" algn="t" rotWithShape="0">
                <a:srgbClr val="000000">
                  <a:alpha val="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600" b="0" i="0" u="none" strike="noStrike" cap="none" dirty="0">
                  <a:solidFill>
                    <a:srgbClr val="44546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경제 기사 감성</a:t>
              </a:r>
              <a:r>
                <a:rPr lang="ko-KR" sz="3600" b="0" i="0" u="none" strike="noStrike" cap="none" dirty="0">
                  <a:solidFill>
                    <a:srgbClr val="44546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분석</a:t>
              </a:r>
              <a:endParaRPr dirty="0"/>
            </a:p>
          </p:txBody>
        </p:sp>
        <p:grpSp>
          <p:nvGrpSpPr>
            <p:cNvPr id="92" name="Google Shape;92;p1"/>
            <p:cNvGrpSpPr/>
            <p:nvPr/>
          </p:nvGrpSpPr>
          <p:grpSpPr>
            <a:xfrm>
              <a:off x="11067369" y="185874"/>
              <a:ext cx="429876" cy="429876"/>
              <a:chOff x="215317" y="343634"/>
              <a:chExt cx="684000" cy="684000"/>
            </a:xfrm>
          </p:grpSpPr>
          <p:sp>
            <p:nvSpPr>
              <p:cNvPr id="93" name="Google Shape;93;p1"/>
              <p:cNvSpPr/>
              <p:nvPr/>
            </p:nvSpPr>
            <p:spPr>
              <a:xfrm>
                <a:off x="215317" y="343634"/>
                <a:ext cx="684000" cy="684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9F3FC"/>
                  </a:gs>
                  <a:gs pos="86000">
                    <a:srgbClr val="E9F3FC"/>
                  </a:gs>
                  <a:gs pos="100000">
                    <a:srgbClr val="4E5DA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542925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0" i="0" u="none" strike="noStrike" cap="none">
                  <a:solidFill>
                    <a:srgbClr val="323F4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94" name="Google Shape;94;p1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2555" y="386637"/>
                <a:ext cx="546554" cy="5465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5" name="Google Shape;95;p1"/>
            <p:cNvGrpSpPr/>
            <p:nvPr/>
          </p:nvGrpSpPr>
          <p:grpSpPr>
            <a:xfrm>
              <a:off x="8951163" y="320145"/>
              <a:ext cx="1550689" cy="215444"/>
              <a:chOff x="9512757" y="369386"/>
              <a:chExt cx="2051714" cy="285053"/>
            </a:xfrm>
          </p:grpSpPr>
          <p:grpSp>
            <p:nvGrpSpPr>
              <p:cNvPr id="96" name="Google Shape;96;p1"/>
              <p:cNvGrpSpPr/>
              <p:nvPr/>
            </p:nvGrpSpPr>
            <p:grpSpPr>
              <a:xfrm>
                <a:off x="10750964" y="406846"/>
                <a:ext cx="132372" cy="140525"/>
                <a:chOff x="4594" y="900"/>
                <a:chExt cx="276" cy="293"/>
              </a:xfrm>
            </p:grpSpPr>
            <p:sp>
              <p:nvSpPr>
                <p:cNvPr id="97" name="Google Shape;97;p1"/>
                <p:cNvSpPr/>
                <p:nvPr/>
              </p:nvSpPr>
              <p:spPr>
                <a:xfrm>
                  <a:off x="4594" y="900"/>
                  <a:ext cx="102" cy="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3" extrusionOk="0">
                      <a:moveTo>
                        <a:pt x="72" y="263"/>
                      </a:moveTo>
                      <a:lnTo>
                        <a:pt x="91" y="236"/>
                      </a:lnTo>
                      <a:lnTo>
                        <a:pt x="139" y="187"/>
                      </a:lnTo>
                      <a:lnTo>
                        <a:pt x="193" y="148"/>
                      </a:lnTo>
                      <a:lnTo>
                        <a:pt x="255" y="119"/>
                      </a:lnTo>
                      <a:lnTo>
                        <a:pt x="290" y="110"/>
                      </a:lnTo>
                      <a:lnTo>
                        <a:pt x="299" y="106"/>
                      </a:lnTo>
                      <a:lnTo>
                        <a:pt x="305" y="97"/>
                      </a:lnTo>
                      <a:lnTo>
                        <a:pt x="307" y="87"/>
                      </a:lnTo>
                      <a:lnTo>
                        <a:pt x="303" y="77"/>
                      </a:lnTo>
                      <a:lnTo>
                        <a:pt x="292" y="60"/>
                      </a:lnTo>
                      <a:lnTo>
                        <a:pt x="263" y="33"/>
                      </a:lnTo>
                      <a:lnTo>
                        <a:pt x="227" y="13"/>
                      </a:lnTo>
                      <a:lnTo>
                        <a:pt x="186" y="1"/>
                      </a:lnTo>
                      <a:lnTo>
                        <a:pt x="165" y="0"/>
                      </a:lnTo>
                      <a:lnTo>
                        <a:pt x="131" y="3"/>
                      </a:lnTo>
                      <a:lnTo>
                        <a:pt x="72" y="27"/>
                      </a:lnTo>
                      <a:lnTo>
                        <a:pt x="27" y="72"/>
                      </a:lnTo>
                      <a:lnTo>
                        <a:pt x="3" y="131"/>
                      </a:lnTo>
                      <a:lnTo>
                        <a:pt x="0" y="164"/>
                      </a:lnTo>
                      <a:lnTo>
                        <a:pt x="1" y="192"/>
                      </a:lnTo>
                      <a:lnTo>
                        <a:pt x="20" y="243"/>
                      </a:lnTo>
                      <a:lnTo>
                        <a:pt x="36" y="266"/>
                      </a:lnTo>
                      <a:lnTo>
                        <a:pt x="43" y="273"/>
                      </a:lnTo>
                      <a:lnTo>
                        <a:pt x="53" y="273"/>
                      </a:lnTo>
                      <a:lnTo>
                        <a:pt x="65" y="271"/>
                      </a:lnTo>
                      <a:lnTo>
                        <a:pt x="72" y="2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44546A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98" name="Google Shape;98;p1"/>
                <p:cNvSpPr/>
                <p:nvPr/>
              </p:nvSpPr>
              <p:spPr>
                <a:xfrm>
                  <a:off x="4768" y="900"/>
                  <a:ext cx="102" cy="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1" extrusionOk="0">
                      <a:moveTo>
                        <a:pt x="143" y="0"/>
                      </a:moveTo>
                      <a:lnTo>
                        <a:pt x="121" y="1"/>
                      </a:lnTo>
                      <a:lnTo>
                        <a:pt x="81" y="11"/>
                      </a:lnTo>
                      <a:lnTo>
                        <a:pt x="46" y="31"/>
                      </a:lnTo>
                      <a:lnTo>
                        <a:pt x="16" y="60"/>
                      </a:lnTo>
                      <a:lnTo>
                        <a:pt x="4" y="76"/>
                      </a:lnTo>
                      <a:lnTo>
                        <a:pt x="0" y="86"/>
                      </a:lnTo>
                      <a:lnTo>
                        <a:pt x="3" y="96"/>
                      </a:lnTo>
                      <a:lnTo>
                        <a:pt x="9" y="106"/>
                      </a:lnTo>
                      <a:lnTo>
                        <a:pt x="19" y="110"/>
                      </a:lnTo>
                      <a:lnTo>
                        <a:pt x="52" y="119"/>
                      </a:lnTo>
                      <a:lnTo>
                        <a:pt x="115" y="148"/>
                      </a:lnTo>
                      <a:lnTo>
                        <a:pt x="170" y="187"/>
                      </a:lnTo>
                      <a:lnTo>
                        <a:pt x="218" y="234"/>
                      </a:lnTo>
                      <a:lnTo>
                        <a:pt x="237" y="261"/>
                      </a:lnTo>
                      <a:lnTo>
                        <a:pt x="245" y="270"/>
                      </a:lnTo>
                      <a:lnTo>
                        <a:pt x="255" y="271"/>
                      </a:lnTo>
                      <a:lnTo>
                        <a:pt x="266" y="270"/>
                      </a:lnTo>
                      <a:lnTo>
                        <a:pt x="274" y="263"/>
                      </a:lnTo>
                      <a:lnTo>
                        <a:pt x="289" y="241"/>
                      </a:lnTo>
                      <a:lnTo>
                        <a:pt x="306" y="191"/>
                      </a:lnTo>
                      <a:lnTo>
                        <a:pt x="307" y="164"/>
                      </a:lnTo>
                      <a:lnTo>
                        <a:pt x="306" y="131"/>
                      </a:lnTo>
                      <a:lnTo>
                        <a:pt x="280" y="72"/>
                      </a:lnTo>
                      <a:lnTo>
                        <a:pt x="235" y="27"/>
                      </a:lnTo>
                      <a:lnTo>
                        <a:pt x="178" y="3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44546A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99" name="Google Shape;99;p1"/>
                <p:cNvSpPr/>
                <p:nvPr/>
              </p:nvSpPr>
              <p:spPr>
                <a:xfrm>
                  <a:off x="4612" y="947"/>
                  <a:ext cx="241" cy="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37" extrusionOk="0">
                      <a:moveTo>
                        <a:pt x="725" y="361"/>
                      </a:moveTo>
                      <a:lnTo>
                        <a:pt x="722" y="313"/>
                      </a:lnTo>
                      <a:lnTo>
                        <a:pt x="699" y="225"/>
                      </a:lnTo>
                      <a:lnTo>
                        <a:pt x="679" y="187"/>
                      </a:lnTo>
                      <a:lnTo>
                        <a:pt x="659" y="151"/>
                      </a:lnTo>
                      <a:lnTo>
                        <a:pt x="604" y="90"/>
                      </a:lnTo>
                      <a:lnTo>
                        <a:pt x="536" y="44"/>
                      </a:lnTo>
                      <a:lnTo>
                        <a:pt x="459" y="13"/>
                      </a:lnTo>
                      <a:lnTo>
                        <a:pt x="418" y="4"/>
                      </a:lnTo>
                      <a:lnTo>
                        <a:pt x="390" y="1"/>
                      </a:lnTo>
                      <a:lnTo>
                        <a:pt x="363" y="0"/>
                      </a:lnTo>
                      <a:lnTo>
                        <a:pt x="334" y="1"/>
                      </a:lnTo>
                      <a:lnTo>
                        <a:pt x="305" y="5"/>
                      </a:lnTo>
                      <a:lnTo>
                        <a:pt x="263" y="13"/>
                      </a:lnTo>
                      <a:lnTo>
                        <a:pt x="187" y="44"/>
                      </a:lnTo>
                      <a:lnTo>
                        <a:pt x="120" y="92"/>
                      </a:lnTo>
                      <a:lnTo>
                        <a:pt x="67" y="152"/>
                      </a:lnTo>
                      <a:lnTo>
                        <a:pt x="45" y="188"/>
                      </a:lnTo>
                      <a:lnTo>
                        <a:pt x="25" y="227"/>
                      </a:lnTo>
                      <a:lnTo>
                        <a:pt x="3" y="313"/>
                      </a:lnTo>
                      <a:lnTo>
                        <a:pt x="0" y="361"/>
                      </a:lnTo>
                      <a:lnTo>
                        <a:pt x="2" y="399"/>
                      </a:lnTo>
                      <a:lnTo>
                        <a:pt x="19" y="476"/>
                      </a:lnTo>
                      <a:lnTo>
                        <a:pt x="51" y="543"/>
                      </a:lnTo>
                      <a:lnTo>
                        <a:pt x="96" y="604"/>
                      </a:lnTo>
                      <a:lnTo>
                        <a:pt x="123" y="630"/>
                      </a:lnTo>
                      <a:lnTo>
                        <a:pt x="93" y="673"/>
                      </a:lnTo>
                      <a:lnTo>
                        <a:pt x="84" y="687"/>
                      </a:lnTo>
                      <a:lnTo>
                        <a:pt x="90" y="719"/>
                      </a:lnTo>
                      <a:lnTo>
                        <a:pt x="103" y="729"/>
                      </a:lnTo>
                      <a:lnTo>
                        <a:pt x="113" y="736"/>
                      </a:lnTo>
                      <a:lnTo>
                        <a:pt x="126" y="737"/>
                      </a:lnTo>
                      <a:lnTo>
                        <a:pt x="136" y="736"/>
                      </a:lnTo>
                      <a:lnTo>
                        <a:pt x="153" y="727"/>
                      </a:lnTo>
                      <a:lnTo>
                        <a:pt x="159" y="720"/>
                      </a:lnTo>
                      <a:lnTo>
                        <a:pt x="189" y="677"/>
                      </a:lnTo>
                      <a:lnTo>
                        <a:pt x="230" y="696"/>
                      </a:lnTo>
                      <a:lnTo>
                        <a:pt x="316" y="719"/>
                      </a:lnTo>
                      <a:lnTo>
                        <a:pt x="363" y="720"/>
                      </a:lnTo>
                      <a:lnTo>
                        <a:pt x="409" y="719"/>
                      </a:lnTo>
                      <a:lnTo>
                        <a:pt x="495" y="696"/>
                      </a:lnTo>
                      <a:lnTo>
                        <a:pt x="536" y="677"/>
                      </a:lnTo>
                      <a:lnTo>
                        <a:pt x="566" y="720"/>
                      </a:lnTo>
                      <a:lnTo>
                        <a:pt x="572" y="727"/>
                      </a:lnTo>
                      <a:lnTo>
                        <a:pt x="589" y="736"/>
                      </a:lnTo>
                      <a:lnTo>
                        <a:pt x="599" y="737"/>
                      </a:lnTo>
                      <a:lnTo>
                        <a:pt x="612" y="736"/>
                      </a:lnTo>
                      <a:lnTo>
                        <a:pt x="622" y="729"/>
                      </a:lnTo>
                      <a:lnTo>
                        <a:pt x="635" y="719"/>
                      </a:lnTo>
                      <a:lnTo>
                        <a:pt x="640" y="687"/>
                      </a:lnTo>
                      <a:lnTo>
                        <a:pt x="633" y="673"/>
                      </a:lnTo>
                      <a:lnTo>
                        <a:pt x="602" y="630"/>
                      </a:lnTo>
                      <a:lnTo>
                        <a:pt x="630" y="604"/>
                      </a:lnTo>
                      <a:lnTo>
                        <a:pt x="674" y="543"/>
                      </a:lnTo>
                      <a:lnTo>
                        <a:pt x="706" y="476"/>
                      </a:lnTo>
                      <a:lnTo>
                        <a:pt x="723" y="399"/>
                      </a:lnTo>
                      <a:lnTo>
                        <a:pt x="725" y="361"/>
                      </a:lnTo>
                      <a:close/>
                      <a:moveTo>
                        <a:pt x="363" y="619"/>
                      </a:moveTo>
                      <a:lnTo>
                        <a:pt x="335" y="619"/>
                      </a:lnTo>
                      <a:lnTo>
                        <a:pt x="285" y="608"/>
                      </a:lnTo>
                      <a:lnTo>
                        <a:pt x="239" y="589"/>
                      </a:lnTo>
                      <a:lnTo>
                        <a:pt x="197" y="561"/>
                      </a:lnTo>
                      <a:lnTo>
                        <a:pt x="161" y="526"/>
                      </a:lnTo>
                      <a:lnTo>
                        <a:pt x="133" y="484"/>
                      </a:lnTo>
                      <a:lnTo>
                        <a:pt x="113" y="438"/>
                      </a:lnTo>
                      <a:lnTo>
                        <a:pt x="103" y="386"/>
                      </a:lnTo>
                      <a:lnTo>
                        <a:pt x="101" y="361"/>
                      </a:lnTo>
                      <a:lnTo>
                        <a:pt x="103" y="328"/>
                      </a:lnTo>
                      <a:lnTo>
                        <a:pt x="120" y="266"/>
                      </a:lnTo>
                      <a:lnTo>
                        <a:pt x="133" y="237"/>
                      </a:lnTo>
                      <a:lnTo>
                        <a:pt x="149" y="211"/>
                      </a:lnTo>
                      <a:lnTo>
                        <a:pt x="188" y="166"/>
                      </a:lnTo>
                      <a:lnTo>
                        <a:pt x="237" y="133"/>
                      </a:lnTo>
                      <a:lnTo>
                        <a:pt x="292" y="110"/>
                      </a:lnTo>
                      <a:lnTo>
                        <a:pt x="322" y="105"/>
                      </a:lnTo>
                      <a:lnTo>
                        <a:pt x="342" y="102"/>
                      </a:lnTo>
                      <a:lnTo>
                        <a:pt x="363" y="100"/>
                      </a:lnTo>
                      <a:lnTo>
                        <a:pt x="381" y="102"/>
                      </a:lnTo>
                      <a:lnTo>
                        <a:pt x="400" y="103"/>
                      </a:lnTo>
                      <a:lnTo>
                        <a:pt x="431" y="109"/>
                      </a:lnTo>
                      <a:lnTo>
                        <a:pt x="487" y="132"/>
                      </a:lnTo>
                      <a:lnTo>
                        <a:pt x="536" y="166"/>
                      </a:lnTo>
                      <a:lnTo>
                        <a:pt x="576" y="211"/>
                      </a:lnTo>
                      <a:lnTo>
                        <a:pt x="592" y="237"/>
                      </a:lnTo>
                      <a:lnTo>
                        <a:pt x="605" y="264"/>
                      </a:lnTo>
                      <a:lnTo>
                        <a:pt x="622" y="328"/>
                      </a:lnTo>
                      <a:lnTo>
                        <a:pt x="624" y="361"/>
                      </a:lnTo>
                      <a:lnTo>
                        <a:pt x="622" y="386"/>
                      </a:lnTo>
                      <a:lnTo>
                        <a:pt x="612" y="438"/>
                      </a:lnTo>
                      <a:lnTo>
                        <a:pt x="592" y="484"/>
                      </a:lnTo>
                      <a:lnTo>
                        <a:pt x="563" y="526"/>
                      </a:lnTo>
                      <a:lnTo>
                        <a:pt x="529" y="561"/>
                      </a:lnTo>
                      <a:lnTo>
                        <a:pt x="487" y="589"/>
                      </a:lnTo>
                      <a:lnTo>
                        <a:pt x="441" y="608"/>
                      </a:lnTo>
                      <a:lnTo>
                        <a:pt x="389" y="619"/>
                      </a:lnTo>
                      <a:lnTo>
                        <a:pt x="363" y="6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44546A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00" name="Google Shape;100;p1"/>
                <p:cNvSpPr/>
                <p:nvPr/>
              </p:nvSpPr>
              <p:spPr>
                <a:xfrm>
                  <a:off x="4716" y="1006"/>
                  <a:ext cx="7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98" extrusionOk="0">
                      <a:moveTo>
                        <a:pt x="194" y="245"/>
                      </a:moveTo>
                      <a:lnTo>
                        <a:pt x="95" y="183"/>
                      </a:lnTo>
                      <a:lnTo>
                        <a:pt x="91" y="167"/>
                      </a:lnTo>
                      <a:lnTo>
                        <a:pt x="78" y="156"/>
                      </a:lnTo>
                      <a:lnTo>
                        <a:pt x="83" y="31"/>
                      </a:lnTo>
                      <a:lnTo>
                        <a:pt x="82" y="19"/>
                      </a:lnTo>
                      <a:lnTo>
                        <a:pt x="66" y="3"/>
                      </a:lnTo>
                      <a:lnTo>
                        <a:pt x="54" y="0"/>
                      </a:lnTo>
                      <a:lnTo>
                        <a:pt x="43" y="2"/>
                      </a:lnTo>
                      <a:lnTo>
                        <a:pt x="27" y="18"/>
                      </a:lnTo>
                      <a:lnTo>
                        <a:pt x="26" y="29"/>
                      </a:lnTo>
                      <a:lnTo>
                        <a:pt x="20" y="153"/>
                      </a:lnTo>
                      <a:lnTo>
                        <a:pt x="11" y="160"/>
                      </a:lnTo>
                      <a:lnTo>
                        <a:pt x="1" y="180"/>
                      </a:lnTo>
                      <a:lnTo>
                        <a:pt x="0" y="192"/>
                      </a:lnTo>
                      <a:lnTo>
                        <a:pt x="1" y="202"/>
                      </a:lnTo>
                      <a:lnTo>
                        <a:pt x="8" y="219"/>
                      </a:lnTo>
                      <a:lnTo>
                        <a:pt x="21" y="232"/>
                      </a:lnTo>
                      <a:lnTo>
                        <a:pt x="39" y="239"/>
                      </a:lnTo>
                      <a:lnTo>
                        <a:pt x="49" y="241"/>
                      </a:lnTo>
                      <a:lnTo>
                        <a:pt x="59" y="239"/>
                      </a:lnTo>
                      <a:lnTo>
                        <a:pt x="69" y="235"/>
                      </a:lnTo>
                      <a:lnTo>
                        <a:pt x="164" y="294"/>
                      </a:lnTo>
                      <a:lnTo>
                        <a:pt x="171" y="298"/>
                      </a:lnTo>
                      <a:lnTo>
                        <a:pt x="180" y="298"/>
                      </a:lnTo>
                      <a:lnTo>
                        <a:pt x="187" y="298"/>
                      </a:lnTo>
                      <a:lnTo>
                        <a:pt x="199" y="291"/>
                      </a:lnTo>
                      <a:lnTo>
                        <a:pt x="205" y="285"/>
                      </a:lnTo>
                      <a:lnTo>
                        <a:pt x="209" y="274"/>
                      </a:lnTo>
                      <a:lnTo>
                        <a:pt x="203" y="252"/>
                      </a:lnTo>
                      <a:lnTo>
                        <a:pt x="194" y="2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44546A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101" name="Google Shape;101;p1"/>
              <p:cNvGrpSpPr/>
              <p:nvPr/>
            </p:nvGrpSpPr>
            <p:grpSpPr>
              <a:xfrm>
                <a:off x="10506302" y="406846"/>
                <a:ext cx="140525" cy="140525"/>
                <a:chOff x="1747" y="423"/>
                <a:chExt cx="575" cy="575"/>
              </a:xfrm>
            </p:grpSpPr>
            <p:sp>
              <p:nvSpPr>
                <p:cNvPr id="102" name="Google Shape;102;p1"/>
                <p:cNvSpPr/>
                <p:nvPr/>
              </p:nvSpPr>
              <p:spPr>
                <a:xfrm>
                  <a:off x="1899" y="577"/>
                  <a:ext cx="271" cy="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811" extrusionOk="0">
                      <a:moveTo>
                        <a:pt x="663" y="0"/>
                      </a:moveTo>
                      <a:lnTo>
                        <a:pt x="148" y="0"/>
                      </a:lnTo>
                      <a:lnTo>
                        <a:pt x="118" y="1"/>
                      </a:lnTo>
                      <a:lnTo>
                        <a:pt x="65" y="24"/>
                      </a:lnTo>
                      <a:lnTo>
                        <a:pt x="24" y="65"/>
                      </a:lnTo>
                      <a:lnTo>
                        <a:pt x="1" y="118"/>
                      </a:lnTo>
                      <a:lnTo>
                        <a:pt x="0" y="148"/>
                      </a:lnTo>
                      <a:lnTo>
                        <a:pt x="0" y="663"/>
                      </a:lnTo>
                      <a:lnTo>
                        <a:pt x="1" y="693"/>
                      </a:lnTo>
                      <a:lnTo>
                        <a:pt x="24" y="746"/>
                      </a:lnTo>
                      <a:lnTo>
                        <a:pt x="65" y="787"/>
                      </a:lnTo>
                      <a:lnTo>
                        <a:pt x="118" y="808"/>
                      </a:lnTo>
                      <a:lnTo>
                        <a:pt x="148" y="811"/>
                      </a:lnTo>
                      <a:lnTo>
                        <a:pt x="663" y="811"/>
                      </a:lnTo>
                      <a:lnTo>
                        <a:pt x="693" y="808"/>
                      </a:lnTo>
                      <a:lnTo>
                        <a:pt x="746" y="787"/>
                      </a:lnTo>
                      <a:lnTo>
                        <a:pt x="787" y="746"/>
                      </a:lnTo>
                      <a:lnTo>
                        <a:pt x="810" y="693"/>
                      </a:lnTo>
                      <a:lnTo>
                        <a:pt x="811" y="663"/>
                      </a:lnTo>
                      <a:lnTo>
                        <a:pt x="811" y="148"/>
                      </a:lnTo>
                      <a:lnTo>
                        <a:pt x="810" y="118"/>
                      </a:lnTo>
                      <a:lnTo>
                        <a:pt x="787" y="65"/>
                      </a:lnTo>
                      <a:lnTo>
                        <a:pt x="746" y="24"/>
                      </a:lnTo>
                      <a:lnTo>
                        <a:pt x="693" y="1"/>
                      </a:lnTo>
                      <a:lnTo>
                        <a:pt x="663" y="0"/>
                      </a:lnTo>
                      <a:close/>
                      <a:moveTo>
                        <a:pt x="405" y="673"/>
                      </a:moveTo>
                      <a:lnTo>
                        <a:pt x="377" y="671"/>
                      </a:lnTo>
                      <a:lnTo>
                        <a:pt x="326" y="661"/>
                      </a:lnTo>
                      <a:lnTo>
                        <a:pt x="278" y="640"/>
                      </a:lnTo>
                      <a:lnTo>
                        <a:pt x="235" y="611"/>
                      </a:lnTo>
                      <a:lnTo>
                        <a:pt x="199" y="575"/>
                      </a:lnTo>
                      <a:lnTo>
                        <a:pt x="170" y="533"/>
                      </a:lnTo>
                      <a:lnTo>
                        <a:pt x="150" y="484"/>
                      </a:lnTo>
                      <a:lnTo>
                        <a:pt x="140" y="432"/>
                      </a:lnTo>
                      <a:lnTo>
                        <a:pt x="138" y="405"/>
                      </a:lnTo>
                      <a:lnTo>
                        <a:pt x="140" y="377"/>
                      </a:lnTo>
                      <a:lnTo>
                        <a:pt x="150" y="326"/>
                      </a:lnTo>
                      <a:lnTo>
                        <a:pt x="170" y="278"/>
                      </a:lnTo>
                      <a:lnTo>
                        <a:pt x="199" y="235"/>
                      </a:lnTo>
                      <a:lnTo>
                        <a:pt x="235" y="199"/>
                      </a:lnTo>
                      <a:lnTo>
                        <a:pt x="278" y="170"/>
                      </a:lnTo>
                      <a:lnTo>
                        <a:pt x="326" y="150"/>
                      </a:lnTo>
                      <a:lnTo>
                        <a:pt x="377" y="138"/>
                      </a:lnTo>
                      <a:lnTo>
                        <a:pt x="405" y="138"/>
                      </a:lnTo>
                      <a:lnTo>
                        <a:pt x="432" y="138"/>
                      </a:lnTo>
                      <a:lnTo>
                        <a:pt x="486" y="150"/>
                      </a:lnTo>
                      <a:lnTo>
                        <a:pt x="533" y="170"/>
                      </a:lnTo>
                      <a:lnTo>
                        <a:pt x="575" y="199"/>
                      </a:lnTo>
                      <a:lnTo>
                        <a:pt x="612" y="235"/>
                      </a:lnTo>
                      <a:lnTo>
                        <a:pt x="641" y="278"/>
                      </a:lnTo>
                      <a:lnTo>
                        <a:pt x="661" y="326"/>
                      </a:lnTo>
                      <a:lnTo>
                        <a:pt x="671" y="377"/>
                      </a:lnTo>
                      <a:lnTo>
                        <a:pt x="673" y="405"/>
                      </a:lnTo>
                      <a:lnTo>
                        <a:pt x="671" y="432"/>
                      </a:lnTo>
                      <a:lnTo>
                        <a:pt x="661" y="484"/>
                      </a:lnTo>
                      <a:lnTo>
                        <a:pt x="641" y="533"/>
                      </a:lnTo>
                      <a:lnTo>
                        <a:pt x="612" y="575"/>
                      </a:lnTo>
                      <a:lnTo>
                        <a:pt x="575" y="611"/>
                      </a:lnTo>
                      <a:lnTo>
                        <a:pt x="533" y="640"/>
                      </a:lnTo>
                      <a:lnTo>
                        <a:pt x="486" y="661"/>
                      </a:lnTo>
                      <a:lnTo>
                        <a:pt x="432" y="671"/>
                      </a:lnTo>
                      <a:lnTo>
                        <a:pt x="405" y="673"/>
                      </a:lnTo>
                      <a:close/>
                      <a:moveTo>
                        <a:pt x="682" y="193"/>
                      </a:moveTo>
                      <a:lnTo>
                        <a:pt x="669" y="193"/>
                      </a:lnTo>
                      <a:lnTo>
                        <a:pt x="646" y="183"/>
                      </a:lnTo>
                      <a:lnTo>
                        <a:pt x="628" y="166"/>
                      </a:lnTo>
                      <a:lnTo>
                        <a:pt x="620" y="143"/>
                      </a:lnTo>
                      <a:lnTo>
                        <a:pt x="618" y="130"/>
                      </a:lnTo>
                      <a:lnTo>
                        <a:pt x="620" y="117"/>
                      </a:lnTo>
                      <a:lnTo>
                        <a:pt x="628" y="95"/>
                      </a:lnTo>
                      <a:lnTo>
                        <a:pt x="646" y="78"/>
                      </a:lnTo>
                      <a:lnTo>
                        <a:pt x="669" y="68"/>
                      </a:lnTo>
                      <a:lnTo>
                        <a:pt x="682" y="66"/>
                      </a:lnTo>
                      <a:lnTo>
                        <a:pt x="695" y="68"/>
                      </a:lnTo>
                      <a:lnTo>
                        <a:pt x="716" y="78"/>
                      </a:lnTo>
                      <a:lnTo>
                        <a:pt x="733" y="95"/>
                      </a:lnTo>
                      <a:lnTo>
                        <a:pt x="744" y="117"/>
                      </a:lnTo>
                      <a:lnTo>
                        <a:pt x="745" y="130"/>
                      </a:lnTo>
                      <a:lnTo>
                        <a:pt x="744" y="143"/>
                      </a:lnTo>
                      <a:lnTo>
                        <a:pt x="733" y="166"/>
                      </a:lnTo>
                      <a:lnTo>
                        <a:pt x="716" y="183"/>
                      </a:lnTo>
                      <a:lnTo>
                        <a:pt x="695" y="193"/>
                      </a:lnTo>
                      <a:lnTo>
                        <a:pt x="682" y="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44546A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03" name="Google Shape;103;p1"/>
                <p:cNvSpPr/>
                <p:nvPr/>
              </p:nvSpPr>
              <p:spPr>
                <a:xfrm>
                  <a:off x="1983" y="660"/>
                  <a:ext cx="103" cy="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" h="308" extrusionOk="0">
                      <a:moveTo>
                        <a:pt x="154" y="0"/>
                      </a:moveTo>
                      <a:lnTo>
                        <a:pt x="124" y="3"/>
                      </a:lnTo>
                      <a:lnTo>
                        <a:pt x="67" y="26"/>
                      </a:lnTo>
                      <a:lnTo>
                        <a:pt x="26" y="67"/>
                      </a:lnTo>
                      <a:lnTo>
                        <a:pt x="3" y="122"/>
                      </a:lnTo>
                      <a:lnTo>
                        <a:pt x="0" y="154"/>
                      </a:lnTo>
                      <a:lnTo>
                        <a:pt x="3" y="185"/>
                      </a:lnTo>
                      <a:lnTo>
                        <a:pt x="26" y="240"/>
                      </a:lnTo>
                      <a:lnTo>
                        <a:pt x="67" y="283"/>
                      </a:lnTo>
                      <a:lnTo>
                        <a:pt x="124" y="307"/>
                      </a:lnTo>
                      <a:lnTo>
                        <a:pt x="154" y="308"/>
                      </a:lnTo>
                      <a:lnTo>
                        <a:pt x="186" y="307"/>
                      </a:lnTo>
                      <a:lnTo>
                        <a:pt x="242" y="283"/>
                      </a:lnTo>
                      <a:lnTo>
                        <a:pt x="284" y="240"/>
                      </a:lnTo>
                      <a:lnTo>
                        <a:pt x="307" y="185"/>
                      </a:lnTo>
                      <a:lnTo>
                        <a:pt x="308" y="154"/>
                      </a:lnTo>
                      <a:lnTo>
                        <a:pt x="307" y="122"/>
                      </a:lnTo>
                      <a:lnTo>
                        <a:pt x="284" y="67"/>
                      </a:lnTo>
                      <a:lnTo>
                        <a:pt x="242" y="26"/>
                      </a:lnTo>
                      <a:lnTo>
                        <a:pt x="186" y="3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44546A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04" name="Google Shape;104;p1"/>
                <p:cNvSpPr/>
                <p:nvPr/>
              </p:nvSpPr>
              <p:spPr>
                <a:xfrm>
                  <a:off x="1747" y="423"/>
                  <a:ext cx="575" cy="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725" extrusionOk="0">
                      <a:moveTo>
                        <a:pt x="862" y="0"/>
                      </a:moveTo>
                      <a:lnTo>
                        <a:pt x="819" y="2"/>
                      </a:lnTo>
                      <a:lnTo>
                        <a:pt x="731" y="10"/>
                      </a:lnTo>
                      <a:lnTo>
                        <a:pt x="647" y="28"/>
                      </a:lnTo>
                      <a:lnTo>
                        <a:pt x="566" y="52"/>
                      </a:lnTo>
                      <a:lnTo>
                        <a:pt x="489" y="85"/>
                      </a:lnTo>
                      <a:lnTo>
                        <a:pt x="415" y="126"/>
                      </a:lnTo>
                      <a:lnTo>
                        <a:pt x="346" y="172"/>
                      </a:lnTo>
                      <a:lnTo>
                        <a:pt x="282" y="225"/>
                      </a:lnTo>
                      <a:lnTo>
                        <a:pt x="223" y="283"/>
                      </a:lnTo>
                      <a:lnTo>
                        <a:pt x="172" y="346"/>
                      </a:lnTo>
                      <a:lnTo>
                        <a:pt x="124" y="415"/>
                      </a:lnTo>
                      <a:lnTo>
                        <a:pt x="85" y="489"/>
                      </a:lnTo>
                      <a:lnTo>
                        <a:pt x="52" y="567"/>
                      </a:lnTo>
                      <a:lnTo>
                        <a:pt x="27" y="647"/>
                      </a:lnTo>
                      <a:lnTo>
                        <a:pt x="10" y="731"/>
                      </a:lnTo>
                      <a:lnTo>
                        <a:pt x="1" y="819"/>
                      </a:lnTo>
                      <a:lnTo>
                        <a:pt x="0" y="863"/>
                      </a:lnTo>
                      <a:lnTo>
                        <a:pt x="1" y="907"/>
                      </a:lnTo>
                      <a:lnTo>
                        <a:pt x="10" y="994"/>
                      </a:lnTo>
                      <a:lnTo>
                        <a:pt x="27" y="1078"/>
                      </a:lnTo>
                      <a:lnTo>
                        <a:pt x="52" y="1159"/>
                      </a:lnTo>
                      <a:lnTo>
                        <a:pt x="85" y="1237"/>
                      </a:lnTo>
                      <a:lnTo>
                        <a:pt x="124" y="1310"/>
                      </a:lnTo>
                      <a:lnTo>
                        <a:pt x="172" y="1379"/>
                      </a:lnTo>
                      <a:lnTo>
                        <a:pt x="223" y="1443"/>
                      </a:lnTo>
                      <a:lnTo>
                        <a:pt x="282" y="1502"/>
                      </a:lnTo>
                      <a:lnTo>
                        <a:pt x="346" y="1553"/>
                      </a:lnTo>
                      <a:lnTo>
                        <a:pt x="415" y="1601"/>
                      </a:lnTo>
                      <a:lnTo>
                        <a:pt x="489" y="1640"/>
                      </a:lnTo>
                      <a:lnTo>
                        <a:pt x="566" y="1673"/>
                      </a:lnTo>
                      <a:lnTo>
                        <a:pt x="647" y="1698"/>
                      </a:lnTo>
                      <a:lnTo>
                        <a:pt x="731" y="1715"/>
                      </a:lnTo>
                      <a:lnTo>
                        <a:pt x="819" y="1724"/>
                      </a:lnTo>
                      <a:lnTo>
                        <a:pt x="862" y="1725"/>
                      </a:lnTo>
                      <a:lnTo>
                        <a:pt x="907" y="1724"/>
                      </a:lnTo>
                      <a:lnTo>
                        <a:pt x="994" y="1715"/>
                      </a:lnTo>
                      <a:lnTo>
                        <a:pt x="1078" y="1698"/>
                      </a:lnTo>
                      <a:lnTo>
                        <a:pt x="1159" y="1673"/>
                      </a:lnTo>
                      <a:lnTo>
                        <a:pt x="1237" y="1640"/>
                      </a:lnTo>
                      <a:lnTo>
                        <a:pt x="1310" y="1601"/>
                      </a:lnTo>
                      <a:lnTo>
                        <a:pt x="1379" y="1553"/>
                      </a:lnTo>
                      <a:lnTo>
                        <a:pt x="1443" y="1502"/>
                      </a:lnTo>
                      <a:lnTo>
                        <a:pt x="1500" y="1443"/>
                      </a:lnTo>
                      <a:lnTo>
                        <a:pt x="1554" y="1379"/>
                      </a:lnTo>
                      <a:lnTo>
                        <a:pt x="1600" y="1310"/>
                      </a:lnTo>
                      <a:lnTo>
                        <a:pt x="1640" y="1237"/>
                      </a:lnTo>
                      <a:lnTo>
                        <a:pt x="1673" y="1159"/>
                      </a:lnTo>
                      <a:lnTo>
                        <a:pt x="1698" y="1078"/>
                      </a:lnTo>
                      <a:lnTo>
                        <a:pt x="1715" y="994"/>
                      </a:lnTo>
                      <a:lnTo>
                        <a:pt x="1724" y="907"/>
                      </a:lnTo>
                      <a:lnTo>
                        <a:pt x="1725" y="863"/>
                      </a:lnTo>
                      <a:lnTo>
                        <a:pt x="1724" y="819"/>
                      </a:lnTo>
                      <a:lnTo>
                        <a:pt x="1715" y="731"/>
                      </a:lnTo>
                      <a:lnTo>
                        <a:pt x="1698" y="647"/>
                      </a:lnTo>
                      <a:lnTo>
                        <a:pt x="1673" y="567"/>
                      </a:lnTo>
                      <a:lnTo>
                        <a:pt x="1640" y="489"/>
                      </a:lnTo>
                      <a:lnTo>
                        <a:pt x="1600" y="415"/>
                      </a:lnTo>
                      <a:lnTo>
                        <a:pt x="1554" y="346"/>
                      </a:lnTo>
                      <a:lnTo>
                        <a:pt x="1500" y="283"/>
                      </a:lnTo>
                      <a:lnTo>
                        <a:pt x="1443" y="225"/>
                      </a:lnTo>
                      <a:lnTo>
                        <a:pt x="1379" y="172"/>
                      </a:lnTo>
                      <a:lnTo>
                        <a:pt x="1310" y="126"/>
                      </a:lnTo>
                      <a:lnTo>
                        <a:pt x="1237" y="85"/>
                      </a:lnTo>
                      <a:lnTo>
                        <a:pt x="1159" y="52"/>
                      </a:lnTo>
                      <a:lnTo>
                        <a:pt x="1078" y="28"/>
                      </a:lnTo>
                      <a:lnTo>
                        <a:pt x="994" y="10"/>
                      </a:lnTo>
                      <a:lnTo>
                        <a:pt x="907" y="2"/>
                      </a:lnTo>
                      <a:lnTo>
                        <a:pt x="862" y="0"/>
                      </a:lnTo>
                      <a:close/>
                      <a:moveTo>
                        <a:pt x="1381" y="1123"/>
                      </a:moveTo>
                      <a:lnTo>
                        <a:pt x="1381" y="1149"/>
                      </a:lnTo>
                      <a:lnTo>
                        <a:pt x="1369" y="1201"/>
                      </a:lnTo>
                      <a:lnTo>
                        <a:pt x="1350" y="1247"/>
                      </a:lnTo>
                      <a:lnTo>
                        <a:pt x="1322" y="1288"/>
                      </a:lnTo>
                      <a:lnTo>
                        <a:pt x="1286" y="1324"/>
                      </a:lnTo>
                      <a:lnTo>
                        <a:pt x="1244" y="1352"/>
                      </a:lnTo>
                      <a:lnTo>
                        <a:pt x="1198" y="1372"/>
                      </a:lnTo>
                      <a:lnTo>
                        <a:pt x="1146" y="1383"/>
                      </a:lnTo>
                      <a:lnTo>
                        <a:pt x="1120" y="1383"/>
                      </a:lnTo>
                      <a:lnTo>
                        <a:pt x="605" y="1383"/>
                      </a:lnTo>
                      <a:lnTo>
                        <a:pt x="578" y="1383"/>
                      </a:lnTo>
                      <a:lnTo>
                        <a:pt x="527" y="1372"/>
                      </a:lnTo>
                      <a:lnTo>
                        <a:pt x="480" y="1352"/>
                      </a:lnTo>
                      <a:lnTo>
                        <a:pt x="438" y="1324"/>
                      </a:lnTo>
                      <a:lnTo>
                        <a:pt x="404" y="1288"/>
                      </a:lnTo>
                      <a:lnTo>
                        <a:pt x="375" y="1247"/>
                      </a:lnTo>
                      <a:lnTo>
                        <a:pt x="355" y="1201"/>
                      </a:lnTo>
                      <a:lnTo>
                        <a:pt x="344" y="1149"/>
                      </a:lnTo>
                      <a:lnTo>
                        <a:pt x="343" y="1123"/>
                      </a:lnTo>
                      <a:lnTo>
                        <a:pt x="343" y="608"/>
                      </a:lnTo>
                      <a:lnTo>
                        <a:pt x="344" y="581"/>
                      </a:lnTo>
                      <a:lnTo>
                        <a:pt x="355" y="531"/>
                      </a:lnTo>
                      <a:lnTo>
                        <a:pt x="375" y="483"/>
                      </a:lnTo>
                      <a:lnTo>
                        <a:pt x="404" y="441"/>
                      </a:lnTo>
                      <a:lnTo>
                        <a:pt x="438" y="407"/>
                      </a:lnTo>
                      <a:lnTo>
                        <a:pt x="480" y="378"/>
                      </a:lnTo>
                      <a:lnTo>
                        <a:pt x="527" y="358"/>
                      </a:lnTo>
                      <a:lnTo>
                        <a:pt x="578" y="348"/>
                      </a:lnTo>
                      <a:lnTo>
                        <a:pt x="605" y="346"/>
                      </a:lnTo>
                      <a:lnTo>
                        <a:pt x="1120" y="346"/>
                      </a:lnTo>
                      <a:lnTo>
                        <a:pt x="1146" y="348"/>
                      </a:lnTo>
                      <a:lnTo>
                        <a:pt x="1198" y="358"/>
                      </a:lnTo>
                      <a:lnTo>
                        <a:pt x="1244" y="378"/>
                      </a:lnTo>
                      <a:lnTo>
                        <a:pt x="1286" y="407"/>
                      </a:lnTo>
                      <a:lnTo>
                        <a:pt x="1322" y="441"/>
                      </a:lnTo>
                      <a:lnTo>
                        <a:pt x="1350" y="483"/>
                      </a:lnTo>
                      <a:lnTo>
                        <a:pt x="1369" y="531"/>
                      </a:lnTo>
                      <a:lnTo>
                        <a:pt x="1381" y="581"/>
                      </a:lnTo>
                      <a:lnTo>
                        <a:pt x="1381" y="608"/>
                      </a:lnTo>
                      <a:lnTo>
                        <a:pt x="1381" y="112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44546A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105" name="Google Shape;105;p1"/>
              <p:cNvSpPr/>
              <p:nvPr/>
            </p:nvSpPr>
            <p:spPr>
              <a:xfrm rot="5400000">
                <a:off x="11360858" y="343758"/>
                <a:ext cx="140525" cy="26670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617" extrusionOk="0">
                    <a:moveTo>
                      <a:pt x="711" y="92"/>
                    </a:moveTo>
                    <a:lnTo>
                      <a:pt x="586" y="92"/>
                    </a:lnTo>
                    <a:lnTo>
                      <a:pt x="586" y="0"/>
                    </a:lnTo>
                    <a:lnTo>
                      <a:pt x="258" y="0"/>
                    </a:lnTo>
                    <a:lnTo>
                      <a:pt x="258" y="92"/>
                    </a:lnTo>
                    <a:lnTo>
                      <a:pt x="140" y="92"/>
                    </a:lnTo>
                    <a:lnTo>
                      <a:pt x="111" y="95"/>
                    </a:lnTo>
                    <a:lnTo>
                      <a:pt x="61" y="117"/>
                    </a:lnTo>
                    <a:lnTo>
                      <a:pt x="23" y="154"/>
                    </a:lnTo>
                    <a:lnTo>
                      <a:pt x="1" y="205"/>
                    </a:lnTo>
                    <a:lnTo>
                      <a:pt x="0" y="233"/>
                    </a:lnTo>
                    <a:lnTo>
                      <a:pt x="0" y="1477"/>
                    </a:lnTo>
                    <a:lnTo>
                      <a:pt x="1" y="1506"/>
                    </a:lnTo>
                    <a:lnTo>
                      <a:pt x="23" y="1556"/>
                    </a:lnTo>
                    <a:lnTo>
                      <a:pt x="61" y="1594"/>
                    </a:lnTo>
                    <a:lnTo>
                      <a:pt x="111" y="1615"/>
                    </a:lnTo>
                    <a:lnTo>
                      <a:pt x="140" y="1617"/>
                    </a:lnTo>
                    <a:lnTo>
                      <a:pt x="711" y="1617"/>
                    </a:lnTo>
                    <a:lnTo>
                      <a:pt x="740" y="1615"/>
                    </a:lnTo>
                    <a:lnTo>
                      <a:pt x="790" y="1594"/>
                    </a:lnTo>
                    <a:lnTo>
                      <a:pt x="828" y="1556"/>
                    </a:lnTo>
                    <a:lnTo>
                      <a:pt x="850" y="1506"/>
                    </a:lnTo>
                    <a:lnTo>
                      <a:pt x="851" y="1477"/>
                    </a:lnTo>
                    <a:lnTo>
                      <a:pt x="851" y="233"/>
                    </a:lnTo>
                    <a:lnTo>
                      <a:pt x="850" y="205"/>
                    </a:lnTo>
                    <a:lnTo>
                      <a:pt x="828" y="154"/>
                    </a:lnTo>
                    <a:lnTo>
                      <a:pt x="790" y="117"/>
                    </a:lnTo>
                    <a:lnTo>
                      <a:pt x="740" y="95"/>
                    </a:lnTo>
                    <a:lnTo>
                      <a:pt x="711" y="92"/>
                    </a:lnTo>
                    <a:close/>
                    <a:moveTo>
                      <a:pt x="757" y="1477"/>
                    </a:moveTo>
                    <a:lnTo>
                      <a:pt x="757" y="1487"/>
                    </a:lnTo>
                    <a:lnTo>
                      <a:pt x="750" y="1503"/>
                    </a:lnTo>
                    <a:lnTo>
                      <a:pt x="737" y="1516"/>
                    </a:lnTo>
                    <a:lnTo>
                      <a:pt x="721" y="1523"/>
                    </a:lnTo>
                    <a:lnTo>
                      <a:pt x="711" y="1525"/>
                    </a:lnTo>
                    <a:lnTo>
                      <a:pt x="140" y="1525"/>
                    </a:lnTo>
                    <a:lnTo>
                      <a:pt x="131" y="1523"/>
                    </a:lnTo>
                    <a:lnTo>
                      <a:pt x="114" y="1516"/>
                    </a:lnTo>
                    <a:lnTo>
                      <a:pt x="101" y="1503"/>
                    </a:lnTo>
                    <a:lnTo>
                      <a:pt x="94" y="1487"/>
                    </a:lnTo>
                    <a:lnTo>
                      <a:pt x="94" y="1477"/>
                    </a:lnTo>
                    <a:lnTo>
                      <a:pt x="94" y="233"/>
                    </a:lnTo>
                    <a:lnTo>
                      <a:pt x="94" y="223"/>
                    </a:lnTo>
                    <a:lnTo>
                      <a:pt x="101" y="206"/>
                    </a:lnTo>
                    <a:lnTo>
                      <a:pt x="114" y="194"/>
                    </a:lnTo>
                    <a:lnTo>
                      <a:pt x="131" y="187"/>
                    </a:lnTo>
                    <a:lnTo>
                      <a:pt x="140" y="186"/>
                    </a:lnTo>
                    <a:lnTo>
                      <a:pt x="711" y="186"/>
                    </a:lnTo>
                    <a:lnTo>
                      <a:pt x="721" y="187"/>
                    </a:lnTo>
                    <a:lnTo>
                      <a:pt x="737" y="194"/>
                    </a:lnTo>
                    <a:lnTo>
                      <a:pt x="750" y="206"/>
                    </a:lnTo>
                    <a:lnTo>
                      <a:pt x="757" y="223"/>
                    </a:lnTo>
                    <a:lnTo>
                      <a:pt x="757" y="233"/>
                    </a:lnTo>
                    <a:lnTo>
                      <a:pt x="757" y="1477"/>
                    </a:lnTo>
                    <a:close/>
                    <a:moveTo>
                      <a:pt x="707" y="1468"/>
                    </a:moveTo>
                    <a:lnTo>
                      <a:pt x="144" y="1468"/>
                    </a:lnTo>
                    <a:lnTo>
                      <a:pt x="144" y="1264"/>
                    </a:lnTo>
                    <a:lnTo>
                      <a:pt x="707" y="1264"/>
                    </a:lnTo>
                    <a:lnTo>
                      <a:pt x="707" y="1468"/>
                    </a:lnTo>
                    <a:close/>
                    <a:moveTo>
                      <a:pt x="707" y="1213"/>
                    </a:moveTo>
                    <a:lnTo>
                      <a:pt x="144" y="1213"/>
                    </a:lnTo>
                    <a:lnTo>
                      <a:pt x="144" y="1009"/>
                    </a:lnTo>
                    <a:lnTo>
                      <a:pt x="707" y="1009"/>
                    </a:lnTo>
                    <a:lnTo>
                      <a:pt x="707" y="1213"/>
                    </a:lnTo>
                    <a:close/>
                    <a:moveTo>
                      <a:pt x="707" y="958"/>
                    </a:moveTo>
                    <a:lnTo>
                      <a:pt x="144" y="958"/>
                    </a:lnTo>
                    <a:lnTo>
                      <a:pt x="144" y="754"/>
                    </a:lnTo>
                    <a:lnTo>
                      <a:pt x="707" y="754"/>
                    </a:lnTo>
                    <a:lnTo>
                      <a:pt x="707" y="958"/>
                    </a:lnTo>
                    <a:close/>
                    <a:moveTo>
                      <a:pt x="707" y="703"/>
                    </a:moveTo>
                    <a:lnTo>
                      <a:pt x="144" y="703"/>
                    </a:lnTo>
                    <a:lnTo>
                      <a:pt x="144" y="499"/>
                    </a:lnTo>
                    <a:lnTo>
                      <a:pt x="707" y="499"/>
                    </a:lnTo>
                    <a:lnTo>
                      <a:pt x="707" y="703"/>
                    </a:lnTo>
                    <a:close/>
                    <a:moveTo>
                      <a:pt x="707" y="448"/>
                    </a:moveTo>
                    <a:lnTo>
                      <a:pt x="144" y="448"/>
                    </a:lnTo>
                    <a:lnTo>
                      <a:pt x="144" y="243"/>
                    </a:lnTo>
                    <a:lnTo>
                      <a:pt x="707" y="243"/>
                    </a:lnTo>
                    <a:lnTo>
                      <a:pt x="707" y="4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44546A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10885020" y="369386"/>
                <a:ext cx="581560" cy="2850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800" b="0" i="0" u="none" strike="noStrike" cap="none">
                    <a:solidFill>
                      <a:srgbClr val="44546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100%</a:t>
                </a:r>
                <a:endParaRPr sz="1800" b="0" i="0" u="none" strike="noStrike" cap="none">
                  <a:solidFill>
                    <a:srgbClr val="44546A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10212196" y="406846"/>
                <a:ext cx="17980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293" extrusionOk="0">
                    <a:moveTo>
                      <a:pt x="2747" y="3607"/>
                    </a:moveTo>
                    <a:lnTo>
                      <a:pt x="2711" y="3609"/>
                    </a:lnTo>
                    <a:lnTo>
                      <a:pt x="2645" y="3622"/>
                    </a:lnTo>
                    <a:lnTo>
                      <a:pt x="2583" y="3649"/>
                    </a:lnTo>
                    <a:lnTo>
                      <a:pt x="2528" y="3685"/>
                    </a:lnTo>
                    <a:lnTo>
                      <a:pt x="2481" y="3733"/>
                    </a:lnTo>
                    <a:lnTo>
                      <a:pt x="2443" y="3787"/>
                    </a:lnTo>
                    <a:lnTo>
                      <a:pt x="2417" y="3848"/>
                    </a:lnTo>
                    <a:lnTo>
                      <a:pt x="2403" y="3916"/>
                    </a:lnTo>
                    <a:lnTo>
                      <a:pt x="2403" y="3950"/>
                    </a:lnTo>
                    <a:lnTo>
                      <a:pt x="2403" y="3986"/>
                    </a:lnTo>
                    <a:lnTo>
                      <a:pt x="2417" y="4052"/>
                    </a:lnTo>
                    <a:lnTo>
                      <a:pt x="2443" y="4114"/>
                    </a:lnTo>
                    <a:lnTo>
                      <a:pt x="2481" y="4169"/>
                    </a:lnTo>
                    <a:lnTo>
                      <a:pt x="2527" y="4215"/>
                    </a:lnTo>
                    <a:lnTo>
                      <a:pt x="2583" y="4253"/>
                    </a:lnTo>
                    <a:lnTo>
                      <a:pt x="2645" y="4279"/>
                    </a:lnTo>
                    <a:lnTo>
                      <a:pt x="2711" y="4293"/>
                    </a:lnTo>
                    <a:lnTo>
                      <a:pt x="2747" y="4293"/>
                    </a:lnTo>
                    <a:lnTo>
                      <a:pt x="2783" y="4293"/>
                    </a:lnTo>
                    <a:lnTo>
                      <a:pt x="2849" y="4279"/>
                    </a:lnTo>
                    <a:lnTo>
                      <a:pt x="2911" y="4253"/>
                    </a:lnTo>
                    <a:lnTo>
                      <a:pt x="2966" y="4215"/>
                    </a:lnTo>
                    <a:lnTo>
                      <a:pt x="3013" y="4169"/>
                    </a:lnTo>
                    <a:lnTo>
                      <a:pt x="3051" y="4114"/>
                    </a:lnTo>
                    <a:lnTo>
                      <a:pt x="3077" y="4052"/>
                    </a:lnTo>
                    <a:lnTo>
                      <a:pt x="3090" y="3986"/>
                    </a:lnTo>
                    <a:lnTo>
                      <a:pt x="3091" y="3950"/>
                    </a:lnTo>
                    <a:lnTo>
                      <a:pt x="3090" y="3916"/>
                    </a:lnTo>
                    <a:lnTo>
                      <a:pt x="3077" y="3848"/>
                    </a:lnTo>
                    <a:lnTo>
                      <a:pt x="3051" y="3787"/>
                    </a:lnTo>
                    <a:lnTo>
                      <a:pt x="3013" y="3733"/>
                    </a:lnTo>
                    <a:lnTo>
                      <a:pt x="2966" y="3685"/>
                    </a:lnTo>
                    <a:lnTo>
                      <a:pt x="2911" y="3648"/>
                    </a:lnTo>
                    <a:lnTo>
                      <a:pt x="2849" y="3622"/>
                    </a:lnTo>
                    <a:lnTo>
                      <a:pt x="2783" y="3609"/>
                    </a:lnTo>
                    <a:lnTo>
                      <a:pt x="2747" y="3607"/>
                    </a:lnTo>
                    <a:close/>
                    <a:moveTo>
                      <a:pt x="5399" y="1030"/>
                    </a:moveTo>
                    <a:lnTo>
                      <a:pt x="5332" y="968"/>
                    </a:lnTo>
                    <a:lnTo>
                      <a:pt x="5194" y="852"/>
                    </a:lnTo>
                    <a:lnTo>
                      <a:pt x="5050" y="741"/>
                    </a:lnTo>
                    <a:lnTo>
                      <a:pt x="4902" y="638"/>
                    </a:lnTo>
                    <a:lnTo>
                      <a:pt x="4749" y="542"/>
                    </a:lnTo>
                    <a:lnTo>
                      <a:pt x="4592" y="454"/>
                    </a:lnTo>
                    <a:lnTo>
                      <a:pt x="4431" y="373"/>
                    </a:lnTo>
                    <a:lnTo>
                      <a:pt x="4266" y="300"/>
                    </a:lnTo>
                    <a:lnTo>
                      <a:pt x="4098" y="235"/>
                    </a:lnTo>
                    <a:lnTo>
                      <a:pt x="3927" y="178"/>
                    </a:lnTo>
                    <a:lnTo>
                      <a:pt x="3751" y="127"/>
                    </a:lnTo>
                    <a:lnTo>
                      <a:pt x="3574" y="85"/>
                    </a:lnTo>
                    <a:lnTo>
                      <a:pt x="3394" y="52"/>
                    </a:lnTo>
                    <a:lnTo>
                      <a:pt x="3211" y="26"/>
                    </a:lnTo>
                    <a:lnTo>
                      <a:pt x="3026" y="10"/>
                    </a:lnTo>
                    <a:lnTo>
                      <a:pt x="2839" y="2"/>
                    </a:lnTo>
                    <a:lnTo>
                      <a:pt x="2746" y="0"/>
                    </a:lnTo>
                    <a:lnTo>
                      <a:pt x="2652" y="2"/>
                    </a:lnTo>
                    <a:lnTo>
                      <a:pt x="2466" y="10"/>
                    </a:lnTo>
                    <a:lnTo>
                      <a:pt x="2282" y="26"/>
                    </a:lnTo>
                    <a:lnTo>
                      <a:pt x="2099" y="52"/>
                    </a:lnTo>
                    <a:lnTo>
                      <a:pt x="1919" y="85"/>
                    </a:lnTo>
                    <a:lnTo>
                      <a:pt x="1740" y="127"/>
                    </a:lnTo>
                    <a:lnTo>
                      <a:pt x="1566" y="178"/>
                    </a:lnTo>
                    <a:lnTo>
                      <a:pt x="1395" y="235"/>
                    </a:lnTo>
                    <a:lnTo>
                      <a:pt x="1226" y="300"/>
                    </a:lnTo>
                    <a:lnTo>
                      <a:pt x="1060" y="373"/>
                    </a:lnTo>
                    <a:lnTo>
                      <a:pt x="899" y="454"/>
                    </a:lnTo>
                    <a:lnTo>
                      <a:pt x="742" y="542"/>
                    </a:lnTo>
                    <a:lnTo>
                      <a:pt x="590" y="638"/>
                    </a:lnTo>
                    <a:lnTo>
                      <a:pt x="441" y="741"/>
                    </a:lnTo>
                    <a:lnTo>
                      <a:pt x="299" y="852"/>
                    </a:lnTo>
                    <a:lnTo>
                      <a:pt x="160" y="970"/>
                    </a:lnTo>
                    <a:lnTo>
                      <a:pt x="93" y="1030"/>
                    </a:lnTo>
                    <a:lnTo>
                      <a:pt x="71" y="1053"/>
                    </a:lnTo>
                    <a:lnTo>
                      <a:pt x="35" y="1104"/>
                    </a:lnTo>
                    <a:lnTo>
                      <a:pt x="12" y="1157"/>
                    </a:lnTo>
                    <a:lnTo>
                      <a:pt x="0" y="1215"/>
                    </a:lnTo>
                    <a:lnTo>
                      <a:pt x="0" y="1272"/>
                    </a:lnTo>
                    <a:lnTo>
                      <a:pt x="12" y="1328"/>
                    </a:lnTo>
                    <a:lnTo>
                      <a:pt x="35" y="1383"/>
                    </a:lnTo>
                    <a:lnTo>
                      <a:pt x="71" y="1432"/>
                    </a:lnTo>
                    <a:lnTo>
                      <a:pt x="93" y="1455"/>
                    </a:lnTo>
                    <a:lnTo>
                      <a:pt x="117" y="1477"/>
                    </a:lnTo>
                    <a:lnTo>
                      <a:pt x="170" y="1510"/>
                    </a:lnTo>
                    <a:lnTo>
                      <a:pt x="228" y="1532"/>
                    </a:lnTo>
                    <a:lnTo>
                      <a:pt x="288" y="1543"/>
                    </a:lnTo>
                    <a:lnTo>
                      <a:pt x="319" y="1543"/>
                    </a:lnTo>
                    <a:lnTo>
                      <a:pt x="350" y="1543"/>
                    </a:lnTo>
                    <a:lnTo>
                      <a:pt x="411" y="1532"/>
                    </a:lnTo>
                    <a:lnTo>
                      <a:pt x="469" y="1510"/>
                    </a:lnTo>
                    <a:lnTo>
                      <a:pt x="522" y="1477"/>
                    </a:lnTo>
                    <a:lnTo>
                      <a:pt x="546" y="1455"/>
                    </a:lnTo>
                    <a:lnTo>
                      <a:pt x="601" y="1405"/>
                    </a:lnTo>
                    <a:lnTo>
                      <a:pt x="716" y="1308"/>
                    </a:lnTo>
                    <a:lnTo>
                      <a:pt x="834" y="1218"/>
                    </a:lnTo>
                    <a:lnTo>
                      <a:pt x="958" y="1134"/>
                    </a:lnTo>
                    <a:lnTo>
                      <a:pt x="1085" y="1056"/>
                    </a:lnTo>
                    <a:lnTo>
                      <a:pt x="1215" y="986"/>
                    </a:lnTo>
                    <a:lnTo>
                      <a:pt x="1349" y="922"/>
                    </a:lnTo>
                    <a:lnTo>
                      <a:pt x="1485" y="865"/>
                    </a:lnTo>
                    <a:lnTo>
                      <a:pt x="1625" y="813"/>
                    </a:lnTo>
                    <a:lnTo>
                      <a:pt x="1768" y="768"/>
                    </a:lnTo>
                    <a:lnTo>
                      <a:pt x="1985" y="712"/>
                    </a:lnTo>
                    <a:lnTo>
                      <a:pt x="2285" y="662"/>
                    </a:lnTo>
                    <a:lnTo>
                      <a:pt x="2590" y="636"/>
                    </a:lnTo>
                    <a:lnTo>
                      <a:pt x="2746" y="633"/>
                    </a:lnTo>
                    <a:lnTo>
                      <a:pt x="2901" y="636"/>
                    </a:lnTo>
                    <a:lnTo>
                      <a:pt x="3208" y="662"/>
                    </a:lnTo>
                    <a:lnTo>
                      <a:pt x="3506" y="712"/>
                    </a:lnTo>
                    <a:lnTo>
                      <a:pt x="3725" y="768"/>
                    </a:lnTo>
                    <a:lnTo>
                      <a:pt x="3868" y="813"/>
                    </a:lnTo>
                    <a:lnTo>
                      <a:pt x="4007" y="865"/>
                    </a:lnTo>
                    <a:lnTo>
                      <a:pt x="4144" y="922"/>
                    </a:lnTo>
                    <a:lnTo>
                      <a:pt x="4277" y="986"/>
                    </a:lnTo>
                    <a:lnTo>
                      <a:pt x="4408" y="1056"/>
                    </a:lnTo>
                    <a:lnTo>
                      <a:pt x="4534" y="1134"/>
                    </a:lnTo>
                    <a:lnTo>
                      <a:pt x="4657" y="1218"/>
                    </a:lnTo>
                    <a:lnTo>
                      <a:pt x="4776" y="1307"/>
                    </a:lnTo>
                    <a:lnTo>
                      <a:pt x="4890" y="1403"/>
                    </a:lnTo>
                    <a:lnTo>
                      <a:pt x="4946" y="1455"/>
                    </a:lnTo>
                    <a:lnTo>
                      <a:pt x="4969" y="1477"/>
                    </a:lnTo>
                    <a:lnTo>
                      <a:pt x="5023" y="1509"/>
                    </a:lnTo>
                    <a:lnTo>
                      <a:pt x="5082" y="1532"/>
                    </a:lnTo>
                    <a:lnTo>
                      <a:pt x="5142" y="1542"/>
                    </a:lnTo>
                    <a:lnTo>
                      <a:pt x="5203" y="1542"/>
                    </a:lnTo>
                    <a:lnTo>
                      <a:pt x="5263" y="1532"/>
                    </a:lnTo>
                    <a:lnTo>
                      <a:pt x="5322" y="1509"/>
                    </a:lnTo>
                    <a:lnTo>
                      <a:pt x="5375" y="1477"/>
                    </a:lnTo>
                    <a:lnTo>
                      <a:pt x="5399" y="1455"/>
                    </a:lnTo>
                    <a:lnTo>
                      <a:pt x="5422" y="1432"/>
                    </a:lnTo>
                    <a:lnTo>
                      <a:pt x="5456" y="1383"/>
                    </a:lnTo>
                    <a:lnTo>
                      <a:pt x="5481" y="1328"/>
                    </a:lnTo>
                    <a:lnTo>
                      <a:pt x="5492" y="1272"/>
                    </a:lnTo>
                    <a:lnTo>
                      <a:pt x="5492" y="1215"/>
                    </a:lnTo>
                    <a:lnTo>
                      <a:pt x="5481" y="1157"/>
                    </a:lnTo>
                    <a:lnTo>
                      <a:pt x="5456" y="1102"/>
                    </a:lnTo>
                    <a:lnTo>
                      <a:pt x="5422" y="1053"/>
                    </a:lnTo>
                    <a:lnTo>
                      <a:pt x="5399" y="1030"/>
                    </a:lnTo>
                    <a:close/>
                    <a:moveTo>
                      <a:pt x="2743" y="1202"/>
                    </a:moveTo>
                    <a:lnTo>
                      <a:pt x="2604" y="1203"/>
                    </a:lnTo>
                    <a:lnTo>
                      <a:pt x="2332" y="1230"/>
                    </a:lnTo>
                    <a:lnTo>
                      <a:pt x="2066" y="1282"/>
                    </a:lnTo>
                    <a:lnTo>
                      <a:pt x="1807" y="1360"/>
                    </a:lnTo>
                    <a:lnTo>
                      <a:pt x="1557" y="1462"/>
                    </a:lnTo>
                    <a:lnTo>
                      <a:pt x="1320" y="1589"/>
                    </a:lnTo>
                    <a:lnTo>
                      <a:pt x="1094" y="1739"/>
                    </a:lnTo>
                    <a:lnTo>
                      <a:pt x="882" y="1912"/>
                    </a:lnTo>
                    <a:lnTo>
                      <a:pt x="782" y="2008"/>
                    </a:lnTo>
                    <a:lnTo>
                      <a:pt x="759" y="2033"/>
                    </a:lnTo>
                    <a:lnTo>
                      <a:pt x="722" y="2088"/>
                    </a:lnTo>
                    <a:lnTo>
                      <a:pt x="698" y="2148"/>
                    </a:lnTo>
                    <a:lnTo>
                      <a:pt x="686" y="2211"/>
                    </a:lnTo>
                    <a:lnTo>
                      <a:pt x="686" y="2275"/>
                    </a:lnTo>
                    <a:lnTo>
                      <a:pt x="698" y="2337"/>
                    </a:lnTo>
                    <a:lnTo>
                      <a:pt x="722" y="2397"/>
                    </a:lnTo>
                    <a:lnTo>
                      <a:pt x="759" y="2452"/>
                    </a:lnTo>
                    <a:lnTo>
                      <a:pt x="782" y="2478"/>
                    </a:lnTo>
                    <a:lnTo>
                      <a:pt x="808" y="2501"/>
                    </a:lnTo>
                    <a:lnTo>
                      <a:pt x="863" y="2537"/>
                    </a:lnTo>
                    <a:lnTo>
                      <a:pt x="924" y="2561"/>
                    </a:lnTo>
                    <a:lnTo>
                      <a:pt x="987" y="2574"/>
                    </a:lnTo>
                    <a:lnTo>
                      <a:pt x="1019" y="2576"/>
                    </a:lnTo>
                    <a:lnTo>
                      <a:pt x="1052" y="2574"/>
                    </a:lnTo>
                    <a:lnTo>
                      <a:pt x="1115" y="2561"/>
                    </a:lnTo>
                    <a:lnTo>
                      <a:pt x="1176" y="2537"/>
                    </a:lnTo>
                    <a:lnTo>
                      <a:pt x="1230" y="2501"/>
                    </a:lnTo>
                    <a:lnTo>
                      <a:pt x="1256" y="2478"/>
                    </a:lnTo>
                    <a:lnTo>
                      <a:pt x="1331" y="2404"/>
                    </a:lnTo>
                    <a:lnTo>
                      <a:pt x="1493" y="2272"/>
                    </a:lnTo>
                    <a:lnTo>
                      <a:pt x="1664" y="2155"/>
                    </a:lnTo>
                    <a:lnTo>
                      <a:pt x="1844" y="2056"/>
                    </a:lnTo>
                    <a:lnTo>
                      <a:pt x="2033" y="1974"/>
                    </a:lnTo>
                    <a:lnTo>
                      <a:pt x="2229" y="1910"/>
                    </a:lnTo>
                    <a:lnTo>
                      <a:pt x="2432" y="1869"/>
                    </a:lnTo>
                    <a:lnTo>
                      <a:pt x="2638" y="1847"/>
                    </a:lnTo>
                    <a:lnTo>
                      <a:pt x="2743" y="1844"/>
                    </a:lnTo>
                    <a:lnTo>
                      <a:pt x="2848" y="1847"/>
                    </a:lnTo>
                    <a:lnTo>
                      <a:pt x="3055" y="1869"/>
                    </a:lnTo>
                    <a:lnTo>
                      <a:pt x="3257" y="1910"/>
                    </a:lnTo>
                    <a:lnTo>
                      <a:pt x="3453" y="1974"/>
                    </a:lnTo>
                    <a:lnTo>
                      <a:pt x="3643" y="2056"/>
                    </a:lnTo>
                    <a:lnTo>
                      <a:pt x="3823" y="2155"/>
                    </a:lnTo>
                    <a:lnTo>
                      <a:pt x="3994" y="2272"/>
                    </a:lnTo>
                    <a:lnTo>
                      <a:pt x="4154" y="2404"/>
                    </a:lnTo>
                    <a:lnTo>
                      <a:pt x="4230" y="2478"/>
                    </a:lnTo>
                    <a:lnTo>
                      <a:pt x="4255" y="2501"/>
                    </a:lnTo>
                    <a:lnTo>
                      <a:pt x="4311" y="2537"/>
                    </a:lnTo>
                    <a:lnTo>
                      <a:pt x="4372" y="2561"/>
                    </a:lnTo>
                    <a:lnTo>
                      <a:pt x="4435" y="2574"/>
                    </a:lnTo>
                    <a:lnTo>
                      <a:pt x="4500" y="2574"/>
                    </a:lnTo>
                    <a:lnTo>
                      <a:pt x="4562" y="2561"/>
                    </a:lnTo>
                    <a:lnTo>
                      <a:pt x="4622" y="2537"/>
                    </a:lnTo>
                    <a:lnTo>
                      <a:pt x="4678" y="2501"/>
                    </a:lnTo>
                    <a:lnTo>
                      <a:pt x="4703" y="2478"/>
                    </a:lnTo>
                    <a:lnTo>
                      <a:pt x="4727" y="2452"/>
                    </a:lnTo>
                    <a:lnTo>
                      <a:pt x="4763" y="2397"/>
                    </a:lnTo>
                    <a:lnTo>
                      <a:pt x="4788" y="2337"/>
                    </a:lnTo>
                    <a:lnTo>
                      <a:pt x="4801" y="2275"/>
                    </a:lnTo>
                    <a:lnTo>
                      <a:pt x="4801" y="2211"/>
                    </a:lnTo>
                    <a:lnTo>
                      <a:pt x="4788" y="2148"/>
                    </a:lnTo>
                    <a:lnTo>
                      <a:pt x="4763" y="2088"/>
                    </a:lnTo>
                    <a:lnTo>
                      <a:pt x="4727" y="2033"/>
                    </a:lnTo>
                    <a:lnTo>
                      <a:pt x="4703" y="2008"/>
                    </a:lnTo>
                    <a:lnTo>
                      <a:pt x="4603" y="1912"/>
                    </a:lnTo>
                    <a:lnTo>
                      <a:pt x="4392" y="1739"/>
                    </a:lnTo>
                    <a:lnTo>
                      <a:pt x="4167" y="1589"/>
                    </a:lnTo>
                    <a:lnTo>
                      <a:pt x="3928" y="1462"/>
                    </a:lnTo>
                    <a:lnTo>
                      <a:pt x="3679" y="1360"/>
                    </a:lnTo>
                    <a:lnTo>
                      <a:pt x="3421" y="1282"/>
                    </a:lnTo>
                    <a:lnTo>
                      <a:pt x="3155" y="1230"/>
                    </a:lnTo>
                    <a:lnTo>
                      <a:pt x="2881" y="1203"/>
                    </a:lnTo>
                    <a:lnTo>
                      <a:pt x="2743" y="1202"/>
                    </a:lnTo>
                    <a:close/>
                    <a:moveTo>
                      <a:pt x="2746" y="2403"/>
                    </a:moveTo>
                    <a:lnTo>
                      <a:pt x="2668" y="2404"/>
                    </a:lnTo>
                    <a:lnTo>
                      <a:pt x="2514" y="2420"/>
                    </a:lnTo>
                    <a:lnTo>
                      <a:pt x="2362" y="2451"/>
                    </a:lnTo>
                    <a:lnTo>
                      <a:pt x="2217" y="2497"/>
                    </a:lnTo>
                    <a:lnTo>
                      <a:pt x="2076" y="2556"/>
                    </a:lnTo>
                    <a:lnTo>
                      <a:pt x="1940" y="2631"/>
                    </a:lnTo>
                    <a:lnTo>
                      <a:pt x="1814" y="2719"/>
                    </a:lnTo>
                    <a:lnTo>
                      <a:pt x="1694" y="2819"/>
                    </a:lnTo>
                    <a:lnTo>
                      <a:pt x="1637" y="2876"/>
                    </a:lnTo>
                    <a:lnTo>
                      <a:pt x="1615" y="2900"/>
                    </a:lnTo>
                    <a:lnTo>
                      <a:pt x="1580" y="2955"/>
                    </a:lnTo>
                    <a:lnTo>
                      <a:pt x="1557" y="3012"/>
                    </a:lnTo>
                    <a:lnTo>
                      <a:pt x="1546" y="3074"/>
                    </a:lnTo>
                    <a:lnTo>
                      <a:pt x="1546" y="3136"/>
                    </a:lnTo>
                    <a:lnTo>
                      <a:pt x="1557" y="3197"/>
                    </a:lnTo>
                    <a:lnTo>
                      <a:pt x="1580" y="3256"/>
                    </a:lnTo>
                    <a:lnTo>
                      <a:pt x="1615" y="3309"/>
                    </a:lnTo>
                    <a:lnTo>
                      <a:pt x="1637" y="3334"/>
                    </a:lnTo>
                    <a:lnTo>
                      <a:pt x="1661" y="3357"/>
                    </a:lnTo>
                    <a:lnTo>
                      <a:pt x="1713" y="3393"/>
                    </a:lnTo>
                    <a:lnTo>
                      <a:pt x="1769" y="3416"/>
                    </a:lnTo>
                    <a:lnTo>
                      <a:pt x="1830" y="3427"/>
                    </a:lnTo>
                    <a:lnTo>
                      <a:pt x="1860" y="3429"/>
                    </a:lnTo>
                    <a:lnTo>
                      <a:pt x="1890" y="3427"/>
                    </a:lnTo>
                    <a:lnTo>
                      <a:pt x="1949" y="3416"/>
                    </a:lnTo>
                    <a:lnTo>
                      <a:pt x="2005" y="3393"/>
                    </a:lnTo>
                    <a:lnTo>
                      <a:pt x="2057" y="3357"/>
                    </a:lnTo>
                    <a:lnTo>
                      <a:pt x="2082" y="3334"/>
                    </a:lnTo>
                    <a:lnTo>
                      <a:pt x="2115" y="3300"/>
                    </a:lnTo>
                    <a:lnTo>
                      <a:pt x="2187" y="3239"/>
                    </a:lnTo>
                    <a:lnTo>
                      <a:pt x="2263" y="3184"/>
                    </a:lnTo>
                    <a:lnTo>
                      <a:pt x="2344" y="3138"/>
                    </a:lnTo>
                    <a:lnTo>
                      <a:pt x="2429" y="3100"/>
                    </a:lnTo>
                    <a:lnTo>
                      <a:pt x="2517" y="3070"/>
                    </a:lnTo>
                    <a:lnTo>
                      <a:pt x="2607" y="3051"/>
                    </a:lnTo>
                    <a:lnTo>
                      <a:pt x="2699" y="3041"/>
                    </a:lnTo>
                    <a:lnTo>
                      <a:pt x="2746" y="3040"/>
                    </a:lnTo>
                    <a:lnTo>
                      <a:pt x="2793" y="3040"/>
                    </a:lnTo>
                    <a:lnTo>
                      <a:pt x="2885" y="3051"/>
                    </a:lnTo>
                    <a:lnTo>
                      <a:pt x="2976" y="3070"/>
                    </a:lnTo>
                    <a:lnTo>
                      <a:pt x="3064" y="3100"/>
                    </a:lnTo>
                    <a:lnTo>
                      <a:pt x="3147" y="3138"/>
                    </a:lnTo>
                    <a:lnTo>
                      <a:pt x="3228" y="3184"/>
                    </a:lnTo>
                    <a:lnTo>
                      <a:pt x="3304" y="3239"/>
                    </a:lnTo>
                    <a:lnTo>
                      <a:pt x="3376" y="3300"/>
                    </a:lnTo>
                    <a:lnTo>
                      <a:pt x="3411" y="3334"/>
                    </a:lnTo>
                    <a:lnTo>
                      <a:pt x="3434" y="3357"/>
                    </a:lnTo>
                    <a:lnTo>
                      <a:pt x="3487" y="3393"/>
                    </a:lnTo>
                    <a:lnTo>
                      <a:pt x="3543" y="3416"/>
                    </a:lnTo>
                    <a:lnTo>
                      <a:pt x="3603" y="3427"/>
                    </a:lnTo>
                    <a:lnTo>
                      <a:pt x="3663" y="3427"/>
                    </a:lnTo>
                    <a:lnTo>
                      <a:pt x="3722" y="3416"/>
                    </a:lnTo>
                    <a:lnTo>
                      <a:pt x="3780" y="3393"/>
                    </a:lnTo>
                    <a:lnTo>
                      <a:pt x="3832" y="3357"/>
                    </a:lnTo>
                    <a:lnTo>
                      <a:pt x="3855" y="3334"/>
                    </a:lnTo>
                    <a:lnTo>
                      <a:pt x="3878" y="3309"/>
                    </a:lnTo>
                    <a:lnTo>
                      <a:pt x="3912" y="3256"/>
                    </a:lnTo>
                    <a:lnTo>
                      <a:pt x="3934" y="3197"/>
                    </a:lnTo>
                    <a:lnTo>
                      <a:pt x="3945" y="3136"/>
                    </a:lnTo>
                    <a:lnTo>
                      <a:pt x="3945" y="3074"/>
                    </a:lnTo>
                    <a:lnTo>
                      <a:pt x="3934" y="3012"/>
                    </a:lnTo>
                    <a:lnTo>
                      <a:pt x="3912" y="2955"/>
                    </a:lnTo>
                    <a:lnTo>
                      <a:pt x="3878" y="2900"/>
                    </a:lnTo>
                    <a:lnTo>
                      <a:pt x="3855" y="2876"/>
                    </a:lnTo>
                    <a:lnTo>
                      <a:pt x="3798" y="2819"/>
                    </a:lnTo>
                    <a:lnTo>
                      <a:pt x="3679" y="2719"/>
                    </a:lnTo>
                    <a:lnTo>
                      <a:pt x="3551" y="2631"/>
                    </a:lnTo>
                    <a:lnTo>
                      <a:pt x="3417" y="2556"/>
                    </a:lnTo>
                    <a:lnTo>
                      <a:pt x="3276" y="2497"/>
                    </a:lnTo>
                    <a:lnTo>
                      <a:pt x="3130" y="2451"/>
                    </a:lnTo>
                    <a:lnTo>
                      <a:pt x="2979" y="2420"/>
                    </a:lnTo>
                    <a:lnTo>
                      <a:pt x="2825" y="2404"/>
                    </a:lnTo>
                    <a:lnTo>
                      <a:pt x="2746" y="24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44546A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9512757" y="369386"/>
                <a:ext cx="967569" cy="2850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800" b="0" i="0" u="none" strike="noStrike" cap="none">
                    <a:solidFill>
                      <a:srgbClr val="44546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PPTBIZCAM</a:t>
                </a:r>
                <a:endParaRPr sz="1800" b="0" i="0" u="none" strike="noStrike" cap="none">
                  <a:solidFill>
                    <a:srgbClr val="44546A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09" name="Google Shape;109;p1"/>
            <p:cNvSpPr/>
            <p:nvPr/>
          </p:nvSpPr>
          <p:spPr>
            <a:xfrm>
              <a:off x="11377471" y="133570"/>
              <a:ext cx="176990" cy="176990"/>
            </a:xfrm>
            <a:prstGeom prst="ellipse">
              <a:avLst/>
            </a:prstGeom>
            <a:solidFill>
              <a:srgbClr val="90DA80"/>
            </a:solidFill>
            <a:ln>
              <a:noFill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1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5</a:t>
              </a:r>
              <a:endParaRPr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10" name="Google Shape;110;p1"/>
            <p:cNvGrpSpPr/>
            <p:nvPr/>
          </p:nvGrpSpPr>
          <p:grpSpPr>
            <a:xfrm>
              <a:off x="653849" y="193034"/>
              <a:ext cx="343364" cy="344856"/>
              <a:chOff x="1157487" y="184451"/>
              <a:chExt cx="489882" cy="492010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1157487" y="184454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1483366" y="184451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1319363" y="348454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1483366" y="348453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1157487" y="512458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1483366" y="512455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117" name="Google Shape;117;p1"/>
          <p:cNvSpPr txBox="1"/>
          <p:nvPr/>
        </p:nvSpPr>
        <p:spPr>
          <a:xfrm>
            <a:off x="9883211" y="4706112"/>
            <a:ext cx="2223484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동의대 김선현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동의대 문지민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동아대 박민석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동의대 서민지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동의대 이유나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2"/>
          <p:cNvGrpSpPr/>
          <p:nvPr/>
        </p:nvGrpSpPr>
        <p:grpSpPr>
          <a:xfrm>
            <a:off x="150812" y="0"/>
            <a:ext cx="11890375" cy="6680200"/>
            <a:chOff x="150812" y="0"/>
            <a:chExt cx="11890375" cy="6680200"/>
          </a:xfrm>
        </p:grpSpPr>
        <p:sp>
          <p:nvSpPr>
            <p:cNvPr id="123" name="Google Shape;123;p2"/>
            <p:cNvSpPr/>
            <p:nvPr/>
          </p:nvSpPr>
          <p:spPr>
            <a:xfrm>
              <a:off x="150812" y="0"/>
              <a:ext cx="11890375" cy="6680200"/>
            </a:xfrm>
            <a:prstGeom prst="round2SameRect">
              <a:avLst>
                <a:gd name="adj1" fmla="val 0"/>
                <a:gd name="adj2" fmla="val 5079"/>
              </a:avLst>
            </a:prstGeom>
            <a:solidFill>
              <a:srgbClr val="E4F7F5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286543" y="0"/>
              <a:ext cx="11618912" cy="6509543"/>
            </a:xfrm>
            <a:prstGeom prst="round2SameRect">
              <a:avLst>
                <a:gd name="adj1" fmla="val 0"/>
                <a:gd name="adj2" fmla="val 3479"/>
              </a:avLst>
            </a:prstGeom>
            <a:solidFill>
              <a:schemeClr val="lt1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86544" y="0"/>
              <a:ext cx="11618912" cy="771525"/>
            </a:xfrm>
            <a:prstGeom prst="round2SameRect">
              <a:avLst>
                <a:gd name="adj1" fmla="val 0"/>
                <a:gd name="adj2" fmla="val 29630"/>
              </a:avLst>
            </a:prstGeom>
            <a:solidFill>
              <a:schemeClr val="lt1"/>
            </a:solidFill>
            <a:ln>
              <a:noFill/>
            </a:ln>
            <a:effectLst>
              <a:outerShdw blurRad="165100" dist="38100" dir="5400000" algn="t" rotWithShape="0">
                <a:srgbClr val="000000">
                  <a:alpha val="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>
                  <a:solidFill>
                    <a:srgbClr val="44546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댓글 비속어 분석</a:t>
              </a:r>
              <a:endParaRPr/>
            </a:p>
          </p:txBody>
        </p:sp>
        <p:grpSp>
          <p:nvGrpSpPr>
            <p:cNvPr id="126" name="Google Shape;126;p2"/>
            <p:cNvGrpSpPr/>
            <p:nvPr/>
          </p:nvGrpSpPr>
          <p:grpSpPr>
            <a:xfrm>
              <a:off x="11067369" y="185874"/>
              <a:ext cx="429876" cy="429876"/>
              <a:chOff x="215317" y="343634"/>
              <a:chExt cx="684000" cy="684000"/>
            </a:xfrm>
          </p:grpSpPr>
          <p:sp>
            <p:nvSpPr>
              <p:cNvPr id="127" name="Google Shape;127;p2"/>
              <p:cNvSpPr/>
              <p:nvPr/>
            </p:nvSpPr>
            <p:spPr>
              <a:xfrm>
                <a:off x="215317" y="343634"/>
                <a:ext cx="684000" cy="684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9F3FC"/>
                  </a:gs>
                  <a:gs pos="86000">
                    <a:srgbClr val="E9F3FC"/>
                  </a:gs>
                  <a:gs pos="100000">
                    <a:srgbClr val="4E5DA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542925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rgbClr val="323F4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8" name="Google Shape;128;p2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2555" y="386637"/>
                <a:ext cx="546554" cy="5465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9" name="Google Shape;129;p2"/>
            <p:cNvGrpSpPr/>
            <p:nvPr/>
          </p:nvGrpSpPr>
          <p:grpSpPr>
            <a:xfrm>
              <a:off x="8951163" y="320145"/>
              <a:ext cx="1550689" cy="169277"/>
              <a:chOff x="9512757" y="369386"/>
              <a:chExt cx="2051714" cy="223970"/>
            </a:xfrm>
          </p:grpSpPr>
          <p:grpSp>
            <p:nvGrpSpPr>
              <p:cNvPr id="130" name="Google Shape;130;p2"/>
              <p:cNvGrpSpPr/>
              <p:nvPr/>
            </p:nvGrpSpPr>
            <p:grpSpPr>
              <a:xfrm>
                <a:off x="10750964" y="406846"/>
                <a:ext cx="132372" cy="140525"/>
                <a:chOff x="4594" y="900"/>
                <a:chExt cx="276" cy="293"/>
              </a:xfrm>
            </p:grpSpPr>
            <p:sp>
              <p:nvSpPr>
                <p:cNvPr id="131" name="Google Shape;131;p2"/>
                <p:cNvSpPr/>
                <p:nvPr/>
              </p:nvSpPr>
              <p:spPr>
                <a:xfrm>
                  <a:off x="4594" y="900"/>
                  <a:ext cx="102" cy="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3" extrusionOk="0">
                      <a:moveTo>
                        <a:pt x="72" y="263"/>
                      </a:moveTo>
                      <a:lnTo>
                        <a:pt x="91" y="236"/>
                      </a:lnTo>
                      <a:lnTo>
                        <a:pt x="139" y="187"/>
                      </a:lnTo>
                      <a:lnTo>
                        <a:pt x="193" y="148"/>
                      </a:lnTo>
                      <a:lnTo>
                        <a:pt x="255" y="119"/>
                      </a:lnTo>
                      <a:lnTo>
                        <a:pt x="290" y="110"/>
                      </a:lnTo>
                      <a:lnTo>
                        <a:pt x="299" y="106"/>
                      </a:lnTo>
                      <a:lnTo>
                        <a:pt x="305" y="97"/>
                      </a:lnTo>
                      <a:lnTo>
                        <a:pt x="307" y="87"/>
                      </a:lnTo>
                      <a:lnTo>
                        <a:pt x="303" y="77"/>
                      </a:lnTo>
                      <a:lnTo>
                        <a:pt x="292" y="60"/>
                      </a:lnTo>
                      <a:lnTo>
                        <a:pt x="263" y="33"/>
                      </a:lnTo>
                      <a:lnTo>
                        <a:pt x="227" y="13"/>
                      </a:lnTo>
                      <a:lnTo>
                        <a:pt x="186" y="1"/>
                      </a:lnTo>
                      <a:lnTo>
                        <a:pt x="165" y="0"/>
                      </a:lnTo>
                      <a:lnTo>
                        <a:pt x="131" y="3"/>
                      </a:lnTo>
                      <a:lnTo>
                        <a:pt x="72" y="27"/>
                      </a:lnTo>
                      <a:lnTo>
                        <a:pt x="27" y="72"/>
                      </a:lnTo>
                      <a:lnTo>
                        <a:pt x="3" y="131"/>
                      </a:lnTo>
                      <a:lnTo>
                        <a:pt x="0" y="164"/>
                      </a:lnTo>
                      <a:lnTo>
                        <a:pt x="1" y="192"/>
                      </a:lnTo>
                      <a:lnTo>
                        <a:pt x="20" y="243"/>
                      </a:lnTo>
                      <a:lnTo>
                        <a:pt x="36" y="266"/>
                      </a:lnTo>
                      <a:lnTo>
                        <a:pt x="43" y="273"/>
                      </a:lnTo>
                      <a:lnTo>
                        <a:pt x="53" y="273"/>
                      </a:lnTo>
                      <a:lnTo>
                        <a:pt x="65" y="271"/>
                      </a:lnTo>
                      <a:lnTo>
                        <a:pt x="72" y="2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" name="Google Shape;132;p2"/>
                <p:cNvSpPr/>
                <p:nvPr/>
              </p:nvSpPr>
              <p:spPr>
                <a:xfrm>
                  <a:off x="4768" y="900"/>
                  <a:ext cx="102" cy="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1" extrusionOk="0">
                      <a:moveTo>
                        <a:pt x="143" y="0"/>
                      </a:moveTo>
                      <a:lnTo>
                        <a:pt x="121" y="1"/>
                      </a:lnTo>
                      <a:lnTo>
                        <a:pt x="81" y="11"/>
                      </a:lnTo>
                      <a:lnTo>
                        <a:pt x="46" y="31"/>
                      </a:lnTo>
                      <a:lnTo>
                        <a:pt x="16" y="60"/>
                      </a:lnTo>
                      <a:lnTo>
                        <a:pt x="4" y="76"/>
                      </a:lnTo>
                      <a:lnTo>
                        <a:pt x="0" y="86"/>
                      </a:lnTo>
                      <a:lnTo>
                        <a:pt x="3" y="96"/>
                      </a:lnTo>
                      <a:lnTo>
                        <a:pt x="9" y="106"/>
                      </a:lnTo>
                      <a:lnTo>
                        <a:pt x="19" y="110"/>
                      </a:lnTo>
                      <a:lnTo>
                        <a:pt x="52" y="119"/>
                      </a:lnTo>
                      <a:lnTo>
                        <a:pt x="115" y="148"/>
                      </a:lnTo>
                      <a:lnTo>
                        <a:pt x="170" y="187"/>
                      </a:lnTo>
                      <a:lnTo>
                        <a:pt x="218" y="234"/>
                      </a:lnTo>
                      <a:lnTo>
                        <a:pt x="237" y="261"/>
                      </a:lnTo>
                      <a:lnTo>
                        <a:pt x="245" y="270"/>
                      </a:lnTo>
                      <a:lnTo>
                        <a:pt x="255" y="271"/>
                      </a:lnTo>
                      <a:lnTo>
                        <a:pt x="266" y="270"/>
                      </a:lnTo>
                      <a:lnTo>
                        <a:pt x="274" y="263"/>
                      </a:lnTo>
                      <a:lnTo>
                        <a:pt x="289" y="241"/>
                      </a:lnTo>
                      <a:lnTo>
                        <a:pt x="306" y="191"/>
                      </a:lnTo>
                      <a:lnTo>
                        <a:pt x="307" y="164"/>
                      </a:lnTo>
                      <a:lnTo>
                        <a:pt x="306" y="131"/>
                      </a:lnTo>
                      <a:lnTo>
                        <a:pt x="280" y="72"/>
                      </a:lnTo>
                      <a:lnTo>
                        <a:pt x="235" y="27"/>
                      </a:lnTo>
                      <a:lnTo>
                        <a:pt x="178" y="3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" name="Google Shape;133;p2"/>
                <p:cNvSpPr/>
                <p:nvPr/>
              </p:nvSpPr>
              <p:spPr>
                <a:xfrm>
                  <a:off x="4612" y="947"/>
                  <a:ext cx="241" cy="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37" extrusionOk="0">
                      <a:moveTo>
                        <a:pt x="725" y="361"/>
                      </a:moveTo>
                      <a:lnTo>
                        <a:pt x="722" y="313"/>
                      </a:lnTo>
                      <a:lnTo>
                        <a:pt x="699" y="225"/>
                      </a:lnTo>
                      <a:lnTo>
                        <a:pt x="679" y="187"/>
                      </a:lnTo>
                      <a:lnTo>
                        <a:pt x="659" y="151"/>
                      </a:lnTo>
                      <a:lnTo>
                        <a:pt x="604" y="90"/>
                      </a:lnTo>
                      <a:lnTo>
                        <a:pt x="536" y="44"/>
                      </a:lnTo>
                      <a:lnTo>
                        <a:pt x="459" y="13"/>
                      </a:lnTo>
                      <a:lnTo>
                        <a:pt x="418" y="4"/>
                      </a:lnTo>
                      <a:lnTo>
                        <a:pt x="390" y="1"/>
                      </a:lnTo>
                      <a:lnTo>
                        <a:pt x="363" y="0"/>
                      </a:lnTo>
                      <a:lnTo>
                        <a:pt x="334" y="1"/>
                      </a:lnTo>
                      <a:lnTo>
                        <a:pt x="305" y="5"/>
                      </a:lnTo>
                      <a:lnTo>
                        <a:pt x="263" y="13"/>
                      </a:lnTo>
                      <a:lnTo>
                        <a:pt x="187" y="44"/>
                      </a:lnTo>
                      <a:lnTo>
                        <a:pt x="120" y="92"/>
                      </a:lnTo>
                      <a:lnTo>
                        <a:pt x="67" y="152"/>
                      </a:lnTo>
                      <a:lnTo>
                        <a:pt x="45" y="188"/>
                      </a:lnTo>
                      <a:lnTo>
                        <a:pt x="25" y="227"/>
                      </a:lnTo>
                      <a:lnTo>
                        <a:pt x="3" y="313"/>
                      </a:lnTo>
                      <a:lnTo>
                        <a:pt x="0" y="361"/>
                      </a:lnTo>
                      <a:lnTo>
                        <a:pt x="2" y="399"/>
                      </a:lnTo>
                      <a:lnTo>
                        <a:pt x="19" y="476"/>
                      </a:lnTo>
                      <a:lnTo>
                        <a:pt x="51" y="543"/>
                      </a:lnTo>
                      <a:lnTo>
                        <a:pt x="96" y="604"/>
                      </a:lnTo>
                      <a:lnTo>
                        <a:pt x="123" y="630"/>
                      </a:lnTo>
                      <a:lnTo>
                        <a:pt x="93" y="673"/>
                      </a:lnTo>
                      <a:lnTo>
                        <a:pt x="84" y="687"/>
                      </a:lnTo>
                      <a:lnTo>
                        <a:pt x="90" y="719"/>
                      </a:lnTo>
                      <a:lnTo>
                        <a:pt x="103" y="729"/>
                      </a:lnTo>
                      <a:lnTo>
                        <a:pt x="113" y="736"/>
                      </a:lnTo>
                      <a:lnTo>
                        <a:pt x="126" y="737"/>
                      </a:lnTo>
                      <a:lnTo>
                        <a:pt x="136" y="736"/>
                      </a:lnTo>
                      <a:lnTo>
                        <a:pt x="153" y="727"/>
                      </a:lnTo>
                      <a:lnTo>
                        <a:pt x="159" y="720"/>
                      </a:lnTo>
                      <a:lnTo>
                        <a:pt x="189" y="677"/>
                      </a:lnTo>
                      <a:lnTo>
                        <a:pt x="230" y="696"/>
                      </a:lnTo>
                      <a:lnTo>
                        <a:pt x="316" y="719"/>
                      </a:lnTo>
                      <a:lnTo>
                        <a:pt x="363" y="720"/>
                      </a:lnTo>
                      <a:lnTo>
                        <a:pt x="409" y="719"/>
                      </a:lnTo>
                      <a:lnTo>
                        <a:pt x="495" y="696"/>
                      </a:lnTo>
                      <a:lnTo>
                        <a:pt x="536" y="677"/>
                      </a:lnTo>
                      <a:lnTo>
                        <a:pt x="566" y="720"/>
                      </a:lnTo>
                      <a:lnTo>
                        <a:pt x="572" y="727"/>
                      </a:lnTo>
                      <a:lnTo>
                        <a:pt x="589" y="736"/>
                      </a:lnTo>
                      <a:lnTo>
                        <a:pt x="599" y="737"/>
                      </a:lnTo>
                      <a:lnTo>
                        <a:pt x="612" y="736"/>
                      </a:lnTo>
                      <a:lnTo>
                        <a:pt x="622" y="729"/>
                      </a:lnTo>
                      <a:lnTo>
                        <a:pt x="635" y="719"/>
                      </a:lnTo>
                      <a:lnTo>
                        <a:pt x="640" y="687"/>
                      </a:lnTo>
                      <a:lnTo>
                        <a:pt x="633" y="673"/>
                      </a:lnTo>
                      <a:lnTo>
                        <a:pt x="602" y="630"/>
                      </a:lnTo>
                      <a:lnTo>
                        <a:pt x="630" y="604"/>
                      </a:lnTo>
                      <a:lnTo>
                        <a:pt x="674" y="543"/>
                      </a:lnTo>
                      <a:lnTo>
                        <a:pt x="706" y="476"/>
                      </a:lnTo>
                      <a:lnTo>
                        <a:pt x="723" y="399"/>
                      </a:lnTo>
                      <a:lnTo>
                        <a:pt x="725" y="361"/>
                      </a:lnTo>
                      <a:close/>
                      <a:moveTo>
                        <a:pt x="363" y="619"/>
                      </a:moveTo>
                      <a:lnTo>
                        <a:pt x="335" y="619"/>
                      </a:lnTo>
                      <a:lnTo>
                        <a:pt x="285" y="608"/>
                      </a:lnTo>
                      <a:lnTo>
                        <a:pt x="239" y="589"/>
                      </a:lnTo>
                      <a:lnTo>
                        <a:pt x="197" y="561"/>
                      </a:lnTo>
                      <a:lnTo>
                        <a:pt x="161" y="526"/>
                      </a:lnTo>
                      <a:lnTo>
                        <a:pt x="133" y="484"/>
                      </a:lnTo>
                      <a:lnTo>
                        <a:pt x="113" y="438"/>
                      </a:lnTo>
                      <a:lnTo>
                        <a:pt x="103" y="386"/>
                      </a:lnTo>
                      <a:lnTo>
                        <a:pt x="101" y="361"/>
                      </a:lnTo>
                      <a:lnTo>
                        <a:pt x="103" y="328"/>
                      </a:lnTo>
                      <a:lnTo>
                        <a:pt x="120" y="266"/>
                      </a:lnTo>
                      <a:lnTo>
                        <a:pt x="133" y="237"/>
                      </a:lnTo>
                      <a:lnTo>
                        <a:pt x="149" y="211"/>
                      </a:lnTo>
                      <a:lnTo>
                        <a:pt x="188" y="166"/>
                      </a:lnTo>
                      <a:lnTo>
                        <a:pt x="237" y="133"/>
                      </a:lnTo>
                      <a:lnTo>
                        <a:pt x="292" y="110"/>
                      </a:lnTo>
                      <a:lnTo>
                        <a:pt x="322" y="105"/>
                      </a:lnTo>
                      <a:lnTo>
                        <a:pt x="342" y="102"/>
                      </a:lnTo>
                      <a:lnTo>
                        <a:pt x="363" y="100"/>
                      </a:lnTo>
                      <a:lnTo>
                        <a:pt x="381" y="102"/>
                      </a:lnTo>
                      <a:lnTo>
                        <a:pt x="400" y="103"/>
                      </a:lnTo>
                      <a:lnTo>
                        <a:pt x="431" y="109"/>
                      </a:lnTo>
                      <a:lnTo>
                        <a:pt x="487" y="132"/>
                      </a:lnTo>
                      <a:lnTo>
                        <a:pt x="536" y="166"/>
                      </a:lnTo>
                      <a:lnTo>
                        <a:pt x="576" y="211"/>
                      </a:lnTo>
                      <a:lnTo>
                        <a:pt x="592" y="237"/>
                      </a:lnTo>
                      <a:lnTo>
                        <a:pt x="605" y="264"/>
                      </a:lnTo>
                      <a:lnTo>
                        <a:pt x="622" y="328"/>
                      </a:lnTo>
                      <a:lnTo>
                        <a:pt x="624" y="361"/>
                      </a:lnTo>
                      <a:lnTo>
                        <a:pt x="622" y="386"/>
                      </a:lnTo>
                      <a:lnTo>
                        <a:pt x="612" y="438"/>
                      </a:lnTo>
                      <a:lnTo>
                        <a:pt x="592" y="484"/>
                      </a:lnTo>
                      <a:lnTo>
                        <a:pt x="563" y="526"/>
                      </a:lnTo>
                      <a:lnTo>
                        <a:pt x="529" y="561"/>
                      </a:lnTo>
                      <a:lnTo>
                        <a:pt x="487" y="589"/>
                      </a:lnTo>
                      <a:lnTo>
                        <a:pt x="441" y="608"/>
                      </a:lnTo>
                      <a:lnTo>
                        <a:pt x="389" y="619"/>
                      </a:lnTo>
                      <a:lnTo>
                        <a:pt x="363" y="6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" name="Google Shape;134;p2"/>
                <p:cNvSpPr/>
                <p:nvPr/>
              </p:nvSpPr>
              <p:spPr>
                <a:xfrm>
                  <a:off x="4716" y="1006"/>
                  <a:ext cx="7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98" extrusionOk="0">
                      <a:moveTo>
                        <a:pt x="194" y="245"/>
                      </a:moveTo>
                      <a:lnTo>
                        <a:pt x="95" y="183"/>
                      </a:lnTo>
                      <a:lnTo>
                        <a:pt x="91" y="167"/>
                      </a:lnTo>
                      <a:lnTo>
                        <a:pt x="78" y="156"/>
                      </a:lnTo>
                      <a:lnTo>
                        <a:pt x="83" y="31"/>
                      </a:lnTo>
                      <a:lnTo>
                        <a:pt x="82" y="19"/>
                      </a:lnTo>
                      <a:lnTo>
                        <a:pt x="66" y="3"/>
                      </a:lnTo>
                      <a:lnTo>
                        <a:pt x="54" y="0"/>
                      </a:lnTo>
                      <a:lnTo>
                        <a:pt x="43" y="2"/>
                      </a:lnTo>
                      <a:lnTo>
                        <a:pt x="27" y="18"/>
                      </a:lnTo>
                      <a:lnTo>
                        <a:pt x="26" y="29"/>
                      </a:lnTo>
                      <a:lnTo>
                        <a:pt x="20" y="153"/>
                      </a:lnTo>
                      <a:lnTo>
                        <a:pt x="11" y="160"/>
                      </a:lnTo>
                      <a:lnTo>
                        <a:pt x="1" y="180"/>
                      </a:lnTo>
                      <a:lnTo>
                        <a:pt x="0" y="192"/>
                      </a:lnTo>
                      <a:lnTo>
                        <a:pt x="1" y="202"/>
                      </a:lnTo>
                      <a:lnTo>
                        <a:pt x="8" y="219"/>
                      </a:lnTo>
                      <a:lnTo>
                        <a:pt x="21" y="232"/>
                      </a:lnTo>
                      <a:lnTo>
                        <a:pt x="39" y="239"/>
                      </a:lnTo>
                      <a:lnTo>
                        <a:pt x="49" y="241"/>
                      </a:lnTo>
                      <a:lnTo>
                        <a:pt x="59" y="239"/>
                      </a:lnTo>
                      <a:lnTo>
                        <a:pt x="69" y="235"/>
                      </a:lnTo>
                      <a:lnTo>
                        <a:pt x="164" y="294"/>
                      </a:lnTo>
                      <a:lnTo>
                        <a:pt x="171" y="298"/>
                      </a:lnTo>
                      <a:lnTo>
                        <a:pt x="180" y="298"/>
                      </a:lnTo>
                      <a:lnTo>
                        <a:pt x="187" y="298"/>
                      </a:lnTo>
                      <a:lnTo>
                        <a:pt x="199" y="291"/>
                      </a:lnTo>
                      <a:lnTo>
                        <a:pt x="205" y="285"/>
                      </a:lnTo>
                      <a:lnTo>
                        <a:pt x="209" y="274"/>
                      </a:lnTo>
                      <a:lnTo>
                        <a:pt x="203" y="252"/>
                      </a:lnTo>
                      <a:lnTo>
                        <a:pt x="194" y="2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5" name="Google Shape;135;p2"/>
              <p:cNvGrpSpPr/>
              <p:nvPr/>
            </p:nvGrpSpPr>
            <p:grpSpPr>
              <a:xfrm>
                <a:off x="10506302" y="406846"/>
                <a:ext cx="140525" cy="140525"/>
                <a:chOff x="1747" y="423"/>
                <a:chExt cx="575" cy="575"/>
              </a:xfrm>
            </p:grpSpPr>
            <p:sp>
              <p:nvSpPr>
                <p:cNvPr id="136" name="Google Shape;136;p2"/>
                <p:cNvSpPr/>
                <p:nvPr/>
              </p:nvSpPr>
              <p:spPr>
                <a:xfrm>
                  <a:off x="1899" y="577"/>
                  <a:ext cx="271" cy="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811" extrusionOk="0">
                      <a:moveTo>
                        <a:pt x="663" y="0"/>
                      </a:moveTo>
                      <a:lnTo>
                        <a:pt x="148" y="0"/>
                      </a:lnTo>
                      <a:lnTo>
                        <a:pt x="118" y="1"/>
                      </a:lnTo>
                      <a:lnTo>
                        <a:pt x="65" y="24"/>
                      </a:lnTo>
                      <a:lnTo>
                        <a:pt x="24" y="65"/>
                      </a:lnTo>
                      <a:lnTo>
                        <a:pt x="1" y="118"/>
                      </a:lnTo>
                      <a:lnTo>
                        <a:pt x="0" y="148"/>
                      </a:lnTo>
                      <a:lnTo>
                        <a:pt x="0" y="663"/>
                      </a:lnTo>
                      <a:lnTo>
                        <a:pt x="1" y="693"/>
                      </a:lnTo>
                      <a:lnTo>
                        <a:pt x="24" y="746"/>
                      </a:lnTo>
                      <a:lnTo>
                        <a:pt x="65" y="787"/>
                      </a:lnTo>
                      <a:lnTo>
                        <a:pt x="118" y="808"/>
                      </a:lnTo>
                      <a:lnTo>
                        <a:pt x="148" y="811"/>
                      </a:lnTo>
                      <a:lnTo>
                        <a:pt x="663" y="811"/>
                      </a:lnTo>
                      <a:lnTo>
                        <a:pt x="693" y="808"/>
                      </a:lnTo>
                      <a:lnTo>
                        <a:pt x="746" y="787"/>
                      </a:lnTo>
                      <a:lnTo>
                        <a:pt x="787" y="746"/>
                      </a:lnTo>
                      <a:lnTo>
                        <a:pt x="810" y="693"/>
                      </a:lnTo>
                      <a:lnTo>
                        <a:pt x="811" y="663"/>
                      </a:lnTo>
                      <a:lnTo>
                        <a:pt x="811" y="148"/>
                      </a:lnTo>
                      <a:lnTo>
                        <a:pt x="810" y="118"/>
                      </a:lnTo>
                      <a:lnTo>
                        <a:pt x="787" y="65"/>
                      </a:lnTo>
                      <a:lnTo>
                        <a:pt x="746" y="24"/>
                      </a:lnTo>
                      <a:lnTo>
                        <a:pt x="693" y="1"/>
                      </a:lnTo>
                      <a:lnTo>
                        <a:pt x="663" y="0"/>
                      </a:lnTo>
                      <a:close/>
                      <a:moveTo>
                        <a:pt x="405" y="673"/>
                      </a:moveTo>
                      <a:lnTo>
                        <a:pt x="377" y="671"/>
                      </a:lnTo>
                      <a:lnTo>
                        <a:pt x="326" y="661"/>
                      </a:lnTo>
                      <a:lnTo>
                        <a:pt x="278" y="640"/>
                      </a:lnTo>
                      <a:lnTo>
                        <a:pt x="235" y="611"/>
                      </a:lnTo>
                      <a:lnTo>
                        <a:pt x="199" y="575"/>
                      </a:lnTo>
                      <a:lnTo>
                        <a:pt x="170" y="533"/>
                      </a:lnTo>
                      <a:lnTo>
                        <a:pt x="150" y="484"/>
                      </a:lnTo>
                      <a:lnTo>
                        <a:pt x="140" y="432"/>
                      </a:lnTo>
                      <a:lnTo>
                        <a:pt x="138" y="405"/>
                      </a:lnTo>
                      <a:lnTo>
                        <a:pt x="140" y="377"/>
                      </a:lnTo>
                      <a:lnTo>
                        <a:pt x="150" y="326"/>
                      </a:lnTo>
                      <a:lnTo>
                        <a:pt x="170" y="278"/>
                      </a:lnTo>
                      <a:lnTo>
                        <a:pt x="199" y="235"/>
                      </a:lnTo>
                      <a:lnTo>
                        <a:pt x="235" y="199"/>
                      </a:lnTo>
                      <a:lnTo>
                        <a:pt x="278" y="170"/>
                      </a:lnTo>
                      <a:lnTo>
                        <a:pt x="326" y="150"/>
                      </a:lnTo>
                      <a:lnTo>
                        <a:pt x="377" y="138"/>
                      </a:lnTo>
                      <a:lnTo>
                        <a:pt x="405" y="138"/>
                      </a:lnTo>
                      <a:lnTo>
                        <a:pt x="432" y="138"/>
                      </a:lnTo>
                      <a:lnTo>
                        <a:pt x="486" y="150"/>
                      </a:lnTo>
                      <a:lnTo>
                        <a:pt x="533" y="170"/>
                      </a:lnTo>
                      <a:lnTo>
                        <a:pt x="575" y="199"/>
                      </a:lnTo>
                      <a:lnTo>
                        <a:pt x="612" y="235"/>
                      </a:lnTo>
                      <a:lnTo>
                        <a:pt x="641" y="278"/>
                      </a:lnTo>
                      <a:lnTo>
                        <a:pt x="661" y="326"/>
                      </a:lnTo>
                      <a:lnTo>
                        <a:pt x="671" y="377"/>
                      </a:lnTo>
                      <a:lnTo>
                        <a:pt x="673" y="405"/>
                      </a:lnTo>
                      <a:lnTo>
                        <a:pt x="671" y="432"/>
                      </a:lnTo>
                      <a:lnTo>
                        <a:pt x="661" y="484"/>
                      </a:lnTo>
                      <a:lnTo>
                        <a:pt x="641" y="533"/>
                      </a:lnTo>
                      <a:lnTo>
                        <a:pt x="612" y="575"/>
                      </a:lnTo>
                      <a:lnTo>
                        <a:pt x="575" y="611"/>
                      </a:lnTo>
                      <a:lnTo>
                        <a:pt x="533" y="640"/>
                      </a:lnTo>
                      <a:lnTo>
                        <a:pt x="486" y="661"/>
                      </a:lnTo>
                      <a:lnTo>
                        <a:pt x="432" y="671"/>
                      </a:lnTo>
                      <a:lnTo>
                        <a:pt x="405" y="673"/>
                      </a:lnTo>
                      <a:close/>
                      <a:moveTo>
                        <a:pt x="682" y="193"/>
                      </a:moveTo>
                      <a:lnTo>
                        <a:pt x="669" y="193"/>
                      </a:lnTo>
                      <a:lnTo>
                        <a:pt x="646" y="183"/>
                      </a:lnTo>
                      <a:lnTo>
                        <a:pt x="628" y="166"/>
                      </a:lnTo>
                      <a:lnTo>
                        <a:pt x="620" y="143"/>
                      </a:lnTo>
                      <a:lnTo>
                        <a:pt x="618" y="130"/>
                      </a:lnTo>
                      <a:lnTo>
                        <a:pt x="620" y="117"/>
                      </a:lnTo>
                      <a:lnTo>
                        <a:pt x="628" y="95"/>
                      </a:lnTo>
                      <a:lnTo>
                        <a:pt x="646" y="78"/>
                      </a:lnTo>
                      <a:lnTo>
                        <a:pt x="669" y="68"/>
                      </a:lnTo>
                      <a:lnTo>
                        <a:pt x="682" y="66"/>
                      </a:lnTo>
                      <a:lnTo>
                        <a:pt x="695" y="68"/>
                      </a:lnTo>
                      <a:lnTo>
                        <a:pt x="716" y="78"/>
                      </a:lnTo>
                      <a:lnTo>
                        <a:pt x="733" y="95"/>
                      </a:lnTo>
                      <a:lnTo>
                        <a:pt x="744" y="117"/>
                      </a:lnTo>
                      <a:lnTo>
                        <a:pt x="745" y="130"/>
                      </a:lnTo>
                      <a:lnTo>
                        <a:pt x="744" y="143"/>
                      </a:lnTo>
                      <a:lnTo>
                        <a:pt x="733" y="166"/>
                      </a:lnTo>
                      <a:lnTo>
                        <a:pt x="716" y="183"/>
                      </a:lnTo>
                      <a:lnTo>
                        <a:pt x="695" y="193"/>
                      </a:lnTo>
                      <a:lnTo>
                        <a:pt x="682" y="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2"/>
                <p:cNvSpPr/>
                <p:nvPr/>
              </p:nvSpPr>
              <p:spPr>
                <a:xfrm>
                  <a:off x="1983" y="660"/>
                  <a:ext cx="103" cy="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" h="308" extrusionOk="0">
                      <a:moveTo>
                        <a:pt x="154" y="0"/>
                      </a:moveTo>
                      <a:lnTo>
                        <a:pt x="124" y="3"/>
                      </a:lnTo>
                      <a:lnTo>
                        <a:pt x="67" y="26"/>
                      </a:lnTo>
                      <a:lnTo>
                        <a:pt x="26" y="67"/>
                      </a:lnTo>
                      <a:lnTo>
                        <a:pt x="3" y="122"/>
                      </a:lnTo>
                      <a:lnTo>
                        <a:pt x="0" y="154"/>
                      </a:lnTo>
                      <a:lnTo>
                        <a:pt x="3" y="185"/>
                      </a:lnTo>
                      <a:lnTo>
                        <a:pt x="26" y="240"/>
                      </a:lnTo>
                      <a:lnTo>
                        <a:pt x="67" y="283"/>
                      </a:lnTo>
                      <a:lnTo>
                        <a:pt x="124" y="307"/>
                      </a:lnTo>
                      <a:lnTo>
                        <a:pt x="154" y="308"/>
                      </a:lnTo>
                      <a:lnTo>
                        <a:pt x="186" y="307"/>
                      </a:lnTo>
                      <a:lnTo>
                        <a:pt x="242" y="283"/>
                      </a:lnTo>
                      <a:lnTo>
                        <a:pt x="284" y="240"/>
                      </a:lnTo>
                      <a:lnTo>
                        <a:pt x="307" y="185"/>
                      </a:lnTo>
                      <a:lnTo>
                        <a:pt x="308" y="154"/>
                      </a:lnTo>
                      <a:lnTo>
                        <a:pt x="307" y="122"/>
                      </a:lnTo>
                      <a:lnTo>
                        <a:pt x="284" y="67"/>
                      </a:lnTo>
                      <a:lnTo>
                        <a:pt x="242" y="26"/>
                      </a:lnTo>
                      <a:lnTo>
                        <a:pt x="186" y="3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" name="Google Shape;138;p2"/>
                <p:cNvSpPr/>
                <p:nvPr/>
              </p:nvSpPr>
              <p:spPr>
                <a:xfrm>
                  <a:off x="1747" y="423"/>
                  <a:ext cx="575" cy="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725" extrusionOk="0">
                      <a:moveTo>
                        <a:pt x="862" y="0"/>
                      </a:moveTo>
                      <a:lnTo>
                        <a:pt x="819" y="2"/>
                      </a:lnTo>
                      <a:lnTo>
                        <a:pt x="731" y="10"/>
                      </a:lnTo>
                      <a:lnTo>
                        <a:pt x="647" y="28"/>
                      </a:lnTo>
                      <a:lnTo>
                        <a:pt x="566" y="52"/>
                      </a:lnTo>
                      <a:lnTo>
                        <a:pt x="489" y="85"/>
                      </a:lnTo>
                      <a:lnTo>
                        <a:pt x="415" y="126"/>
                      </a:lnTo>
                      <a:lnTo>
                        <a:pt x="346" y="172"/>
                      </a:lnTo>
                      <a:lnTo>
                        <a:pt x="282" y="225"/>
                      </a:lnTo>
                      <a:lnTo>
                        <a:pt x="223" y="283"/>
                      </a:lnTo>
                      <a:lnTo>
                        <a:pt x="172" y="346"/>
                      </a:lnTo>
                      <a:lnTo>
                        <a:pt x="124" y="415"/>
                      </a:lnTo>
                      <a:lnTo>
                        <a:pt x="85" y="489"/>
                      </a:lnTo>
                      <a:lnTo>
                        <a:pt x="52" y="567"/>
                      </a:lnTo>
                      <a:lnTo>
                        <a:pt x="27" y="647"/>
                      </a:lnTo>
                      <a:lnTo>
                        <a:pt x="10" y="731"/>
                      </a:lnTo>
                      <a:lnTo>
                        <a:pt x="1" y="819"/>
                      </a:lnTo>
                      <a:lnTo>
                        <a:pt x="0" y="863"/>
                      </a:lnTo>
                      <a:lnTo>
                        <a:pt x="1" y="907"/>
                      </a:lnTo>
                      <a:lnTo>
                        <a:pt x="10" y="994"/>
                      </a:lnTo>
                      <a:lnTo>
                        <a:pt x="27" y="1078"/>
                      </a:lnTo>
                      <a:lnTo>
                        <a:pt x="52" y="1159"/>
                      </a:lnTo>
                      <a:lnTo>
                        <a:pt x="85" y="1237"/>
                      </a:lnTo>
                      <a:lnTo>
                        <a:pt x="124" y="1310"/>
                      </a:lnTo>
                      <a:lnTo>
                        <a:pt x="172" y="1379"/>
                      </a:lnTo>
                      <a:lnTo>
                        <a:pt x="223" y="1443"/>
                      </a:lnTo>
                      <a:lnTo>
                        <a:pt x="282" y="1502"/>
                      </a:lnTo>
                      <a:lnTo>
                        <a:pt x="346" y="1553"/>
                      </a:lnTo>
                      <a:lnTo>
                        <a:pt x="415" y="1601"/>
                      </a:lnTo>
                      <a:lnTo>
                        <a:pt x="489" y="1640"/>
                      </a:lnTo>
                      <a:lnTo>
                        <a:pt x="566" y="1673"/>
                      </a:lnTo>
                      <a:lnTo>
                        <a:pt x="647" y="1698"/>
                      </a:lnTo>
                      <a:lnTo>
                        <a:pt x="731" y="1715"/>
                      </a:lnTo>
                      <a:lnTo>
                        <a:pt x="819" y="1724"/>
                      </a:lnTo>
                      <a:lnTo>
                        <a:pt x="862" y="1725"/>
                      </a:lnTo>
                      <a:lnTo>
                        <a:pt x="907" y="1724"/>
                      </a:lnTo>
                      <a:lnTo>
                        <a:pt x="994" y="1715"/>
                      </a:lnTo>
                      <a:lnTo>
                        <a:pt x="1078" y="1698"/>
                      </a:lnTo>
                      <a:lnTo>
                        <a:pt x="1159" y="1673"/>
                      </a:lnTo>
                      <a:lnTo>
                        <a:pt x="1237" y="1640"/>
                      </a:lnTo>
                      <a:lnTo>
                        <a:pt x="1310" y="1601"/>
                      </a:lnTo>
                      <a:lnTo>
                        <a:pt x="1379" y="1553"/>
                      </a:lnTo>
                      <a:lnTo>
                        <a:pt x="1443" y="1502"/>
                      </a:lnTo>
                      <a:lnTo>
                        <a:pt x="1500" y="1443"/>
                      </a:lnTo>
                      <a:lnTo>
                        <a:pt x="1554" y="1379"/>
                      </a:lnTo>
                      <a:lnTo>
                        <a:pt x="1600" y="1310"/>
                      </a:lnTo>
                      <a:lnTo>
                        <a:pt x="1640" y="1237"/>
                      </a:lnTo>
                      <a:lnTo>
                        <a:pt x="1673" y="1159"/>
                      </a:lnTo>
                      <a:lnTo>
                        <a:pt x="1698" y="1078"/>
                      </a:lnTo>
                      <a:lnTo>
                        <a:pt x="1715" y="994"/>
                      </a:lnTo>
                      <a:lnTo>
                        <a:pt x="1724" y="907"/>
                      </a:lnTo>
                      <a:lnTo>
                        <a:pt x="1725" y="863"/>
                      </a:lnTo>
                      <a:lnTo>
                        <a:pt x="1724" y="819"/>
                      </a:lnTo>
                      <a:lnTo>
                        <a:pt x="1715" y="731"/>
                      </a:lnTo>
                      <a:lnTo>
                        <a:pt x="1698" y="647"/>
                      </a:lnTo>
                      <a:lnTo>
                        <a:pt x="1673" y="567"/>
                      </a:lnTo>
                      <a:lnTo>
                        <a:pt x="1640" y="489"/>
                      </a:lnTo>
                      <a:lnTo>
                        <a:pt x="1600" y="415"/>
                      </a:lnTo>
                      <a:lnTo>
                        <a:pt x="1554" y="346"/>
                      </a:lnTo>
                      <a:lnTo>
                        <a:pt x="1500" y="283"/>
                      </a:lnTo>
                      <a:lnTo>
                        <a:pt x="1443" y="225"/>
                      </a:lnTo>
                      <a:lnTo>
                        <a:pt x="1379" y="172"/>
                      </a:lnTo>
                      <a:lnTo>
                        <a:pt x="1310" y="126"/>
                      </a:lnTo>
                      <a:lnTo>
                        <a:pt x="1237" y="85"/>
                      </a:lnTo>
                      <a:lnTo>
                        <a:pt x="1159" y="52"/>
                      </a:lnTo>
                      <a:lnTo>
                        <a:pt x="1078" y="28"/>
                      </a:lnTo>
                      <a:lnTo>
                        <a:pt x="994" y="10"/>
                      </a:lnTo>
                      <a:lnTo>
                        <a:pt x="907" y="2"/>
                      </a:lnTo>
                      <a:lnTo>
                        <a:pt x="862" y="0"/>
                      </a:lnTo>
                      <a:close/>
                      <a:moveTo>
                        <a:pt x="1381" y="1123"/>
                      </a:moveTo>
                      <a:lnTo>
                        <a:pt x="1381" y="1149"/>
                      </a:lnTo>
                      <a:lnTo>
                        <a:pt x="1369" y="1201"/>
                      </a:lnTo>
                      <a:lnTo>
                        <a:pt x="1350" y="1247"/>
                      </a:lnTo>
                      <a:lnTo>
                        <a:pt x="1322" y="1288"/>
                      </a:lnTo>
                      <a:lnTo>
                        <a:pt x="1286" y="1324"/>
                      </a:lnTo>
                      <a:lnTo>
                        <a:pt x="1244" y="1352"/>
                      </a:lnTo>
                      <a:lnTo>
                        <a:pt x="1198" y="1372"/>
                      </a:lnTo>
                      <a:lnTo>
                        <a:pt x="1146" y="1383"/>
                      </a:lnTo>
                      <a:lnTo>
                        <a:pt x="1120" y="1383"/>
                      </a:lnTo>
                      <a:lnTo>
                        <a:pt x="605" y="1383"/>
                      </a:lnTo>
                      <a:lnTo>
                        <a:pt x="578" y="1383"/>
                      </a:lnTo>
                      <a:lnTo>
                        <a:pt x="527" y="1372"/>
                      </a:lnTo>
                      <a:lnTo>
                        <a:pt x="480" y="1352"/>
                      </a:lnTo>
                      <a:lnTo>
                        <a:pt x="438" y="1324"/>
                      </a:lnTo>
                      <a:lnTo>
                        <a:pt x="404" y="1288"/>
                      </a:lnTo>
                      <a:lnTo>
                        <a:pt x="375" y="1247"/>
                      </a:lnTo>
                      <a:lnTo>
                        <a:pt x="355" y="1201"/>
                      </a:lnTo>
                      <a:lnTo>
                        <a:pt x="344" y="1149"/>
                      </a:lnTo>
                      <a:lnTo>
                        <a:pt x="343" y="1123"/>
                      </a:lnTo>
                      <a:lnTo>
                        <a:pt x="343" y="608"/>
                      </a:lnTo>
                      <a:lnTo>
                        <a:pt x="344" y="581"/>
                      </a:lnTo>
                      <a:lnTo>
                        <a:pt x="355" y="531"/>
                      </a:lnTo>
                      <a:lnTo>
                        <a:pt x="375" y="483"/>
                      </a:lnTo>
                      <a:lnTo>
                        <a:pt x="404" y="441"/>
                      </a:lnTo>
                      <a:lnTo>
                        <a:pt x="438" y="407"/>
                      </a:lnTo>
                      <a:lnTo>
                        <a:pt x="480" y="378"/>
                      </a:lnTo>
                      <a:lnTo>
                        <a:pt x="527" y="358"/>
                      </a:lnTo>
                      <a:lnTo>
                        <a:pt x="578" y="348"/>
                      </a:lnTo>
                      <a:lnTo>
                        <a:pt x="605" y="346"/>
                      </a:lnTo>
                      <a:lnTo>
                        <a:pt x="1120" y="346"/>
                      </a:lnTo>
                      <a:lnTo>
                        <a:pt x="1146" y="348"/>
                      </a:lnTo>
                      <a:lnTo>
                        <a:pt x="1198" y="358"/>
                      </a:lnTo>
                      <a:lnTo>
                        <a:pt x="1244" y="378"/>
                      </a:lnTo>
                      <a:lnTo>
                        <a:pt x="1286" y="407"/>
                      </a:lnTo>
                      <a:lnTo>
                        <a:pt x="1322" y="441"/>
                      </a:lnTo>
                      <a:lnTo>
                        <a:pt x="1350" y="483"/>
                      </a:lnTo>
                      <a:lnTo>
                        <a:pt x="1369" y="531"/>
                      </a:lnTo>
                      <a:lnTo>
                        <a:pt x="1381" y="581"/>
                      </a:lnTo>
                      <a:lnTo>
                        <a:pt x="1381" y="608"/>
                      </a:lnTo>
                      <a:lnTo>
                        <a:pt x="1381" y="112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9" name="Google Shape;139;p2"/>
              <p:cNvSpPr/>
              <p:nvPr/>
            </p:nvSpPr>
            <p:spPr>
              <a:xfrm rot="5400000">
                <a:off x="11360858" y="343758"/>
                <a:ext cx="140525" cy="26670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617" extrusionOk="0">
                    <a:moveTo>
                      <a:pt x="711" y="92"/>
                    </a:moveTo>
                    <a:lnTo>
                      <a:pt x="586" y="92"/>
                    </a:lnTo>
                    <a:lnTo>
                      <a:pt x="586" y="0"/>
                    </a:lnTo>
                    <a:lnTo>
                      <a:pt x="258" y="0"/>
                    </a:lnTo>
                    <a:lnTo>
                      <a:pt x="258" y="92"/>
                    </a:lnTo>
                    <a:lnTo>
                      <a:pt x="140" y="92"/>
                    </a:lnTo>
                    <a:lnTo>
                      <a:pt x="111" y="95"/>
                    </a:lnTo>
                    <a:lnTo>
                      <a:pt x="61" y="117"/>
                    </a:lnTo>
                    <a:lnTo>
                      <a:pt x="23" y="154"/>
                    </a:lnTo>
                    <a:lnTo>
                      <a:pt x="1" y="205"/>
                    </a:lnTo>
                    <a:lnTo>
                      <a:pt x="0" y="233"/>
                    </a:lnTo>
                    <a:lnTo>
                      <a:pt x="0" y="1477"/>
                    </a:lnTo>
                    <a:lnTo>
                      <a:pt x="1" y="1506"/>
                    </a:lnTo>
                    <a:lnTo>
                      <a:pt x="23" y="1556"/>
                    </a:lnTo>
                    <a:lnTo>
                      <a:pt x="61" y="1594"/>
                    </a:lnTo>
                    <a:lnTo>
                      <a:pt x="111" y="1615"/>
                    </a:lnTo>
                    <a:lnTo>
                      <a:pt x="140" y="1617"/>
                    </a:lnTo>
                    <a:lnTo>
                      <a:pt x="711" y="1617"/>
                    </a:lnTo>
                    <a:lnTo>
                      <a:pt x="740" y="1615"/>
                    </a:lnTo>
                    <a:lnTo>
                      <a:pt x="790" y="1594"/>
                    </a:lnTo>
                    <a:lnTo>
                      <a:pt x="828" y="1556"/>
                    </a:lnTo>
                    <a:lnTo>
                      <a:pt x="850" y="1506"/>
                    </a:lnTo>
                    <a:lnTo>
                      <a:pt x="851" y="1477"/>
                    </a:lnTo>
                    <a:lnTo>
                      <a:pt x="851" y="233"/>
                    </a:lnTo>
                    <a:lnTo>
                      <a:pt x="850" y="205"/>
                    </a:lnTo>
                    <a:lnTo>
                      <a:pt x="828" y="154"/>
                    </a:lnTo>
                    <a:lnTo>
                      <a:pt x="790" y="117"/>
                    </a:lnTo>
                    <a:lnTo>
                      <a:pt x="740" y="95"/>
                    </a:lnTo>
                    <a:lnTo>
                      <a:pt x="711" y="92"/>
                    </a:lnTo>
                    <a:close/>
                    <a:moveTo>
                      <a:pt x="757" y="1477"/>
                    </a:moveTo>
                    <a:lnTo>
                      <a:pt x="757" y="1487"/>
                    </a:lnTo>
                    <a:lnTo>
                      <a:pt x="750" y="1503"/>
                    </a:lnTo>
                    <a:lnTo>
                      <a:pt x="737" y="1516"/>
                    </a:lnTo>
                    <a:lnTo>
                      <a:pt x="721" y="1523"/>
                    </a:lnTo>
                    <a:lnTo>
                      <a:pt x="711" y="1525"/>
                    </a:lnTo>
                    <a:lnTo>
                      <a:pt x="140" y="1525"/>
                    </a:lnTo>
                    <a:lnTo>
                      <a:pt x="131" y="1523"/>
                    </a:lnTo>
                    <a:lnTo>
                      <a:pt x="114" y="1516"/>
                    </a:lnTo>
                    <a:lnTo>
                      <a:pt x="101" y="1503"/>
                    </a:lnTo>
                    <a:lnTo>
                      <a:pt x="94" y="1487"/>
                    </a:lnTo>
                    <a:lnTo>
                      <a:pt x="94" y="1477"/>
                    </a:lnTo>
                    <a:lnTo>
                      <a:pt x="94" y="233"/>
                    </a:lnTo>
                    <a:lnTo>
                      <a:pt x="94" y="223"/>
                    </a:lnTo>
                    <a:lnTo>
                      <a:pt x="101" y="206"/>
                    </a:lnTo>
                    <a:lnTo>
                      <a:pt x="114" y="194"/>
                    </a:lnTo>
                    <a:lnTo>
                      <a:pt x="131" y="187"/>
                    </a:lnTo>
                    <a:lnTo>
                      <a:pt x="140" y="186"/>
                    </a:lnTo>
                    <a:lnTo>
                      <a:pt x="711" y="186"/>
                    </a:lnTo>
                    <a:lnTo>
                      <a:pt x="721" y="187"/>
                    </a:lnTo>
                    <a:lnTo>
                      <a:pt x="737" y="194"/>
                    </a:lnTo>
                    <a:lnTo>
                      <a:pt x="750" y="206"/>
                    </a:lnTo>
                    <a:lnTo>
                      <a:pt x="757" y="223"/>
                    </a:lnTo>
                    <a:lnTo>
                      <a:pt x="757" y="233"/>
                    </a:lnTo>
                    <a:lnTo>
                      <a:pt x="757" y="1477"/>
                    </a:lnTo>
                    <a:close/>
                    <a:moveTo>
                      <a:pt x="707" y="1468"/>
                    </a:moveTo>
                    <a:lnTo>
                      <a:pt x="144" y="1468"/>
                    </a:lnTo>
                    <a:lnTo>
                      <a:pt x="144" y="1264"/>
                    </a:lnTo>
                    <a:lnTo>
                      <a:pt x="707" y="1264"/>
                    </a:lnTo>
                    <a:lnTo>
                      <a:pt x="707" y="1468"/>
                    </a:lnTo>
                    <a:close/>
                    <a:moveTo>
                      <a:pt x="707" y="1213"/>
                    </a:moveTo>
                    <a:lnTo>
                      <a:pt x="144" y="1213"/>
                    </a:lnTo>
                    <a:lnTo>
                      <a:pt x="144" y="1009"/>
                    </a:lnTo>
                    <a:lnTo>
                      <a:pt x="707" y="1009"/>
                    </a:lnTo>
                    <a:lnTo>
                      <a:pt x="707" y="1213"/>
                    </a:lnTo>
                    <a:close/>
                    <a:moveTo>
                      <a:pt x="707" y="958"/>
                    </a:moveTo>
                    <a:lnTo>
                      <a:pt x="144" y="958"/>
                    </a:lnTo>
                    <a:lnTo>
                      <a:pt x="144" y="754"/>
                    </a:lnTo>
                    <a:lnTo>
                      <a:pt x="707" y="754"/>
                    </a:lnTo>
                    <a:lnTo>
                      <a:pt x="707" y="958"/>
                    </a:lnTo>
                    <a:close/>
                    <a:moveTo>
                      <a:pt x="707" y="703"/>
                    </a:moveTo>
                    <a:lnTo>
                      <a:pt x="144" y="703"/>
                    </a:lnTo>
                    <a:lnTo>
                      <a:pt x="144" y="499"/>
                    </a:lnTo>
                    <a:lnTo>
                      <a:pt x="707" y="499"/>
                    </a:lnTo>
                    <a:lnTo>
                      <a:pt x="707" y="703"/>
                    </a:lnTo>
                    <a:close/>
                    <a:moveTo>
                      <a:pt x="707" y="448"/>
                    </a:moveTo>
                    <a:lnTo>
                      <a:pt x="144" y="448"/>
                    </a:lnTo>
                    <a:lnTo>
                      <a:pt x="144" y="243"/>
                    </a:lnTo>
                    <a:lnTo>
                      <a:pt x="707" y="243"/>
                    </a:lnTo>
                    <a:lnTo>
                      <a:pt x="707" y="4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10885020" y="369386"/>
                <a:ext cx="454304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100%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10212196" y="406846"/>
                <a:ext cx="17980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293" extrusionOk="0">
                    <a:moveTo>
                      <a:pt x="2747" y="3607"/>
                    </a:moveTo>
                    <a:lnTo>
                      <a:pt x="2711" y="3609"/>
                    </a:lnTo>
                    <a:lnTo>
                      <a:pt x="2645" y="3622"/>
                    </a:lnTo>
                    <a:lnTo>
                      <a:pt x="2583" y="3649"/>
                    </a:lnTo>
                    <a:lnTo>
                      <a:pt x="2528" y="3685"/>
                    </a:lnTo>
                    <a:lnTo>
                      <a:pt x="2481" y="3733"/>
                    </a:lnTo>
                    <a:lnTo>
                      <a:pt x="2443" y="3787"/>
                    </a:lnTo>
                    <a:lnTo>
                      <a:pt x="2417" y="3848"/>
                    </a:lnTo>
                    <a:lnTo>
                      <a:pt x="2403" y="3916"/>
                    </a:lnTo>
                    <a:lnTo>
                      <a:pt x="2403" y="3950"/>
                    </a:lnTo>
                    <a:lnTo>
                      <a:pt x="2403" y="3986"/>
                    </a:lnTo>
                    <a:lnTo>
                      <a:pt x="2417" y="4052"/>
                    </a:lnTo>
                    <a:lnTo>
                      <a:pt x="2443" y="4114"/>
                    </a:lnTo>
                    <a:lnTo>
                      <a:pt x="2481" y="4169"/>
                    </a:lnTo>
                    <a:lnTo>
                      <a:pt x="2527" y="4215"/>
                    </a:lnTo>
                    <a:lnTo>
                      <a:pt x="2583" y="4253"/>
                    </a:lnTo>
                    <a:lnTo>
                      <a:pt x="2645" y="4279"/>
                    </a:lnTo>
                    <a:lnTo>
                      <a:pt x="2711" y="4293"/>
                    </a:lnTo>
                    <a:lnTo>
                      <a:pt x="2747" y="4293"/>
                    </a:lnTo>
                    <a:lnTo>
                      <a:pt x="2783" y="4293"/>
                    </a:lnTo>
                    <a:lnTo>
                      <a:pt x="2849" y="4279"/>
                    </a:lnTo>
                    <a:lnTo>
                      <a:pt x="2911" y="4253"/>
                    </a:lnTo>
                    <a:lnTo>
                      <a:pt x="2966" y="4215"/>
                    </a:lnTo>
                    <a:lnTo>
                      <a:pt x="3013" y="4169"/>
                    </a:lnTo>
                    <a:lnTo>
                      <a:pt x="3051" y="4114"/>
                    </a:lnTo>
                    <a:lnTo>
                      <a:pt x="3077" y="4052"/>
                    </a:lnTo>
                    <a:lnTo>
                      <a:pt x="3090" y="3986"/>
                    </a:lnTo>
                    <a:lnTo>
                      <a:pt x="3091" y="3950"/>
                    </a:lnTo>
                    <a:lnTo>
                      <a:pt x="3090" y="3916"/>
                    </a:lnTo>
                    <a:lnTo>
                      <a:pt x="3077" y="3848"/>
                    </a:lnTo>
                    <a:lnTo>
                      <a:pt x="3051" y="3787"/>
                    </a:lnTo>
                    <a:lnTo>
                      <a:pt x="3013" y="3733"/>
                    </a:lnTo>
                    <a:lnTo>
                      <a:pt x="2966" y="3685"/>
                    </a:lnTo>
                    <a:lnTo>
                      <a:pt x="2911" y="3648"/>
                    </a:lnTo>
                    <a:lnTo>
                      <a:pt x="2849" y="3622"/>
                    </a:lnTo>
                    <a:lnTo>
                      <a:pt x="2783" y="3609"/>
                    </a:lnTo>
                    <a:lnTo>
                      <a:pt x="2747" y="3607"/>
                    </a:lnTo>
                    <a:close/>
                    <a:moveTo>
                      <a:pt x="5399" y="1030"/>
                    </a:moveTo>
                    <a:lnTo>
                      <a:pt x="5332" y="968"/>
                    </a:lnTo>
                    <a:lnTo>
                      <a:pt x="5194" y="852"/>
                    </a:lnTo>
                    <a:lnTo>
                      <a:pt x="5050" y="741"/>
                    </a:lnTo>
                    <a:lnTo>
                      <a:pt x="4902" y="638"/>
                    </a:lnTo>
                    <a:lnTo>
                      <a:pt x="4749" y="542"/>
                    </a:lnTo>
                    <a:lnTo>
                      <a:pt x="4592" y="454"/>
                    </a:lnTo>
                    <a:lnTo>
                      <a:pt x="4431" y="373"/>
                    </a:lnTo>
                    <a:lnTo>
                      <a:pt x="4266" y="300"/>
                    </a:lnTo>
                    <a:lnTo>
                      <a:pt x="4098" y="235"/>
                    </a:lnTo>
                    <a:lnTo>
                      <a:pt x="3927" y="178"/>
                    </a:lnTo>
                    <a:lnTo>
                      <a:pt x="3751" y="127"/>
                    </a:lnTo>
                    <a:lnTo>
                      <a:pt x="3574" y="85"/>
                    </a:lnTo>
                    <a:lnTo>
                      <a:pt x="3394" y="52"/>
                    </a:lnTo>
                    <a:lnTo>
                      <a:pt x="3211" y="26"/>
                    </a:lnTo>
                    <a:lnTo>
                      <a:pt x="3026" y="10"/>
                    </a:lnTo>
                    <a:lnTo>
                      <a:pt x="2839" y="2"/>
                    </a:lnTo>
                    <a:lnTo>
                      <a:pt x="2746" y="0"/>
                    </a:lnTo>
                    <a:lnTo>
                      <a:pt x="2652" y="2"/>
                    </a:lnTo>
                    <a:lnTo>
                      <a:pt x="2466" y="10"/>
                    </a:lnTo>
                    <a:lnTo>
                      <a:pt x="2282" y="26"/>
                    </a:lnTo>
                    <a:lnTo>
                      <a:pt x="2099" y="52"/>
                    </a:lnTo>
                    <a:lnTo>
                      <a:pt x="1919" y="85"/>
                    </a:lnTo>
                    <a:lnTo>
                      <a:pt x="1740" y="127"/>
                    </a:lnTo>
                    <a:lnTo>
                      <a:pt x="1566" y="178"/>
                    </a:lnTo>
                    <a:lnTo>
                      <a:pt x="1395" y="235"/>
                    </a:lnTo>
                    <a:lnTo>
                      <a:pt x="1226" y="300"/>
                    </a:lnTo>
                    <a:lnTo>
                      <a:pt x="1060" y="373"/>
                    </a:lnTo>
                    <a:lnTo>
                      <a:pt x="899" y="454"/>
                    </a:lnTo>
                    <a:lnTo>
                      <a:pt x="742" y="542"/>
                    </a:lnTo>
                    <a:lnTo>
                      <a:pt x="590" y="638"/>
                    </a:lnTo>
                    <a:lnTo>
                      <a:pt x="441" y="741"/>
                    </a:lnTo>
                    <a:lnTo>
                      <a:pt x="299" y="852"/>
                    </a:lnTo>
                    <a:lnTo>
                      <a:pt x="160" y="970"/>
                    </a:lnTo>
                    <a:lnTo>
                      <a:pt x="93" y="1030"/>
                    </a:lnTo>
                    <a:lnTo>
                      <a:pt x="71" y="1053"/>
                    </a:lnTo>
                    <a:lnTo>
                      <a:pt x="35" y="1104"/>
                    </a:lnTo>
                    <a:lnTo>
                      <a:pt x="12" y="1157"/>
                    </a:lnTo>
                    <a:lnTo>
                      <a:pt x="0" y="1215"/>
                    </a:lnTo>
                    <a:lnTo>
                      <a:pt x="0" y="1272"/>
                    </a:lnTo>
                    <a:lnTo>
                      <a:pt x="12" y="1328"/>
                    </a:lnTo>
                    <a:lnTo>
                      <a:pt x="35" y="1383"/>
                    </a:lnTo>
                    <a:lnTo>
                      <a:pt x="71" y="1432"/>
                    </a:lnTo>
                    <a:lnTo>
                      <a:pt x="93" y="1455"/>
                    </a:lnTo>
                    <a:lnTo>
                      <a:pt x="117" y="1477"/>
                    </a:lnTo>
                    <a:lnTo>
                      <a:pt x="170" y="1510"/>
                    </a:lnTo>
                    <a:lnTo>
                      <a:pt x="228" y="1532"/>
                    </a:lnTo>
                    <a:lnTo>
                      <a:pt x="288" y="1543"/>
                    </a:lnTo>
                    <a:lnTo>
                      <a:pt x="319" y="1543"/>
                    </a:lnTo>
                    <a:lnTo>
                      <a:pt x="350" y="1543"/>
                    </a:lnTo>
                    <a:lnTo>
                      <a:pt x="411" y="1532"/>
                    </a:lnTo>
                    <a:lnTo>
                      <a:pt x="469" y="1510"/>
                    </a:lnTo>
                    <a:lnTo>
                      <a:pt x="522" y="1477"/>
                    </a:lnTo>
                    <a:lnTo>
                      <a:pt x="546" y="1455"/>
                    </a:lnTo>
                    <a:lnTo>
                      <a:pt x="601" y="1405"/>
                    </a:lnTo>
                    <a:lnTo>
                      <a:pt x="716" y="1308"/>
                    </a:lnTo>
                    <a:lnTo>
                      <a:pt x="834" y="1218"/>
                    </a:lnTo>
                    <a:lnTo>
                      <a:pt x="958" y="1134"/>
                    </a:lnTo>
                    <a:lnTo>
                      <a:pt x="1085" y="1056"/>
                    </a:lnTo>
                    <a:lnTo>
                      <a:pt x="1215" y="986"/>
                    </a:lnTo>
                    <a:lnTo>
                      <a:pt x="1349" y="922"/>
                    </a:lnTo>
                    <a:lnTo>
                      <a:pt x="1485" y="865"/>
                    </a:lnTo>
                    <a:lnTo>
                      <a:pt x="1625" y="813"/>
                    </a:lnTo>
                    <a:lnTo>
                      <a:pt x="1768" y="768"/>
                    </a:lnTo>
                    <a:lnTo>
                      <a:pt x="1985" y="712"/>
                    </a:lnTo>
                    <a:lnTo>
                      <a:pt x="2285" y="662"/>
                    </a:lnTo>
                    <a:lnTo>
                      <a:pt x="2590" y="636"/>
                    </a:lnTo>
                    <a:lnTo>
                      <a:pt x="2746" y="633"/>
                    </a:lnTo>
                    <a:lnTo>
                      <a:pt x="2901" y="636"/>
                    </a:lnTo>
                    <a:lnTo>
                      <a:pt x="3208" y="662"/>
                    </a:lnTo>
                    <a:lnTo>
                      <a:pt x="3506" y="712"/>
                    </a:lnTo>
                    <a:lnTo>
                      <a:pt x="3725" y="768"/>
                    </a:lnTo>
                    <a:lnTo>
                      <a:pt x="3868" y="813"/>
                    </a:lnTo>
                    <a:lnTo>
                      <a:pt x="4007" y="865"/>
                    </a:lnTo>
                    <a:lnTo>
                      <a:pt x="4144" y="922"/>
                    </a:lnTo>
                    <a:lnTo>
                      <a:pt x="4277" y="986"/>
                    </a:lnTo>
                    <a:lnTo>
                      <a:pt x="4408" y="1056"/>
                    </a:lnTo>
                    <a:lnTo>
                      <a:pt x="4534" y="1134"/>
                    </a:lnTo>
                    <a:lnTo>
                      <a:pt x="4657" y="1218"/>
                    </a:lnTo>
                    <a:lnTo>
                      <a:pt x="4776" y="1307"/>
                    </a:lnTo>
                    <a:lnTo>
                      <a:pt x="4890" y="1403"/>
                    </a:lnTo>
                    <a:lnTo>
                      <a:pt x="4946" y="1455"/>
                    </a:lnTo>
                    <a:lnTo>
                      <a:pt x="4969" y="1477"/>
                    </a:lnTo>
                    <a:lnTo>
                      <a:pt x="5023" y="1509"/>
                    </a:lnTo>
                    <a:lnTo>
                      <a:pt x="5082" y="1532"/>
                    </a:lnTo>
                    <a:lnTo>
                      <a:pt x="5142" y="1542"/>
                    </a:lnTo>
                    <a:lnTo>
                      <a:pt x="5203" y="1542"/>
                    </a:lnTo>
                    <a:lnTo>
                      <a:pt x="5263" y="1532"/>
                    </a:lnTo>
                    <a:lnTo>
                      <a:pt x="5322" y="1509"/>
                    </a:lnTo>
                    <a:lnTo>
                      <a:pt x="5375" y="1477"/>
                    </a:lnTo>
                    <a:lnTo>
                      <a:pt x="5399" y="1455"/>
                    </a:lnTo>
                    <a:lnTo>
                      <a:pt x="5422" y="1432"/>
                    </a:lnTo>
                    <a:lnTo>
                      <a:pt x="5456" y="1383"/>
                    </a:lnTo>
                    <a:lnTo>
                      <a:pt x="5481" y="1328"/>
                    </a:lnTo>
                    <a:lnTo>
                      <a:pt x="5492" y="1272"/>
                    </a:lnTo>
                    <a:lnTo>
                      <a:pt x="5492" y="1215"/>
                    </a:lnTo>
                    <a:lnTo>
                      <a:pt x="5481" y="1157"/>
                    </a:lnTo>
                    <a:lnTo>
                      <a:pt x="5456" y="1102"/>
                    </a:lnTo>
                    <a:lnTo>
                      <a:pt x="5422" y="1053"/>
                    </a:lnTo>
                    <a:lnTo>
                      <a:pt x="5399" y="1030"/>
                    </a:lnTo>
                    <a:close/>
                    <a:moveTo>
                      <a:pt x="2743" y="1202"/>
                    </a:moveTo>
                    <a:lnTo>
                      <a:pt x="2604" y="1203"/>
                    </a:lnTo>
                    <a:lnTo>
                      <a:pt x="2332" y="1230"/>
                    </a:lnTo>
                    <a:lnTo>
                      <a:pt x="2066" y="1282"/>
                    </a:lnTo>
                    <a:lnTo>
                      <a:pt x="1807" y="1360"/>
                    </a:lnTo>
                    <a:lnTo>
                      <a:pt x="1557" y="1462"/>
                    </a:lnTo>
                    <a:lnTo>
                      <a:pt x="1320" y="1589"/>
                    </a:lnTo>
                    <a:lnTo>
                      <a:pt x="1094" y="1739"/>
                    </a:lnTo>
                    <a:lnTo>
                      <a:pt x="882" y="1912"/>
                    </a:lnTo>
                    <a:lnTo>
                      <a:pt x="782" y="2008"/>
                    </a:lnTo>
                    <a:lnTo>
                      <a:pt x="759" y="2033"/>
                    </a:lnTo>
                    <a:lnTo>
                      <a:pt x="722" y="2088"/>
                    </a:lnTo>
                    <a:lnTo>
                      <a:pt x="698" y="2148"/>
                    </a:lnTo>
                    <a:lnTo>
                      <a:pt x="686" y="2211"/>
                    </a:lnTo>
                    <a:lnTo>
                      <a:pt x="686" y="2275"/>
                    </a:lnTo>
                    <a:lnTo>
                      <a:pt x="698" y="2337"/>
                    </a:lnTo>
                    <a:lnTo>
                      <a:pt x="722" y="2397"/>
                    </a:lnTo>
                    <a:lnTo>
                      <a:pt x="759" y="2452"/>
                    </a:lnTo>
                    <a:lnTo>
                      <a:pt x="782" y="2478"/>
                    </a:lnTo>
                    <a:lnTo>
                      <a:pt x="808" y="2501"/>
                    </a:lnTo>
                    <a:lnTo>
                      <a:pt x="863" y="2537"/>
                    </a:lnTo>
                    <a:lnTo>
                      <a:pt x="924" y="2561"/>
                    </a:lnTo>
                    <a:lnTo>
                      <a:pt x="987" y="2574"/>
                    </a:lnTo>
                    <a:lnTo>
                      <a:pt x="1019" y="2576"/>
                    </a:lnTo>
                    <a:lnTo>
                      <a:pt x="1052" y="2574"/>
                    </a:lnTo>
                    <a:lnTo>
                      <a:pt x="1115" y="2561"/>
                    </a:lnTo>
                    <a:lnTo>
                      <a:pt x="1176" y="2537"/>
                    </a:lnTo>
                    <a:lnTo>
                      <a:pt x="1230" y="2501"/>
                    </a:lnTo>
                    <a:lnTo>
                      <a:pt x="1256" y="2478"/>
                    </a:lnTo>
                    <a:lnTo>
                      <a:pt x="1331" y="2404"/>
                    </a:lnTo>
                    <a:lnTo>
                      <a:pt x="1493" y="2272"/>
                    </a:lnTo>
                    <a:lnTo>
                      <a:pt x="1664" y="2155"/>
                    </a:lnTo>
                    <a:lnTo>
                      <a:pt x="1844" y="2056"/>
                    </a:lnTo>
                    <a:lnTo>
                      <a:pt x="2033" y="1974"/>
                    </a:lnTo>
                    <a:lnTo>
                      <a:pt x="2229" y="1910"/>
                    </a:lnTo>
                    <a:lnTo>
                      <a:pt x="2432" y="1869"/>
                    </a:lnTo>
                    <a:lnTo>
                      <a:pt x="2638" y="1847"/>
                    </a:lnTo>
                    <a:lnTo>
                      <a:pt x="2743" y="1844"/>
                    </a:lnTo>
                    <a:lnTo>
                      <a:pt x="2848" y="1847"/>
                    </a:lnTo>
                    <a:lnTo>
                      <a:pt x="3055" y="1869"/>
                    </a:lnTo>
                    <a:lnTo>
                      <a:pt x="3257" y="1910"/>
                    </a:lnTo>
                    <a:lnTo>
                      <a:pt x="3453" y="1974"/>
                    </a:lnTo>
                    <a:lnTo>
                      <a:pt x="3643" y="2056"/>
                    </a:lnTo>
                    <a:lnTo>
                      <a:pt x="3823" y="2155"/>
                    </a:lnTo>
                    <a:lnTo>
                      <a:pt x="3994" y="2272"/>
                    </a:lnTo>
                    <a:lnTo>
                      <a:pt x="4154" y="2404"/>
                    </a:lnTo>
                    <a:lnTo>
                      <a:pt x="4230" y="2478"/>
                    </a:lnTo>
                    <a:lnTo>
                      <a:pt x="4255" y="2501"/>
                    </a:lnTo>
                    <a:lnTo>
                      <a:pt x="4311" y="2537"/>
                    </a:lnTo>
                    <a:lnTo>
                      <a:pt x="4372" y="2561"/>
                    </a:lnTo>
                    <a:lnTo>
                      <a:pt x="4435" y="2574"/>
                    </a:lnTo>
                    <a:lnTo>
                      <a:pt x="4500" y="2574"/>
                    </a:lnTo>
                    <a:lnTo>
                      <a:pt x="4562" y="2561"/>
                    </a:lnTo>
                    <a:lnTo>
                      <a:pt x="4622" y="2537"/>
                    </a:lnTo>
                    <a:lnTo>
                      <a:pt x="4678" y="2501"/>
                    </a:lnTo>
                    <a:lnTo>
                      <a:pt x="4703" y="2478"/>
                    </a:lnTo>
                    <a:lnTo>
                      <a:pt x="4727" y="2452"/>
                    </a:lnTo>
                    <a:lnTo>
                      <a:pt x="4763" y="2397"/>
                    </a:lnTo>
                    <a:lnTo>
                      <a:pt x="4788" y="2337"/>
                    </a:lnTo>
                    <a:lnTo>
                      <a:pt x="4801" y="2275"/>
                    </a:lnTo>
                    <a:lnTo>
                      <a:pt x="4801" y="2211"/>
                    </a:lnTo>
                    <a:lnTo>
                      <a:pt x="4788" y="2148"/>
                    </a:lnTo>
                    <a:lnTo>
                      <a:pt x="4763" y="2088"/>
                    </a:lnTo>
                    <a:lnTo>
                      <a:pt x="4727" y="2033"/>
                    </a:lnTo>
                    <a:lnTo>
                      <a:pt x="4703" y="2008"/>
                    </a:lnTo>
                    <a:lnTo>
                      <a:pt x="4603" y="1912"/>
                    </a:lnTo>
                    <a:lnTo>
                      <a:pt x="4392" y="1739"/>
                    </a:lnTo>
                    <a:lnTo>
                      <a:pt x="4167" y="1589"/>
                    </a:lnTo>
                    <a:lnTo>
                      <a:pt x="3928" y="1462"/>
                    </a:lnTo>
                    <a:lnTo>
                      <a:pt x="3679" y="1360"/>
                    </a:lnTo>
                    <a:lnTo>
                      <a:pt x="3421" y="1282"/>
                    </a:lnTo>
                    <a:lnTo>
                      <a:pt x="3155" y="1230"/>
                    </a:lnTo>
                    <a:lnTo>
                      <a:pt x="2881" y="1203"/>
                    </a:lnTo>
                    <a:lnTo>
                      <a:pt x="2743" y="1202"/>
                    </a:lnTo>
                    <a:close/>
                    <a:moveTo>
                      <a:pt x="2746" y="2403"/>
                    </a:moveTo>
                    <a:lnTo>
                      <a:pt x="2668" y="2404"/>
                    </a:lnTo>
                    <a:lnTo>
                      <a:pt x="2514" y="2420"/>
                    </a:lnTo>
                    <a:lnTo>
                      <a:pt x="2362" y="2451"/>
                    </a:lnTo>
                    <a:lnTo>
                      <a:pt x="2217" y="2497"/>
                    </a:lnTo>
                    <a:lnTo>
                      <a:pt x="2076" y="2556"/>
                    </a:lnTo>
                    <a:lnTo>
                      <a:pt x="1940" y="2631"/>
                    </a:lnTo>
                    <a:lnTo>
                      <a:pt x="1814" y="2719"/>
                    </a:lnTo>
                    <a:lnTo>
                      <a:pt x="1694" y="2819"/>
                    </a:lnTo>
                    <a:lnTo>
                      <a:pt x="1637" y="2876"/>
                    </a:lnTo>
                    <a:lnTo>
                      <a:pt x="1615" y="2900"/>
                    </a:lnTo>
                    <a:lnTo>
                      <a:pt x="1580" y="2955"/>
                    </a:lnTo>
                    <a:lnTo>
                      <a:pt x="1557" y="3012"/>
                    </a:lnTo>
                    <a:lnTo>
                      <a:pt x="1546" y="3074"/>
                    </a:lnTo>
                    <a:lnTo>
                      <a:pt x="1546" y="3136"/>
                    </a:lnTo>
                    <a:lnTo>
                      <a:pt x="1557" y="3197"/>
                    </a:lnTo>
                    <a:lnTo>
                      <a:pt x="1580" y="3256"/>
                    </a:lnTo>
                    <a:lnTo>
                      <a:pt x="1615" y="3309"/>
                    </a:lnTo>
                    <a:lnTo>
                      <a:pt x="1637" y="3334"/>
                    </a:lnTo>
                    <a:lnTo>
                      <a:pt x="1661" y="3357"/>
                    </a:lnTo>
                    <a:lnTo>
                      <a:pt x="1713" y="3393"/>
                    </a:lnTo>
                    <a:lnTo>
                      <a:pt x="1769" y="3416"/>
                    </a:lnTo>
                    <a:lnTo>
                      <a:pt x="1830" y="3427"/>
                    </a:lnTo>
                    <a:lnTo>
                      <a:pt x="1860" y="3429"/>
                    </a:lnTo>
                    <a:lnTo>
                      <a:pt x="1890" y="3427"/>
                    </a:lnTo>
                    <a:lnTo>
                      <a:pt x="1949" y="3416"/>
                    </a:lnTo>
                    <a:lnTo>
                      <a:pt x="2005" y="3393"/>
                    </a:lnTo>
                    <a:lnTo>
                      <a:pt x="2057" y="3357"/>
                    </a:lnTo>
                    <a:lnTo>
                      <a:pt x="2082" y="3334"/>
                    </a:lnTo>
                    <a:lnTo>
                      <a:pt x="2115" y="3300"/>
                    </a:lnTo>
                    <a:lnTo>
                      <a:pt x="2187" y="3239"/>
                    </a:lnTo>
                    <a:lnTo>
                      <a:pt x="2263" y="3184"/>
                    </a:lnTo>
                    <a:lnTo>
                      <a:pt x="2344" y="3138"/>
                    </a:lnTo>
                    <a:lnTo>
                      <a:pt x="2429" y="3100"/>
                    </a:lnTo>
                    <a:lnTo>
                      <a:pt x="2517" y="3070"/>
                    </a:lnTo>
                    <a:lnTo>
                      <a:pt x="2607" y="3051"/>
                    </a:lnTo>
                    <a:lnTo>
                      <a:pt x="2699" y="3041"/>
                    </a:lnTo>
                    <a:lnTo>
                      <a:pt x="2746" y="3040"/>
                    </a:lnTo>
                    <a:lnTo>
                      <a:pt x="2793" y="3040"/>
                    </a:lnTo>
                    <a:lnTo>
                      <a:pt x="2885" y="3051"/>
                    </a:lnTo>
                    <a:lnTo>
                      <a:pt x="2976" y="3070"/>
                    </a:lnTo>
                    <a:lnTo>
                      <a:pt x="3064" y="3100"/>
                    </a:lnTo>
                    <a:lnTo>
                      <a:pt x="3147" y="3138"/>
                    </a:lnTo>
                    <a:lnTo>
                      <a:pt x="3228" y="3184"/>
                    </a:lnTo>
                    <a:lnTo>
                      <a:pt x="3304" y="3239"/>
                    </a:lnTo>
                    <a:lnTo>
                      <a:pt x="3376" y="3300"/>
                    </a:lnTo>
                    <a:lnTo>
                      <a:pt x="3411" y="3334"/>
                    </a:lnTo>
                    <a:lnTo>
                      <a:pt x="3434" y="3357"/>
                    </a:lnTo>
                    <a:lnTo>
                      <a:pt x="3487" y="3393"/>
                    </a:lnTo>
                    <a:lnTo>
                      <a:pt x="3543" y="3416"/>
                    </a:lnTo>
                    <a:lnTo>
                      <a:pt x="3603" y="3427"/>
                    </a:lnTo>
                    <a:lnTo>
                      <a:pt x="3663" y="3427"/>
                    </a:lnTo>
                    <a:lnTo>
                      <a:pt x="3722" y="3416"/>
                    </a:lnTo>
                    <a:lnTo>
                      <a:pt x="3780" y="3393"/>
                    </a:lnTo>
                    <a:lnTo>
                      <a:pt x="3832" y="3357"/>
                    </a:lnTo>
                    <a:lnTo>
                      <a:pt x="3855" y="3334"/>
                    </a:lnTo>
                    <a:lnTo>
                      <a:pt x="3878" y="3309"/>
                    </a:lnTo>
                    <a:lnTo>
                      <a:pt x="3912" y="3256"/>
                    </a:lnTo>
                    <a:lnTo>
                      <a:pt x="3934" y="3197"/>
                    </a:lnTo>
                    <a:lnTo>
                      <a:pt x="3945" y="3136"/>
                    </a:lnTo>
                    <a:lnTo>
                      <a:pt x="3945" y="3074"/>
                    </a:lnTo>
                    <a:lnTo>
                      <a:pt x="3934" y="3012"/>
                    </a:lnTo>
                    <a:lnTo>
                      <a:pt x="3912" y="2955"/>
                    </a:lnTo>
                    <a:lnTo>
                      <a:pt x="3878" y="2900"/>
                    </a:lnTo>
                    <a:lnTo>
                      <a:pt x="3855" y="2876"/>
                    </a:lnTo>
                    <a:lnTo>
                      <a:pt x="3798" y="2819"/>
                    </a:lnTo>
                    <a:lnTo>
                      <a:pt x="3679" y="2719"/>
                    </a:lnTo>
                    <a:lnTo>
                      <a:pt x="3551" y="2631"/>
                    </a:lnTo>
                    <a:lnTo>
                      <a:pt x="3417" y="2556"/>
                    </a:lnTo>
                    <a:lnTo>
                      <a:pt x="3276" y="2497"/>
                    </a:lnTo>
                    <a:lnTo>
                      <a:pt x="3130" y="2451"/>
                    </a:lnTo>
                    <a:lnTo>
                      <a:pt x="2979" y="2420"/>
                    </a:lnTo>
                    <a:lnTo>
                      <a:pt x="2825" y="2404"/>
                    </a:lnTo>
                    <a:lnTo>
                      <a:pt x="2746" y="24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9512757" y="369386"/>
                <a:ext cx="715178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PPTBIZCAM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3" name="Google Shape;143;p2"/>
            <p:cNvSpPr/>
            <p:nvPr/>
          </p:nvSpPr>
          <p:spPr>
            <a:xfrm>
              <a:off x="11377471" y="133570"/>
              <a:ext cx="176990" cy="176990"/>
            </a:xfrm>
            <a:prstGeom prst="ellipse">
              <a:avLst/>
            </a:prstGeom>
            <a:solidFill>
              <a:srgbClr val="90DA80"/>
            </a:solidFill>
            <a:ln>
              <a:noFill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" name="Google Shape;144;p2"/>
            <p:cNvGrpSpPr/>
            <p:nvPr/>
          </p:nvGrpSpPr>
          <p:grpSpPr>
            <a:xfrm>
              <a:off x="653849" y="193034"/>
              <a:ext cx="343364" cy="344856"/>
              <a:chOff x="1157487" y="184451"/>
              <a:chExt cx="489882" cy="492010"/>
            </a:xfrm>
          </p:grpSpPr>
          <p:sp>
            <p:nvSpPr>
              <p:cNvPr id="145" name="Google Shape;145;p2"/>
              <p:cNvSpPr/>
              <p:nvPr/>
            </p:nvSpPr>
            <p:spPr>
              <a:xfrm>
                <a:off x="1157487" y="184454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1483366" y="184451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1319363" y="348454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1483366" y="348453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1157487" y="512458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1483366" y="512455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1" name="Google Shape;151;p2"/>
          <p:cNvSpPr txBox="1"/>
          <p:nvPr/>
        </p:nvSpPr>
        <p:spPr>
          <a:xfrm>
            <a:off x="6296549" y="1485945"/>
            <a:ext cx="367306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01. 프로젝트 개요</a:t>
            </a:r>
            <a:endParaRPr/>
          </a:p>
        </p:txBody>
      </p:sp>
      <p:sp>
        <p:nvSpPr>
          <p:cNvPr id="152" name="Google Shape;152;p2"/>
          <p:cNvSpPr txBox="1"/>
          <p:nvPr/>
        </p:nvSpPr>
        <p:spPr>
          <a:xfrm>
            <a:off x="6296549" y="2287034"/>
            <a:ext cx="49692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02. 프로젝트 팀 구성 및 역할</a:t>
            </a:r>
            <a:endParaRPr/>
          </a:p>
        </p:txBody>
      </p:sp>
      <p:sp>
        <p:nvSpPr>
          <p:cNvPr id="153" name="Google Shape;153;p2"/>
          <p:cNvSpPr txBox="1"/>
          <p:nvPr/>
        </p:nvSpPr>
        <p:spPr>
          <a:xfrm>
            <a:off x="6296549" y="3088123"/>
            <a:ext cx="529324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03. 프로젝트 수행 절차 및 방법</a:t>
            </a:r>
            <a:endParaRPr/>
          </a:p>
        </p:txBody>
      </p:sp>
      <p:sp>
        <p:nvSpPr>
          <p:cNvPr id="154" name="Google Shape;154;p2"/>
          <p:cNvSpPr txBox="1"/>
          <p:nvPr/>
        </p:nvSpPr>
        <p:spPr>
          <a:xfrm>
            <a:off x="6296549" y="3889212"/>
            <a:ext cx="448004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04. 프로젝트 수행 결과</a:t>
            </a:r>
            <a:endParaRPr/>
          </a:p>
        </p:txBody>
      </p:sp>
      <p:sp>
        <p:nvSpPr>
          <p:cNvPr id="155" name="Google Shape;155;p2"/>
          <p:cNvSpPr txBox="1"/>
          <p:nvPr/>
        </p:nvSpPr>
        <p:spPr>
          <a:xfrm>
            <a:off x="6296549" y="4690301"/>
            <a:ext cx="320501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05. 자체 평가 의견</a:t>
            </a:r>
            <a:endParaRPr/>
          </a:p>
        </p:txBody>
      </p:sp>
      <p:sp>
        <p:nvSpPr>
          <p:cNvPr id="156" name="Google Shape;156;p2"/>
          <p:cNvSpPr/>
          <p:nvPr/>
        </p:nvSpPr>
        <p:spPr>
          <a:xfrm>
            <a:off x="286543" y="771524"/>
            <a:ext cx="4840940" cy="5738019"/>
          </a:xfrm>
          <a:prstGeom prst="rect">
            <a:avLst/>
          </a:prstGeom>
          <a:solidFill>
            <a:srgbClr val="C8DF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/>
          <p:nvPr/>
        </p:nvSpPr>
        <p:spPr>
          <a:xfrm>
            <a:off x="1473909" y="4822066"/>
            <a:ext cx="10799272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선정 배경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사용자들은 뉴스심리지수를 통해 </a:t>
            </a:r>
            <a:r>
              <a:rPr lang="ko-KR" sz="1800" b="1" i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신속한 경제심리를 파악하고  경기를 판단하고 있는 상황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개요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경제 기사의 </a:t>
            </a:r>
            <a:r>
              <a:rPr lang="ko-KR" sz="18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감성을 학습시켜 긍정·부정·중립의 카테고리를 탐지한다.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286544" y="0"/>
            <a:ext cx="11618912" cy="771525"/>
          </a:xfrm>
          <a:prstGeom prst="round2SameRect">
            <a:avLst>
              <a:gd name="adj1" fmla="val 0"/>
              <a:gd name="adj2" fmla="val 29630"/>
            </a:avLst>
          </a:prstGeom>
          <a:solidFill>
            <a:schemeClr val="lt1"/>
          </a:solidFill>
          <a:ln>
            <a:noFill/>
          </a:ln>
          <a:effectLst>
            <a:outerShdw blurRad="165100" dist="38100" dir="5400000" algn="t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1. 프로젝트 개요</a:t>
            </a:r>
            <a:endParaRPr sz="3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09626" y="212900"/>
            <a:ext cx="343495" cy="3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"/>
          <p:cNvSpPr/>
          <p:nvPr/>
        </p:nvSpPr>
        <p:spPr>
          <a:xfrm>
            <a:off x="9702086" y="348457"/>
            <a:ext cx="106209" cy="106209"/>
          </a:xfrm>
          <a:custGeom>
            <a:avLst/>
            <a:gdLst/>
            <a:ahLst/>
            <a:cxnLst/>
            <a:rect l="l" t="t" r="r" b="b"/>
            <a:pathLst>
              <a:path w="1725" h="1725" extrusionOk="0">
                <a:moveTo>
                  <a:pt x="862" y="0"/>
                </a:moveTo>
                <a:lnTo>
                  <a:pt x="819" y="2"/>
                </a:lnTo>
                <a:lnTo>
                  <a:pt x="731" y="10"/>
                </a:lnTo>
                <a:lnTo>
                  <a:pt x="647" y="28"/>
                </a:lnTo>
                <a:lnTo>
                  <a:pt x="566" y="52"/>
                </a:lnTo>
                <a:lnTo>
                  <a:pt x="489" y="85"/>
                </a:lnTo>
                <a:lnTo>
                  <a:pt x="415" y="126"/>
                </a:lnTo>
                <a:lnTo>
                  <a:pt x="346" y="172"/>
                </a:lnTo>
                <a:lnTo>
                  <a:pt x="282" y="225"/>
                </a:lnTo>
                <a:lnTo>
                  <a:pt x="223" y="283"/>
                </a:lnTo>
                <a:lnTo>
                  <a:pt x="172" y="346"/>
                </a:lnTo>
                <a:lnTo>
                  <a:pt x="124" y="415"/>
                </a:lnTo>
                <a:lnTo>
                  <a:pt x="85" y="489"/>
                </a:lnTo>
                <a:lnTo>
                  <a:pt x="52" y="567"/>
                </a:lnTo>
                <a:lnTo>
                  <a:pt x="27" y="647"/>
                </a:lnTo>
                <a:lnTo>
                  <a:pt x="10" y="731"/>
                </a:lnTo>
                <a:lnTo>
                  <a:pt x="1" y="819"/>
                </a:lnTo>
                <a:lnTo>
                  <a:pt x="0" y="863"/>
                </a:lnTo>
                <a:lnTo>
                  <a:pt x="1" y="907"/>
                </a:lnTo>
                <a:lnTo>
                  <a:pt x="10" y="994"/>
                </a:lnTo>
                <a:lnTo>
                  <a:pt x="27" y="1078"/>
                </a:lnTo>
                <a:lnTo>
                  <a:pt x="52" y="1159"/>
                </a:lnTo>
                <a:lnTo>
                  <a:pt x="85" y="1237"/>
                </a:lnTo>
                <a:lnTo>
                  <a:pt x="124" y="1310"/>
                </a:lnTo>
                <a:lnTo>
                  <a:pt x="172" y="1379"/>
                </a:lnTo>
                <a:lnTo>
                  <a:pt x="223" y="1443"/>
                </a:lnTo>
                <a:lnTo>
                  <a:pt x="282" y="1502"/>
                </a:lnTo>
                <a:lnTo>
                  <a:pt x="346" y="1553"/>
                </a:lnTo>
                <a:lnTo>
                  <a:pt x="415" y="1601"/>
                </a:lnTo>
                <a:lnTo>
                  <a:pt x="489" y="1640"/>
                </a:lnTo>
                <a:lnTo>
                  <a:pt x="566" y="1673"/>
                </a:lnTo>
                <a:lnTo>
                  <a:pt x="647" y="1698"/>
                </a:lnTo>
                <a:lnTo>
                  <a:pt x="731" y="1715"/>
                </a:lnTo>
                <a:lnTo>
                  <a:pt x="819" y="1724"/>
                </a:lnTo>
                <a:lnTo>
                  <a:pt x="862" y="1725"/>
                </a:lnTo>
                <a:lnTo>
                  <a:pt x="907" y="1724"/>
                </a:lnTo>
                <a:lnTo>
                  <a:pt x="994" y="1715"/>
                </a:lnTo>
                <a:lnTo>
                  <a:pt x="1078" y="1698"/>
                </a:lnTo>
                <a:lnTo>
                  <a:pt x="1159" y="1673"/>
                </a:lnTo>
                <a:lnTo>
                  <a:pt x="1237" y="1640"/>
                </a:lnTo>
                <a:lnTo>
                  <a:pt x="1310" y="1601"/>
                </a:lnTo>
                <a:lnTo>
                  <a:pt x="1379" y="1553"/>
                </a:lnTo>
                <a:lnTo>
                  <a:pt x="1443" y="1502"/>
                </a:lnTo>
                <a:lnTo>
                  <a:pt x="1500" y="1443"/>
                </a:lnTo>
                <a:lnTo>
                  <a:pt x="1554" y="1379"/>
                </a:lnTo>
                <a:lnTo>
                  <a:pt x="1600" y="1310"/>
                </a:lnTo>
                <a:lnTo>
                  <a:pt x="1640" y="1237"/>
                </a:lnTo>
                <a:lnTo>
                  <a:pt x="1673" y="1159"/>
                </a:lnTo>
                <a:lnTo>
                  <a:pt x="1698" y="1078"/>
                </a:lnTo>
                <a:lnTo>
                  <a:pt x="1715" y="994"/>
                </a:lnTo>
                <a:lnTo>
                  <a:pt x="1724" y="907"/>
                </a:lnTo>
                <a:lnTo>
                  <a:pt x="1725" y="863"/>
                </a:lnTo>
                <a:lnTo>
                  <a:pt x="1724" y="819"/>
                </a:lnTo>
                <a:lnTo>
                  <a:pt x="1715" y="731"/>
                </a:lnTo>
                <a:lnTo>
                  <a:pt x="1698" y="647"/>
                </a:lnTo>
                <a:lnTo>
                  <a:pt x="1673" y="567"/>
                </a:lnTo>
                <a:lnTo>
                  <a:pt x="1640" y="489"/>
                </a:lnTo>
                <a:lnTo>
                  <a:pt x="1600" y="415"/>
                </a:lnTo>
                <a:lnTo>
                  <a:pt x="1554" y="346"/>
                </a:lnTo>
                <a:lnTo>
                  <a:pt x="1500" y="283"/>
                </a:lnTo>
                <a:lnTo>
                  <a:pt x="1443" y="225"/>
                </a:lnTo>
                <a:lnTo>
                  <a:pt x="1379" y="172"/>
                </a:lnTo>
                <a:lnTo>
                  <a:pt x="1310" y="126"/>
                </a:lnTo>
                <a:lnTo>
                  <a:pt x="1237" y="85"/>
                </a:lnTo>
                <a:lnTo>
                  <a:pt x="1159" y="52"/>
                </a:lnTo>
                <a:lnTo>
                  <a:pt x="1078" y="28"/>
                </a:lnTo>
                <a:lnTo>
                  <a:pt x="994" y="10"/>
                </a:lnTo>
                <a:lnTo>
                  <a:pt x="907" y="2"/>
                </a:lnTo>
                <a:lnTo>
                  <a:pt x="862" y="0"/>
                </a:lnTo>
                <a:close/>
                <a:moveTo>
                  <a:pt x="1381" y="1123"/>
                </a:moveTo>
                <a:lnTo>
                  <a:pt x="1381" y="1149"/>
                </a:lnTo>
                <a:lnTo>
                  <a:pt x="1369" y="1201"/>
                </a:lnTo>
                <a:lnTo>
                  <a:pt x="1350" y="1247"/>
                </a:lnTo>
                <a:lnTo>
                  <a:pt x="1322" y="1288"/>
                </a:lnTo>
                <a:lnTo>
                  <a:pt x="1286" y="1324"/>
                </a:lnTo>
                <a:lnTo>
                  <a:pt x="1244" y="1352"/>
                </a:lnTo>
                <a:lnTo>
                  <a:pt x="1198" y="1372"/>
                </a:lnTo>
                <a:lnTo>
                  <a:pt x="1146" y="1383"/>
                </a:lnTo>
                <a:lnTo>
                  <a:pt x="1120" y="1383"/>
                </a:lnTo>
                <a:lnTo>
                  <a:pt x="605" y="1383"/>
                </a:lnTo>
                <a:lnTo>
                  <a:pt x="578" y="1383"/>
                </a:lnTo>
                <a:lnTo>
                  <a:pt x="527" y="1372"/>
                </a:lnTo>
                <a:lnTo>
                  <a:pt x="480" y="1352"/>
                </a:lnTo>
                <a:lnTo>
                  <a:pt x="438" y="1324"/>
                </a:lnTo>
                <a:lnTo>
                  <a:pt x="404" y="1288"/>
                </a:lnTo>
                <a:lnTo>
                  <a:pt x="375" y="1247"/>
                </a:lnTo>
                <a:lnTo>
                  <a:pt x="355" y="1201"/>
                </a:lnTo>
                <a:lnTo>
                  <a:pt x="344" y="1149"/>
                </a:lnTo>
                <a:lnTo>
                  <a:pt x="343" y="1123"/>
                </a:lnTo>
                <a:lnTo>
                  <a:pt x="343" y="608"/>
                </a:lnTo>
                <a:lnTo>
                  <a:pt x="344" y="581"/>
                </a:lnTo>
                <a:lnTo>
                  <a:pt x="355" y="531"/>
                </a:lnTo>
                <a:lnTo>
                  <a:pt x="375" y="483"/>
                </a:lnTo>
                <a:lnTo>
                  <a:pt x="404" y="441"/>
                </a:lnTo>
                <a:lnTo>
                  <a:pt x="438" y="407"/>
                </a:lnTo>
                <a:lnTo>
                  <a:pt x="480" y="378"/>
                </a:lnTo>
                <a:lnTo>
                  <a:pt x="527" y="358"/>
                </a:lnTo>
                <a:lnTo>
                  <a:pt x="578" y="348"/>
                </a:lnTo>
                <a:lnTo>
                  <a:pt x="605" y="346"/>
                </a:lnTo>
                <a:lnTo>
                  <a:pt x="1120" y="346"/>
                </a:lnTo>
                <a:lnTo>
                  <a:pt x="1146" y="348"/>
                </a:lnTo>
                <a:lnTo>
                  <a:pt x="1198" y="358"/>
                </a:lnTo>
                <a:lnTo>
                  <a:pt x="1244" y="378"/>
                </a:lnTo>
                <a:lnTo>
                  <a:pt x="1286" y="407"/>
                </a:lnTo>
                <a:lnTo>
                  <a:pt x="1322" y="441"/>
                </a:lnTo>
                <a:lnTo>
                  <a:pt x="1350" y="483"/>
                </a:lnTo>
                <a:lnTo>
                  <a:pt x="1369" y="531"/>
                </a:lnTo>
                <a:lnTo>
                  <a:pt x="1381" y="581"/>
                </a:lnTo>
                <a:lnTo>
                  <a:pt x="1381" y="608"/>
                </a:lnTo>
                <a:lnTo>
                  <a:pt x="1381" y="112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/>
          <p:nvPr/>
        </p:nvSpPr>
        <p:spPr>
          <a:xfrm rot="5400000">
            <a:off x="10347961" y="300775"/>
            <a:ext cx="106209" cy="201573"/>
          </a:xfrm>
          <a:custGeom>
            <a:avLst/>
            <a:gdLst/>
            <a:ahLst/>
            <a:cxnLst/>
            <a:rect l="l" t="t" r="r" b="b"/>
            <a:pathLst>
              <a:path w="851" h="1617" extrusionOk="0">
                <a:moveTo>
                  <a:pt x="711" y="92"/>
                </a:moveTo>
                <a:lnTo>
                  <a:pt x="586" y="92"/>
                </a:lnTo>
                <a:lnTo>
                  <a:pt x="586" y="0"/>
                </a:lnTo>
                <a:lnTo>
                  <a:pt x="258" y="0"/>
                </a:lnTo>
                <a:lnTo>
                  <a:pt x="258" y="92"/>
                </a:lnTo>
                <a:lnTo>
                  <a:pt x="140" y="92"/>
                </a:lnTo>
                <a:lnTo>
                  <a:pt x="111" y="95"/>
                </a:lnTo>
                <a:lnTo>
                  <a:pt x="61" y="117"/>
                </a:lnTo>
                <a:lnTo>
                  <a:pt x="23" y="154"/>
                </a:lnTo>
                <a:lnTo>
                  <a:pt x="1" y="205"/>
                </a:lnTo>
                <a:lnTo>
                  <a:pt x="0" y="233"/>
                </a:lnTo>
                <a:lnTo>
                  <a:pt x="0" y="1477"/>
                </a:lnTo>
                <a:lnTo>
                  <a:pt x="1" y="1506"/>
                </a:lnTo>
                <a:lnTo>
                  <a:pt x="23" y="1556"/>
                </a:lnTo>
                <a:lnTo>
                  <a:pt x="61" y="1594"/>
                </a:lnTo>
                <a:lnTo>
                  <a:pt x="111" y="1615"/>
                </a:lnTo>
                <a:lnTo>
                  <a:pt x="140" y="1617"/>
                </a:lnTo>
                <a:lnTo>
                  <a:pt x="711" y="1617"/>
                </a:lnTo>
                <a:lnTo>
                  <a:pt x="740" y="1615"/>
                </a:lnTo>
                <a:lnTo>
                  <a:pt x="790" y="1594"/>
                </a:lnTo>
                <a:lnTo>
                  <a:pt x="828" y="1556"/>
                </a:lnTo>
                <a:lnTo>
                  <a:pt x="850" y="1506"/>
                </a:lnTo>
                <a:lnTo>
                  <a:pt x="851" y="1477"/>
                </a:lnTo>
                <a:lnTo>
                  <a:pt x="851" y="233"/>
                </a:lnTo>
                <a:lnTo>
                  <a:pt x="850" y="205"/>
                </a:lnTo>
                <a:lnTo>
                  <a:pt x="828" y="154"/>
                </a:lnTo>
                <a:lnTo>
                  <a:pt x="790" y="117"/>
                </a:lnTo>
                <a:lnTo>
                  <a:pt x="740" y="95"/>
                </a:lnTo>
                <a:lnTo>
                  <a:pt x="711" y="92"/>
                </a:lnTo>
                <a:close/>
                <a:moveTo>
                  <a:pt x="757" y="1477"/>
                </a:moveTo>
                <a:lnTo>
                  <a:pt x="757" y="1487"/>
                </a:lnTo>
                <a:lnTo>
                  <a:pt x="750" y="1503"/>
                </a:lnTo>
                <a:lnTo>
                  <a:pt x="737" y="1516"/>
                </a:lnTo>
                <a:lnTo>
                  <a:pt x="721" y="1523"/>
                </a:lnTo>
                <a:lnTo>
                  <a:pt x="711" y="1525"/>
                </a:lnTo>
                <a:lnTo>
                  <a:pt x="140" y="1525"/>
                </a:lnTo>
                <a:lnTo>
                  <a:pt x="131" y="1523"/>
                </a:lnTo>
                <a:lnTo>
                  <a:pt x="114" y="1516"/>
                </a:lnTo>
                <a:lnTo>
                  <a:pt x="101" y="1503"/>
                </a:lnTo>
                <a:lnTo>
                  <a:pt x="94" y="1487"/>
                </a:lnTo>
                <a:lnTo>
                  <a:pt x="94" y="1477"/>
                </a:lnTo>
                <a:lnTo>
                  <a:pt x="94" y="233"/>
                </a:lnTo>
                <a:lnTo>
                  <a:pt x="94" y="223"/>
                </a:lnTo>
                <a:lnTo>
                  <a:pt x="101" y="206"/>
                </a:lnTo>
                <a:lnTo>
                  <a:pt x="114" y="194"/>
                </a:lnTo>
                <a:lnTo>
                  <a:pt x="131" y="187"/>
                </a:lnTo>
                <a:lnTo>
                  <a:pt x="140" y="186"/>
                </a:lnTo>
                <a:lnTo>
                  <a:pt x="711" y="186"/>
                </a:lnTo>
                <a:lnTo>
                  <a:pt x="721" y="187"/>
                </a:lnTo>
                <a:lnTo>
                  <a:pt x="737" y="194"/>
                </a:lnTo>
                <a:lnTo>
                  <a:pt x="750" y="206"/>
                </a:lnTo>
                <a:lnTo>
                  <a:pt x="757" y="223"/>
                </a:lnTo>
                <a:lnTo>
                  <a:pt x="757" y="233"/>
                </a:lnTo>
                <a:lnTo>
                  <a:pt x="757" y="1477"/>
                </a:lnTo>
                <a:close/>
                <a:moveTo>
                  <a:pt x="707" y="1468"/>
                </a:moveTo>
                <a:lnTo>
                  <a:pt x="144" y="1468"/>
                </a:lnTo>
                <a:lnTo>
                  <a:pt x="144" y="1264"/>
                </a:lnTo>
                <a:lnTo>
                  <a:pt x="707" y="1264"/>
                </a:lnTo>
                <a:lnTo>
                  <a:pt x="707" y="1468"/>
                </a:lnTo>
                <a:close/>
                <a:moveTo>
                  <a:pt x="707" y="1213"/>
                </a:moveTo>
                <a:lnTo>
                  <a:pt x="144" y="1213"/>
                </a:lnTo>
                <a:lnTo>
                  <a:pt x="144" y="1009"/>
                </a:lnTo>
                <a:lnTo>
                  <a:pt x="707" y="1009"/>
                </a:lnTo>
                <a:lnTo>
                  <a:pt x="707" y="1213"/>
                </a:lnTo>
                <a:close/>
                <a:moveTo>
                  <a:pt x="707" y="958"/>
                </a:moveTo>
                <a:lnTo>
                  <a:pt x="144" y="958"/>
                </a:lnTo>
                <a:lnTo>
                  <a:pt x="144" y="754"/>
                </a:lnTo>
                <a:lnTo>
                  <a:pt x="707" y="754"/>
                </a:lnTo>
                <a:lnTo>
                  <a:pt x="707" y="958"/>
                </a:lnTo>
                <a:close/>
                <a:moveTo>
                  <a:pt x="707" y="703"/>
                </a:moveTo>
                <a:lnTo>
                  <a:pt x="144" y="703"/>
                </a:lnTo>
                <a:lnTo>
                  <a:pt x="144" y="499"/>
                </a:lnTo>
                <a:lnTo>
                  <a:pt x="707" y="499"/>
                </a:lnTo>
                <a:lnTo>
                  <a:pt x="707" y="703"/>
                </a:lnTo>
                <a:close/>
                <a:moveTo>
                  <a:pt x="707" y="448"/>
                </a:moveTo>
                <a:lnTo>
                  <a:pt x="144" y="448"/>
                </a:lnTo>
                <a:lnTo>
                  <a:pt x="144" y="243"/>
                </a:lnTo>
                <a:lnTo>
                  <a:pt x="707" y="243"/>
                </a:lnTo>
                <a:lnTo>
                  <a:pt x="707" y="448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9988322" y="320145"/>
            <a:ext cx="34336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8951163" y="320145"/>
            <a:ext cx="540533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PPTBIZCAM</a:t>
            </a:r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653849" y="193036"/>
            <a:ext cx="114952" cy="114952"/>
          </a:xfrm>
          <a:prstGeom prst="rect">
            <a:avLst/>
          </a:prstGeom>
          <a:solidFill>
            <a:srgbClr val="90DA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882261" y="261950"/>
            <a:ext cx="114952" cy="11495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653849" y="376903"/>
            <a:ext cx="114952" cy="114952"/>
          </a:xfrm>
          <a:prstGeom prst="rect">
            <a:avLst/>
          </a:prstGeom>
          <a:solidFill>
            <a:srgbClr val="90DA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882261" y="422936"/>
            <a:ext cx="114952" cy="11495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5591" y="1253932"/>
            <a:ext cx="8514413" cy="3286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 txBox="1"/>
          <p:nvPr/>
        </p:nvSpPr>
        <p:spPr>
          <a:xfrm>
            <a:off x="997213" y="2208631"/>
            <a:ext cx="628491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감성 분석</a:t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286544" y="0"/>
            <a:ext cx="11618912" cy="771525"/>
          </a:xfrm>
          <a:prstGeom prst="round2SameRect">
            <a:avLst>
              <a:gd name="adj1" fmla="val 0"/>
              <a:gd name="adj2" fmla="val 29630"/>
            </a:avLst>
          </a:prstGeom>
          <a:solidFill>
            <a:schemeClr val="lt1"/>
          </a:solidFill>
          <a:ln>
            <a:noFill/>
          </a:ln>
          <a:effectLst>
            <a:outerShdw blurRad="165100" dist="38100" dir="5400000" algn="t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1. 프로젝트 개요</a:t>
            </a:r>
            <a:endParaRPr sz="30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09626" y="212900"/>
            <a:ext cx="343495" cy="3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"/>
          <p:cNvSpPr/>
          <p:nvPr/>
        </p:nvSpPr>
        <p:spPr>
          <a:xfrm>
            <a:off x="9702086" y="348457"/>
            <a:ext cx="106209" cy="106209"/>
          </a:xfrm>
          <a:custGeom>
            <a:avLst/>
            <a:gdLst/>
            <a:ahLst/>
            <a:cxnLst/>
            <a:rect l="l" t="t" r="r" b="b"/>
            <a:pathLst>
              <a:path w="1725" h="1725" extrusionOk="0">
                <a:moveTo>
                  <a:pt x="862" y="0"/>
                </a:moveTo>
                <a:lnTo>
                  <a:pt x="819" y="2"/>
                </a:lnTo>
                <a:lnTo>
                  <a:pt x="731" y="10"/>
                </a:lnTo>
                <a:lnTo>
                  <a:pt x="647" y="28"/>
                </a:lnTo>
                <a:lnTo>
                  <a:pt x="566" y="52"/>
                </a:lnTo>
                <a:lnTo>
                  <a:pt x="489" y="85"/>
                </a:lnTo>
                <a:lnTo>
                  <a:pt x="415" y="126"/>
                </a:lnTo>
                <a:lnTo>
                  <a:pt x="346" y="172"/>
                </a:lnTo>
                <a:lnTo>
                  <a:pt x="282" y="225"/>
                </a:lnTo>
                <a:lnTo>
                  <a:pt x="223" y="283"/>
                </a:lnTo>
                <a:lnTo>
                  <a:pt x="172" y="346"/>
                </a:lnTo>
                <a:lnTo>
                  <a:pt x="124" y="415"/>
                </a:lnTo>
                <a:lnTo>
                  <a:pt x="85" y="489"/>
                </a:lnTo>
                <a:lnTo>
                  <a:pt x="52" y="567"/>
                </a:lnTo>
                <a:lnTo>
                  <a:pt x="27" y="647"/>
                </a:lnTo>
                <a:lnTo>
                  <a:pt x="10" y="731"/>
                </a:lnTo>
                <a:lnTo>
                  <a:pt x="1" y="819"/>
                </a:lnTo>
                <a:lnTo>
                  <a:pt x="0" y="863"/>
                </a:lnTo>
                <a:lnTo>
                  <a:pt x="1" y="907"/>
                </a:lnTo>
                <a:lnTo>
                  <a:pt x="10" y="994"/>
                </a:lnTo>
                <a:lnTo>
                  <a:pt x="27" y="1078"/>
                </a:lnTo>
                <a:lnTo>
                  <a:pt x="52" y="1159"/>
                </a:lnTo>
                <a:lnTo>
                  <a:pt x="85" y="1237"/>
                </a:lnTo>
                <a:lnTo>
                  <a:pt x="124" y="1310"/>
                </a:lnTo>
                <a:lnTo>
                  <a:pt x="172" y="1379"/>
                </a:lnTo>
                <a:lnTo>
                  <a:pt x="223" y="1443"/>
                </a:lnTo>
                <a:lnTo>
                  <a:pt x="282" y="1502"/>
                </a:lnTo>
                <a:lnTo>
                  <a:pt x="346" y="1553"/>
                </a:lnTo>
                <a:lnTo>
                  <a:pt x="415" y="1601"/>
                </a:lnTo>
                <a:lnTo>
                  <a:pt x="489" y="1640"/>
                </a:lnTo>
                <a:lnTo>
                  <a:pt x="566" y="1673"/>
                </a:lnTo>
                <a:lnTo>
                  <a:pt x="647" y="1698"/>
                </a:lnTo>
                <a:lnTo>
                  <a:pt x="731" y="1715"/>
                </a:lnTo>
                <a:lnTo>
                  <a:pt x="819" y="1724"/>
                </a:lnTo>
                <a:lnTo>
                  <a:pt x="862" y="1725"/>
                </a:lnTo>
                <a:lnTo>
                  <a:pt x="907" y="1724"/>
                </a:lnTo>
                <a:lnTo>
                  <a:pt x="994" y="1715"/>
                </a:lnTo>
                <a:lnTo>
                  <a:pt x="1078" y="1698"/>
                </a:lnTo>
                <a:lnTo>
                  <a:pt x="1159" y="1673"/>
                </a:lnTo>
                <a:lnTo>
                  <a:pt x="1237" y="1640"/>
                </a:lnTo>
                <a:lnTo>
                  <a:pt x="1310" y="1601"/>
                </a:lnTo>
                <a:lnTo>
                  <a:pt x="1379" y="1553"/>
                </a:lnTo>
                <a:lnTo>
                  <a:pt x="1443" y="1502"/>
                </a:lnTo>
                <a:lnTo>
                  <a:pt x="1500" y="1443"/>
                </a:lnTo>
                <a:lnTo>
                  <a:pt x="1554" y="1379"/>
                </a:lnTo>
                <a:lnTo>
                  <a:pt x="1600" y="1310"/>
                </a:lnTo>
                <a:lnTo>
                  <a:pt x="1640" y="1237"/>
                </a:lnTo>
                <a:lnTo>
                  <a:pt x="1673" y="1159"/>
                </a:lnTo>
                <a:lnTo>
                  <a:pt x="1698" y="1078"/>
                </a:lnTo>
                <a:lnTo>
                  <a:pt x="1715" y="994"/>
                </a:lnTo>
                <a:lnTo>
                  <a:pt x="1724" y="907"/>
                </a:lnTo>
                <a:lnTo>
                  <a:pt x="1725" y="863"/>
                </a:lnTo>
                <a:lnTo>
                  <a:pt x="1724" y="819"/>
                </a:lnTo>
                <a:lnTo>
                  <a:pt x="1715" y="731"/>
                </a:lnTo>
                <a:lnTo>
                  <a:pt x="1698" y="647"/>
                </a:lnTo>
                <a:lnTo>
                  <a:pt x="1673" y="567"/>
                </a:lnTo>
                <a:lnTo>
                  <a:pt x="1640" y="489"/>
                </a:lnTo>
                <a:lnTo>
                  <a:pt x="1600" y="415"/>
                </a:lnTo>
                <a:lnTo>
                  <a:pt x="1554" y="346"/>
                </a:lnTo>
                <a:lnTo>
                  <a:pt x="1500" y="283"/>
                </a:lnTo>
                <a:lnTo>
                  <a:pt x="1443" y="225"/>
                </a:lnTo>
                <a:lnTo>
                  <a:pt x="1379" y="172"/>
                </a:lnTo>
                <a:lnTo>
                  <a:pt x="1310" y="126"/>
                </a:lnTo>
                <a:lnTo>
                  <a:pt x="1237" y="85"/>
                </a:lnTo>
                <a:lnTo>
                  <a:pt x="1159" y="52"/>
                </a:lnTo>
                <a:lnTo>
                  <a:pt x="1078" y="28"/>
                </a:lnTo>
                <a:lnTo>
                  <a:pt x="994" y="10"/>
                </a:lnTo>
                <a:lnTo>
                  <a:pt x="907" y="2"/>
                </a:lnTo>
                <a:lnTo>
                  <a:pt x="862" y="0"/>
                </a:lnTo>
                <a:close/>
                <a:moveTo>
                  <a:pt x="1381" y="1123"/>
                </a:moveTo>
                <a:lnTo>
                  <a:pt x="1381" y="1149"/>
                </a:lnTo>
                <a:lnTo>
                  <a:pt x="1369" y="1201"/>
                </a:lnTo>
                <a:lnTo>
                  <a:pt x="1350" y="1247"/>
                </a:lnTo>
                <a:lnTo>
                  <a:pt x="1322" y="1288"/>
                </a:lnTo>
                <a:lnTo>
                  <a:pt x="1286" y="1324"/>
                </a:lnTo>
                <a:lnTo>
                  <a:pt x="1244" y="1352"/>
                </a:lnTo>
                <a:lnTo>
                  <a:pt x="1198" y="1372"/>
                </a:lnTo>
                <a:lnTo>
                  <a:pt x="1146" y="1383"/>
                </a:lnTo>
                <a:lnTo>
                  <a:pt x="1120" y="1383"/>
                </a:lnTo>
                <a:lnTo>
                  <a:pt x="605" y="1383"/>
                </a:lnTo>
                <a:lnTo>
                  <a:pt x="578" y="1383"/>
                </a:lnTo>
                <a:lnTo>
                  <a:pt x="527" y="1372"/>
                </a:lnTo>
                <a:lnTo>
                  <a:pt x="480" y="1352"/>
                </a:lnTo>
                <a:lnTo>
                  <a:pt x="438" y="1324"/>
                </a:lnTo>
                <a:lnTo>
                  <a:pt x="404" y="1288"/>
                </a:lnTo>
                <a:lnTo>
                  <a:pt x="375" y="1247"/>
                </a:lnTo>
                <a:lnTo>
                  <a:pt x="355" y="1201"/>
                </a:lnTo>
                <a:lnTo>
                  <a:pt x="344" y="1149"/>
                </a:lnTo>
                <a:lnTo>
                  <a:pt x="343" y="1123"/>
                </a:lnTo>
                <a:lnTo>
                  <a:pt x="343" y="608"/>
                </a:lnTo>
                <a:lnTo>
                  <a:pt x="344" y="581"/>
                </a:lnTo>
                <a:lnTo>
                  <a:pt x="355" y="531"/>
                </a:lnTo>
                <a:lnTo>
                  <a:pt x="375" y="483"/>
                </a:lnTo>
                <a:lnTo>
                  <a:pt x="404" y="441"/>
                </a:lnTo>
                <a:lnTo>
                  <a:pt x="438" y="407"/>
                </a:lnTo>
                <a:lnTo>
                  <a:pt x="480" y="378"/>
                </a:lnTo>
                <a:lnTo>
                  <a:pt x="527" y="358"/>
                </a:lnTo>
                <a:lnTo>
                  <a:pt x="578" y="348"/>
                </a:lnTo>
                <a:lnTo>
                  <a:pt x="605" y="346"/>
                </a:lnTo>
                <a:lnTo>
                  <a:pt x="1120" y="346"/>
                </a:lnTo>
                <a:lnTo>
                  <a:pt x="1146" y="348"/>
                </a:lnTo>
                <a:lnTo>
                  <a:pt x="1198" y="358"/>
                </a:lnTo>
                <a:lnTo>
                  <a:pt x="1244" y="378"/>
                </a:lnTo>
                <a:lnTo>
                  <a:pt x="1286" y="407"/>
                </a:lnTo>
                <a:lnTo>
                  <a:pt x="1322" y="441"/>
                </a:lnTo>
                <a:lnTo>
                  <a:pt x="1350" y="483"/>
                </a:lnTo>
                <a:lnTo>
                  <a:pt x="1369" y="531"/>
                </a:lnTo>
                <a:lnTo>
                  <a:pt x="1381" y="581"/>
                </a:lnTo>
                <a:lnTo>
                  <a:pt x="1381" y="608"/>
                </a:lnTo>
                <a:lnTo>
                  <a:pt x="1381" y="112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"/>
          <p:cNvSpPr/>
          <p:nvPr/>
        </p:nvSpPr>
        <p:spPr>
          <a:xfrm rot="5400000">
            <a:off x="10347961" y="300775"/>
            <a:ext cx="106209" cy="201573"/>
          </a:xfrm>
          <a:custGeom>
            <a:avLst/>
            <a:gdLst/>
            <a:ahLst/>
            <a:cxnLst/>
            <a:rect l="l" t="t" r="r" b="b"/>
            <a:pathLst>
              <a:path w="851" h="1617" extrusionOk="0">
                <a:moveTo>
                  <a:pt x="711" y="92"/>
                </a:moveTo>
                <a:lnTo>
                  <a:pt x="586" y="92"/>
                </a:lnTo>
                <a:lnTo>
                  <a:pt x="586" y="0"/>
                </a:lnTo>
                <a:lnTo>
                  <a:pt x="258" y="0"/>
                </a:lnTo>
                <a:lnTo>
                  <a:pt x="258" y="92"/>
                </a:lnTo>
                <a:lnTo>
                  <a:pt x="140" y="92"/>
                </a:lnTo>
                <a:lnTo>
                  <a:pt x="111" y="95"/>
                </a:lnTo>
                <a:lnTo>
                  <a:pt x="61" y="117"/>
                </a:lnTo>
                <a:lnTo>
                  <a:pt x="23" y="154"/>
                </a:lnTo>
                <a:lnTo>
                  <a:pt x="1" y="205"/>
                </a:lnTo>
                <a:lnTo>
                  <a:pt x="0" y="233"/>
                </a:lnTo>
                <a:lnTo>
                  <a:pt x="0" y="1477"/>
                </a:lnTo>
                <a:lnTo>
                  <a:pt x="1" y="1506"/>
                </a:lnTo>
                <a:lnTo>
                  <a:pt x="23" y="1556"/>
                </a:lnTo>
                <a:lnTo>
                  <a:pt x="61" y="1594"/>
                </a:lnTo>
                <a:lnTo>
                  <a:pt x="111" y="1615"/>
                </a:lnTo>
                <a:lnTo>
                  <a:pt x="140" y="1617"/>
                </a:lnTo>
                <a:lnTo>
                  <a:pt x="711" y="1617"/>
                </a:lnTo>
                <a:lnTo>
                  <a:pt x="740" y="1615"/>
                </a:lnTo>
                <a:lnTo>
                  <a:pt x="790" y="1594"/>
                </a:lnTo>
                <a:lnTo>
                  <a:pt x="828" y="1556"/>
                </a:lnTo>
                <a:lnTo>
                  <a:pt x="850" y="1506"/>
                </a:lnTo>
                <a:lnTo>
                  <a:pt x="851" y="1477"/>
                </a:lnTo>
                <a:lnTo>
                  <a:pt x="851" y="233"/>
                </a:lnTo>
                <a:lnTo>
                  <a:pt x="850" y="205"/>
                </a:lnTo>
                <a:lnTo>
                  <a:pt x="828" y="154"/>
                </a:lnTo>
                <a:lnTo>
                  <a:pt x="790" y="117"/>
                </a:lnTo>
                <a:lnTo>
                  <a:pt x="740" y="95"/>
                </a:lnTo>
                <a:lnTo>
                  <a:pt x="711" y="92"/>
                </a:lnTo>
                <a:close/>
                <a:moveTo>
                  <a:pt x="757" y="1477"/>
                </a:moveTo>
                <a:lnTo>
                  <a:pt x="757" y="1487"/>
                </a:lnTo>
                <a:lnTo>
                  <a:pt x="750" y="1503"/>
                </a:lnTo>
                <a:lnTo>
                  <a:pt x="737" y="1516"/>
                </a:lnTo>
                <a:lnTo>
                  <a:pt x="721" y="1523"/>
                </a:lnTo>
                <a:lnTo>
                  <a:pt x="711" y="1525"/>
                </a:lnTo>
                <a:lnTo>
                  <a:pt x="140" y="1525"/>
                </a:lnTo>
                <a:lnTo>
                  <a:pt x="131" y="1523"/>
                </a:lnTo>
                <a:lnTo>
                  <a:pt x="114" y="1516"/>
                </a:lnTo>
                <a:lnTo>
                  <a:pt x="101" y="1503"/>
                </a:lnTo>
                <a:lnTo>
                  <a:pt x="94" y="1487"/>
                </a:lnTo>
                <a:lnTo>
                  <a:pt x="94" y="1477"/>
                </a:lnTo>
                <a:lnTo>
                  <a:pt x="94" y="233"/>
                </a:lnTo>
                <a:lnTo>
                  <a:pt x="94" y="223"/>
                </a:lnTo>
                <a:lnTo>
                  <a:pt x="101" y="206"/>
                </a:lnTo>
                <a:lnTo>
                  <a:pt x="114" y="194"/>
                </a:lnTo>
                <a:lnTo>
                  <a:pt x="131" y="187"/>
                </a:lnTo>
                <a:lnTo>
                  <a:pt x="140" y="186"/>
                </a:lnTo>
                <a:lnTo>
                  <a:pt x="711" y="186"/>
                </a:lnTo>
                <a:lnTo>
                  <a:pt x="721" y="187"/>
                </a:lnTo>
                <a:lnTo>
                  <a:pt x="737" y="194"/>
                </a:lnTo>
                <a:lnTo>
                  <a:pt x="750" y="206"/>
                </a:lnTo>
                <a:lnTo>
                  <a:pt x="757" y="223"/>
                </a:lnTo>
                <a:lnTo>
                  <a:pt x="757" y="233"/>
                </a:lnTo>
                <a:lnTo>
                  <a:pt x="757" y="1477"/>
                </a:lnTo>
                <a:close/>
                <a:moveTo>
                  <a:pt x="707" y="1468"/>
                </a:moveTo>
                <a:lnTo>
                  <a:pt x="144" y="1468"/>
                </a:lnTo>
                <a:lnTo>
                  <a:pt x="144" y="1264"/>
                </a:lnTo>
                <a:lnTo>
                  <a:pt x="707" y="1264"/>
                </a:lnTo>
                <a:lnTo>
                  <a:pt x="707" y="1468"/>
                </a:lnTo>
                <a:close/>
                <a:moveTo>
                  <a:pt x="707" y="1213"/>
                </a:moveTo>
                <a:lnTo>
                  <a:pt x="144" y="1213"/>
                </a:lnTo>
                <a:lnTo>
                  <a:pt x="144" y="1009"/>
                </a:lnTo>
                <a:lnTo>
                  <a:pt x="707" y="1009"/>
                </a:lnTo>
                <a:lnTo>
                  <a:pt x="707" y="1213"/>
                </a:lnTo>
                <a:close/>
                <a:moveTo>
                  <a:pt x="707" y="958"/>
                </a:moveTo>
                <a:lnTo>
                  <a:pt x="144" y="958"/>
                </a:lnTo>
                <a:lnTo>
                  <a:pt x="144" y="754"/>
                </a:lnTo>
                <a:lnTo>
                  <a:pt x="707" y="754"/>
                </a:lnTo>
                <a:lnTo>
                  <a:pt x="707" y="958"/>
                </a:lnTo>
                <a:close/>
                <a:moveTo>
                  <a:pt x="707" y="703"/>
                </a:moveTo>
                <a:lnTo>
                  <a:pt x="144" y="703"/>
                </a:lnTo>
                <a:lnTo>
                  <a:pt x="144" y="499"/>
                </a:lnTo>
                <a:lnTo>
                  <a:pt x="707" y="499"/>
                </a:lnTo>
                <a:lnTo>
                  <a:pt x="707" y="703"/>
                </a:lnTo>
                <a:close/>
                <a:moveTo>
                  <a:pt x="707" y="448"/>
                </a:moveTo>
                <a:lnTo>
                  <a:pt x="144" y="448"/>
                </a:lnTo>
                <a:lnTo>
                  <a:pt x="144" y="243"/>
                </a:lnTo>
                <a:lnTo>
                  <a:pt x="707" y="243"/>
                </a:lnTo>
                <a:lnTo>
                  <a:pt x="707" y="448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9988322" y="320145"/>
            <a:ext cx="34336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8951163" y="320145"/>
            <a:ext cx="540533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5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PPTBIZCAM</a:t>
            </a:r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653849" y="193036"/>
            <a:ext cx="114952" cy="114952"/>
          </a:xfrm>
          <a:prstGeom prst="rect">
            <a:avLst/>
          </a:prstGeom>
          <a:solidFill>
            <a:srgbClr val="90DA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882261" y="261950"/>
            <a:ext cx="114952" cy="11495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653849" y="376903"/>
            <a:ext cx="114952" cy="114952"/>
          </a:xfrm>
          <a:prstGeom prst="rect">
            <a:avLst/>
          </a:prstGeom>
          <a:solidFill>
            <a:srgbClr val="90DA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882261" y="422936"/>
            <a:ext cx="114952" cy="11495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7213" y="3221167"/>
            <a:ext cx="10228481" cy="1674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5"/>
          <p:cNvGrpSpPr/>
          <p:nvPr/>
        </p:nvGrpSpPr>
        <p:grpSpPr>
          <a:xfrm>
            <a:off x="150812" y="-46035"/>
            <a:ext cx="11890375" cy="6726235"/>
            <a:chOff x="150812" y="-46035"/>
            <a:chExt cx="11890375" cy="6726235"/>
          </a:xfrm>
        </p:grpSpPr>
        <p:sp>
          <p:nvSpPr>
            <p:cNvPr id="197" name="Google Shape;197;p5"/>
            <p:cNvSpPr/>
            <p:nvPr/>
          </p:nvSpPr>
          <p:spPr>
            <a:xfrm>
              <a:off x="150812" y="0"/>
              <a:ext cx="11890375" cy="6680200"/>
            </a:xfrm>
            <a:prstGeom prst="round2SameRect">
              <a:avLst>
                <a:gd name="adj1" fmla="val 0"/>
                <a:gd name="adj2" fmla="val 5079"/>
              </a:avLst>
            </a:prstGeom>
            <a:solidFill>
              <a:srgbClr val="E4F7F5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286543" y="0"/>
              <a:ext cx="11618912" cy="6509543"/>
            </a:xfrm>
            <a:prstGeom prst="round2SameRect">
              <a:avLst>
                <a:gd name="adj1" fmla="val 0"/>
                <a:gd name="adj2" fmla="val 3479"/>
              </a:avLst>
            </a:prstGeom>
            <a:solidFill>
              <a:schemeClr val="lt1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286544" y="-46035"/>
              <a:ext cx="11618912" cy="771525"/>
            </a:xfrm>
            <a:prstGeom prst="round2SameRect">
              <a:avLst>
                <a:gd name="adj1" fmla="val 0"/>
                <a:gd name="adj2" fmla="val 29630"/>
              </a:avLst>
            </a:prstGeom>
            <a:solidFill>
              <a:schemeClr val="lt1"/>
            </a:solidFill>
            <a:ln>
              <a:noFill/>
            </a:ln>
            <a:effectLst>
              <a:outerShdw blurRad="165100" dist="38100" dir="5400000" algn="t" rotWithShape="0">
                <a:srgbClr val="000000">
                  <a:alpha val="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1. 프로젝트 개요</a:t>
              </a:r>
              <a:endParaRPr sz="30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0" name="Google Shape;200;p5"/>
            <p:cNvGrpSpPr/>
            <p:nvPr/>
          </p:nvGrpSpPr>
          <p:grpSpPr>
            <a:xfrm>
              <a:off x="11067369" y="185874"/>
              <a:ext cx="429876" cy="429876"/>
              <a:chOff x="215317" y="343634"/>
              <a:chExt cx="684000" cy="684000"/>
            </a:xfrm>
          </p:grpSpPr>
          <p:sp>
            <p:nvSpPr>
              <p:cNvPr id="201" name="Google Shape;201;p5"/>
              <p:cNvSpPr/>
              <p:nvPr/>
            </p:nvSpPr>
            <p:spPr>
              <a:xfrm>
                <a:off x="215317" y="343634"/>
                <a:ext cx="684000" cy="684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9F3FC"/>
                  </a:gs>
                  <a:gs pos="86000">
                    <a:srgbClr val="E9F3FC"/>
                  </a:gs>
                  <a:gs pos="100000">
                    <a:srgbClr val="4E5DA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542925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rgbClr val="323F4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02" name="Google Shape;202;p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2555" y="386637"/>
                <a:ext cx="546554" cy="5465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3" name="Google Shape;203;p5"/>
            <p:cNvGrpSpPr/>
            <p:nvPr/>
          </p:nvGrpSpPr>
          <p:grpSpPr>
            <a:xfrm>
              <a:off x="8951163" y="320145"/>
              <a:ext cx="1550689" cy="169277"/>
              <a:chOff x="9512757" y="369386"/>
              <a:chExt cx="2051714" cy="223970"/>
            </a:xfrm>
          </p:grpSpPr>
          <p:grpSp>
            <p:nvGrpSpPr>
              <p:cNvPr id="204" name="Google Shape;204;p5"/>
              <p:cNvGrpSpPr/>
              <p:nvPr/>
            </p:nvGrpSpPr>
            <p:grpSpPr>
              <a:xfrm>
                <a:off x="10750964" y="406846"/>
                <a:ext cx="132372" cy="140525"/>
                <a:chOff x="4594" y="900"/>
                <a:chExt cx="276" cy="293"/>
              </a:xfrm>
            </p:grpSpPr>
            <p:sp>
              <p:nvSpPr>
                <p:cNvPr id="205" name="Google Shape;205;p5"/>
                <p:cNvSpPr/>
                <p:nvPr/>
              </p:nvSpPr>
              <p:spPr>
                <a:xfrm>
                  <a:off x="4594" y="900"/>
                  <a:ext cx="102" cy="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3" extrusionOk="0">
                      <a:moveTo>
                        <a:pt x="72" y="263"/>
                      </a:moveTo>
                      <a:lnTo>
                        <a:pt x="91" y="236"/>
                      </a:lnTo>
                      <a:lnTo>
                        <a:pt x="139" y="187"/>
                      </a:lnTo>
                      <a:lnTo>
                        <a:pt x="193" y="148"/>
                      </a:lnTo>
                      <a:lnTo>
                        <a:pt x="255" y="119"/>
                      </a:lnTo>
                      <a:lnTo>
                        <a:pt x="290" y="110"/>
                      </a:lnTo>
                      <a:lnTo>
                        <a:pt x="299" y="106"/>
                      </a:lnTo>
                      <a:lnTo>
                        <a:pt x="305" y="97"/>
                      </a:lnTo>
                      <a:lnTo>
                        <a:pt x="307" y="87"/>
                      </a:lnTo>
                      <a:lnTo>
                        <a:pt x="303" y="77"/>
                      </a:lnTo>
                      <a:lnTo>
                        <a:pt x="292" y="60"/>
                      </a:lnTo>
                      <a:lnTo>
                        <a:pt x="263" y="33"/>
                      </a:lnTo>
                      <a:lnTo>
                        <a:pt x="227" y="13"/>
                      </a:lnTo>
                      <a:lnTo>
                        <a:pt x="186" y="1"/>
                      </a:lnTo>
                      <a:lnTo>
                        <a:pt x="165" y="0"/>
                      </a:lnTo>
                      <a:lnTo>
                        <a:pt x="131" y="3"/>
                      </a:lnTo>
                      <a:lnTo>
                        <a:pt x="72" y="27"/>
                      </a:lnTo>
                      <a:lnTo>
                        <a:pt x="27" y="72"/>
                      </a:lnTo>
                      <a:lnTo>
                        <a:pt x="3" y="131"/>
                      </a:lnTo>
                      <a:lnTo>
                        <a:pt x="0" y="164"/>
                      </a:lnTo>
                      <a:lnTo>
                        <a:pt x="1" y="192"/>
                      </a:lnTo>
                      <a:lnTo>
                        <a:pt x="20" y="243"/>
                      </a:lnTo>
                      <a:lnTo>
                        <a:pt x="36" y="266"/>
                      </a:lnTo>
                      <a:lnTo>
                        <a:pt x="43" y="273"/>
                      </a:lnTo>
                      <a:lnTo>
                        <a:pt x="53" y="273"/>
                      </a:lnTo>
                      <a:lnTo>
                        <a:pt x="65" y="271"/>
                      </a:lnTo>
                      <a:lnTo>
                        <a:pt x="72" y="2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" name="Google Shape;206;p5"/>
                <p:cNvSpPr/>
                <p:nvPr/>
              </p:nvSpPr>
              <p:spPr>
                <a:xfrm>
                  <a:off x="4768" y="900"/>
                  <a:ext cx="102" cy="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1" extrusionOk="0">
                      <a:moveTo>
                        <a:pt x="143" y="0"/>
                      </a:moveTo>
                      <a:lnTo>
                        <a:pt x="121" y="1"/>
                      </a:lnTo>
                      <a:lnTo>
                        <a:pt x="81" y="11"/>
                      </a:lnTo>
                      <a:lnTo>
                        <a:pt x="46" y="31"/>
                      </a:lnTo>
                      <a:lnTo>
                        <a:pt x="16" y="60"/>
                      </a:lnTo>
                      <a:lnTo>
                        <a:pt x="4" y="76"/>
                      </a:lnTo>
                      <a:lnTo>
                        <a:pt x="0" y="86"/>
                      </a:lnTo>
                      <a:lnTo>
                        <a:pt x="3" y="96"/>
                      </a:lnTo>
                      <a:lnTo>
                        <a:pt x="9" y="106"/>
                      </a:lnTo>
                      <a:lnTo>
                        <a:pt x="19" y="110"/>
                      </a:lnTo>
                      <a:lnTo>
                        <a:pt x="52" y="119"/>
                      </a:lnTo>
                      <a:lnTo>
                        <a:pt x="115" y="148"/>
                      </a:lnTo>
                      <a:lnTo>
                        <a:pt x="170" y="187"/>
                      </a:lnTo>
                      <a:lnTo>
                        <a:pt x="218" y="234"/>
                      </a:lnTo>
                      <a:lnTo>
                        <a:pt x="237" y="261"/>
                      </a:lnTo>
                      <a:lnTo>
                        <a:pt x="245" y="270"/>
                      </a:lnTo>
                      <a:lnTo>
                        <a:pt x="255" y="271"/>
                      </a:lnTo>
                      <a:lnTo>
                        <a:pt x="266" y="270"/>
                      </a:lnTo>
                      <a:lnTo>
                        <a:pt x="274" y="263"/>
                      </a:lnTo>
                      <a:lnTo>
                        <a:pt x="289" y="241"/>
                      </a:lnTo>
                      <a:lnTo>
                        <a:pt x="306" y="191"/>
                      </a:lnTo>
                      <a:lnTo>
                        <a:pt x="307" y="164"/>
                      </a:lnTo>
                      <a:lnTo>
                        <a:pt x="306" y="131"/>
                      </a:lnTo>
                      <a:lnTo>
                        <a:pt x="280" y="72"/>
                      </a:lnTo>
                      <a:lnTo>
                        <a:pt x="235" y="27"/>
                      </a:lnTo>
                      <a:lnTo>
                        <a:pt x="178" y="3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" name="Google Shape;207;p5"/>
                <p:cNvSpPr/>
                <p:nvPr/>
              </p:nvSpPr>
              <p:spPr>
                <a:xfrm>
                  <a:off x="4612" y="947"/>
                  <a:ext cx="241" cy="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37" extrusionOk="0">
                      <a:moveTo>
                        <a:pt x="725" y="361"/>
                      </a:moveTo>
                      <a:lnTo>
                        <a:pt x="722" y="313"/>
                      </a:lnTo>
                      <a:lnTo>
                        <a:pt x="699" y="225"/>
                      </a:lnTo>
                      <a:lnTo>
                        <a:pt x="679" y="187"/>
                      </a:lnTo>
                      <a:lnTo>
                        <a:pt x="659" y="151"/>
                      </a:lnTo>
                      <a:lnTo>
                        <a:pt x="604" y="90"/>
                      </a:lnTo>
                      <a:lnTo>
                        <a:pt x="536" y="44"/>
                      </a:lnTo>
                      <a:lnTo>
                        <a:pt x="459" y="13"/>
                      </a:lnTo>
                      <a:lnTo>
                        <a:pt x="418" y="4"/>
                      </a:lnTo>
                      <a:lnTo>
                        <a:pt x="390" y="1"/>
                      </a:lnTo>
                      <a:lnTo>
                        <a:pt x="363" y="0"/>
                      </a:lnTo>
                      <a:lnTo>
                        <a:pt x="334" y="1"/>
                      </a:lnTo>
                      <a:lnTo>
                        <a:pt x="305" y="5"/>
                      </a:lnTo>
                      <a:lnTo>
                        <a:pt x="263" y="13"/>
                      </a:lnTo>
                      <a:lnTo>
                        <a:pt x="187" y="44"/>
                      </a:lnTo>
                      <a:lnTo>
                        <a:pt x="120" y="92"/>
                      </a:lnTo>
                      <a:lnTo>
                        <a:pt x="67" y="152"/>
                      </a:lnTo>
                      <a:lnTo>
                        <a:pt x="45" y="188"/>
                      </a:lnTo>
                      <a:lnTo>
                        <a:pt x="25" y="227"/>
                      </a:lnTo>
                      <a:lnTo>
                        <a:pt x="3" y="313"/>
                      </a:lnTo>
                      <a:lnTo>
                        <a:pt x="0" y="361"/>
                      </a:lnTo>
                      <a:lnTo>
                        <a:pt x="2" y="399"/>
                      </a:lnTo>
                      <a:lnTo>
                        <a:pt x="19" y="476"/>
                      </a:lnTo>
                      <a:lnTo>
                        <a:pt x="51" y="543"/>
                      </a:lnTo>
                      <a:lnTo>
                        <a:pt x="96" y="604"/>
                      </a:lnTo>
                      <a:lnTo>
                        <a:pt x="123" y="630"/>
                      </a:lnTo>
                      <a:lnTo>
                        <a:pt x="93" y="673"/>
                      </a:lnTo>
                      <a:lnTo>
                        <a:pt x="84" y="687"/>
                      </a:lnTo>
                      <a:lnTo>
                        <a:pt x="90" y="719"/>
                      </a:lnTo>
                      <a:lnTo>
                        <a:pt x="103" y="729"/>
                      </a:lnTo>
                      <a:lnTo>
                        <a:pt x="113" y="736"/>
                      </a:lnTo>
                      <a:lnTo>
                        <a:pt x="126" y="737"/>
                      </a:lnTo>
                      <a:lnTo>
                        <a:pt x="136" y="736"/>
                      </a:lnTo>
                      <a:lnTo>
                        <a:pt x="153" y="727"/>
                      </a:lnTo>
                      <a:lnTo>
                        <a:pt x="159" y="720"/>
                      </a:lnTo>
                      <a:lnTo>
                        <a:pt x="189" y="677"/>
                      </a:lnTo>
                      <a:lnTo>
                        <a:pt x="230" y="696"/>
                      </a:lnTo>
                      <a:lnTo>
                        <a:pt x="316" y="719"/>
                      </a:lnTo>
                      <a:lnTo>
                        <a:pt x="363" y="720"/>
                      </a:lnTo>
                      <a:lnTo>
                        <a:pt x="409" y="719"/>
                      </a:lnTo>
                      <a:lnTo>
                        <a:pt x="495" y="696"/>
                      </a:lnTo>
                      <a:lnTo>
                        <a:pt x="536" y="677"/>
                      </a:lnTo>
                      <a:lnTo>
                        <a:pt x="566" y="720"/>
                      </a:lnTo>
                      <a:lnTo>
                        <a:pt x="572" y="727"/>
                      </a:lnTo>
                      <a:lnTo>
                        <a:pt x="589" y="736"/>
                      </a:lnTo>
                      <a:lnTo>
                        <a:pt x="599" y="737"/>
                      </a:lnTo>
                      <a:lnTo>
                        <a:pt x="612" y="736"/>
                      </a:lnTo>
                      <a:lnTo>
                        <a:pt x="622" y="729"/>
                      </a:lnTo>
                      <a:lnTo>
                        <a:pt x="635" y="719"/>
                      </a:lnTo>
                      <a:lnTo>
                        <a:pt x="640" y="687"/>
                      </a:lnTo>
                      <a:lnTo>
                        <a:pt x="633" y="673"/>
                      </a:lnTo>
                      <a:lnTo>
                        <a:pt x="602" y="630"/>
                      </a:lnTo>
                      <a:lnTo>
                        <a:pt x="630" y="604"/>
                      </a:lnTo>
                      <a:lnTo>
                        <a:pt x="674" y="543"/>
                      </a:lnTo>
                      <a:lnTo>
                        <a:pt x="706" y="476"/>
                      </a:lnTo>
                      <a:lnTo>
                        <a:pt x="723" y="399"/>
                      </a:lnTo>
                      <a:lnTo>
                        <a:pt x="725" y="361"/>
                      </a:lnTo>
                      <a:close/>
                      <a:moveTo>
                        <a:pt x="363" y="619"/>
                      </a:moveTo>
                      <a:lnTo>
                        <a:pt x="335" y="619"/>
                      </a:lnTo>
                      <a:lnTo>
                        <a:pt x="285" y="608"/>
                      </a:lnTo>
                      <a:lnTo>
                        <a:pt x="239" y="589"/>
                      </a:lnTo>
                      <a:lnTo>
                        <a:pt x="197" y="561"/>
                      </a:lnTo>
                      <a:lnTo>
                        <a:pt x="161" y="526"/>
                      </a:lnTo>
                      <a:lnTo>
                        <a:pt x="133" y="484"/>
                      </a:lnTo>
                      <a:lnTo>
                        <a:pt x="113" y="438"/>
                      </a:lnTo>
                      <a:lnTo>
                        <a:pt x="103" y="386"/>
                      </a:lnTo>
                      <a:lnTo>
                        <a:pt x="101" y="361"/>
                      </a:lnTo>
                      <a:lnTo>
                        <a:pt x="103" y="328"/>
                      </a:lnTo>
                      <a:lnTo>
                        <a:pt x="120" y="266"/>
                      </a:lnTo>
                      <a:lnTo>
                        <a:pt x="133" y="237"/>
                      </a:lnTo>
                      <a:lnTo>
                        <a:pt x="149" y="211"/>
                      </a:lnTo>
                      <a:lnTo>
                        <a:pt x="188" y="166"/>
                      </a:lnTo>
                      <a:lnTo>
                        <a:pt x="237" y="133"/>
                      </a:lnTo>
                      <a:lnTo>
                        <a:pt x="292" y="110"/>
                      </a:lnTo>
                      <a:lnTo>
                        <a:pt x="322" y="105"/>
                      </a:lnTo>
                      <a:lnTo>
                        <a:pt x="342" y="102"/>
                      </a:lnTo>
                      <a:lnTo>
                        <a:pt x="363" y="100"/>
                      </a:lnTo>
                      <a:lnTo>
                        <a:pt x="381" y="102"/>
                      </a:lnTo>
                      <a:lnTo>
                        <a:pt x="400" y="103"/>
                      </a:lnTo>
                      <a:lnTo>
                        <a:pt x="431" y="109"/>
                      </a:lnTo>
                      <a:lnTo>
                        <a:pt x="487" y="132"/>
                      </a:lnTo>
                      <a:lnTo>
                        <a:pt x="536" y="166"/>
                      </a:lnTo>
                      <a:lnTo>
                        <a:pt x="576" y="211"/>
                      </a:lnTo>
                      <a:lnTo>
                        <a:pt x="592" y="237"/>
                      </a:lnTo>
                      <a:lnTo>
                        <a:pt x="605" y="264"/>
                      </a:lnTo>
                      <a:lnTo>
                        <a:pt x="622" y="328"/>
                      </a:lnTo>
                      <a:lnTo>
                        <a:pt x="624" y="361"/>
                      </a:lnTo>
                      <a:lnTo>
                        <a:pt x="622" y="386"/>
                      </a:lnTo>
                      <a:lnTo>
                        <a:pt x="612" y="438"/>
                      </a:lnTo>
                      <a:lnTo>
                        <a:pt x="592" y="484"/>
                      </a:lnTo>
                      <a:lnTo>
                        <a:pt x="563" y="526"/>
                      </a:lnTo>
                      <a:lnTo>
                        <a:pt x="529" y="561"/>
                      </a:lnTo>
                      <a:lnTo>
                        <a:pt x="487" y="589"/>
                      </a:lnTo>
                      <a:lnTo>
                        <a:pt x="441" y="608"/>
                      </a:lnTo>
                      <a:lnTo>
                        <a:pt x="389" y="619"/>
                      </a:lnTo>
                      <a:lnTo>
                        <a:pt x="363" y="6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" name="Google Shape;208;p5"/>
                <p:cNvSpPr/>
                <p:nvPr/>
              </p:nvSpPr>
              <p:spPr>
                <a:xfrm>
                  <a:off x="4716" y="1006"/>
                  <a:ext cx="7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98" extrusionOk="0">
                      <a:moveTo>
                        <a:pt x="194" y="245"/>
                      </a:moveTo>
                      <a:lnTo>
                        <a:pt x="95" y="183"/>
                      </a:lnTo>
                      <a:lnTo>
                        <a:pt x="91" y="167"/>
                      </a:lnTo>
                      <a:lnTo>
                        <a:pt x="78" y="156"/>
                      </a:lnTo>
                      <a:lnTo>
                        <a:pt x="83" y="31"/>
                      </a:lnTo>
                      <a:lnTo>
                        <a:pt x="82" y="19"/>
                      </a:lnTo>
                      <a:lnTo>
                        <a:pt x="66" y="3"/>
                      </a:lnTo>
                      <a:lnTo>
                        <a:pt x="54" y="0"/>
                      </a:lnTo>
                      <a:lnTo>
                        <a:pt x="43" y="2"/>
                      </a:lnTo>
                      <a:lnTo>
                        <a:pt x="27" y="18"/>
                      </a:lnTo>
                      <a:lnTo>
                        <a:pt x="26" y="29"/>
                      </a:lnTo>
                      <a:lnTo>
                        <a:pt x="20" y="153"/>
                      </a:lnTo>
                      <a:lnTo>
                        <a:pt x="11" y="160"/>
                      </a:lnTo>
                      <a:lnTo>
                        <a:pt x="1" y="180"/>
                      </a:lnTo>
                      <a:lnTo>
                        <a:pt x="0" y="192"/>
                      </a:lnTo>
                      <a:lnTo>
                        <a:pt x="1" y="202"/>
                      </a:lnTo>
                      <a:lnTo>
                        <a:pt x="8" y="219"/>
                      </a:lnTo>
                      <a:lnTo>
                        <a:pt x="21" y="232"/>
                      </a:lnTo>
                      <a:lnTo>
                        <a:pt x="39" y="239"/>
                      </a:lnTo>
                      <a:lnTo>
                        <a:pt x="49" y="241"/>
                      </a:lnTo>
                      <a:lnTo>
                        <a:pt x="59" y="239"/>
                      </a:lnTo>
                      <a:lnTo>
                        <a:pt x="69" y="235"/>
                      </a:lnTo>
                      <a:lnTo>
                        <a:pt x="164" y="294"/>
                      </a:lnTo>
                      <a:lnTo>
                        <a:pt x="171" y="298"/>
                      </a:lnTo>
                      <a:lnTo>
                        <a:pt x="180" y="298"/>
                      </a:lnTo>
                      <a:lnTo>
                        <a:pt x="187" y="298"/>
                      </a:lnTo>
                      <a:lnTo>
                        <a:pt x="199" y="291"/>
                      </a:lnTo>
                      <a:lnTo>
                        <a:pt x="205" y="285"/>
                      </a:lnTo>
                      <a:lnTo>
                        <a:pt x="209" y="274"/>
                      </a:lnTo>
                      <a:lnTo>
                        <a:pt x="203" y="252"/>
                      </a:lnTo>
                      <a:lnTo>
                        <a:pt x="194" y="2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9" name="Google Shape;209;p5"/>
              <p:cNvGrpSpPr/>
              <p:nvPr/>
            </p:nvGrpSpPr>
            <p:grpSpPr>
              <a:xfrm>
                <a:off x="10506302" y="406846"/>
                <a:ext cx="140525" cy="140525"/>
                <a:chOff x="1747" y="423"/>
                <a:chExt cx="575" cy="575"/>
              </a:xfrm>
            </p:grpSpPr>
            <p:sp>
              <p:nvSpPr>
                <p:cNvPr id="210" name="Google Shape;210;p5"/>
                <p:cNvSpPr/>
                <p:nvPr/>
              </p:nvSpPr>
              <p:spPr>
                <a:xfrm>
                  <a:off x="1899" y="577"/>
                  <a:ext cx="271" cy="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811" extrusionOk="0">
                      <a:moveTo>
                        <a:pt x="663" y="0"/>
                      </a:moveTo>
                      <a:lnTo>
                        <a:pt x="148" y="0"/>
                      </a:lnTo>
                      <a:lnTo>
                        <a:pt x="118" y="1"/>
                      </a:lnTo>
                      <a:lnTo>
                        <a:pt x="65" y="24"/>
                      </a:lnTo>
                      <a:lnTo>
                        <a:pt x="24" y="65"/>
                      </a:lnTo>
                      <a:lnTo>
                        <a:pt x="1" y="118"/>
                      </a:lnTo>
                      <a:lnTo>
                        <a:pt x="0" y="148"/>
                      </a:lnTo>
                      <a:lnTo>
                        <a:pt x="0" y="663"/>
                      </a:lnTo>
                      <a:lnTo>
                        <a:pt x="1" y="693"/>
                      </a:lnTo>
                      <a:lnTo>
                        <a:pt x="24" y="746"/>
                      </a:lnTo>
                      <a:lnTo>
                        <a:pt x="65" y="787"/>
                      </a:lnTo>
                      <a:lnTo>
                        <a:pt x="118" y="808"/>
                      </a:lnTo>
                      <a:lnTo>
                        <a:pt x="148" y="811"/>
                      </a:lnTo>
                      <a:lnTo>
                        <a:pt x="663" y="811"/>
                      </a:lnTo>
                      <a:lnTo>
                        <a:pt x="693" y="808"/>
                      </a:lnTo>
                      <a:lnTo>
                        <a:pt x="746" y="787"/>
                      </a:lnTo>
                      <a:lnTo>
                        <a:pt x="787" y="746"/>
                      </a:lnTo>
                      <a:lnTo>
                        <a:pt x="810" y="693"/>
                      </a:lnTo>
                      <a:lnTo>
                        <a:pt x="811" y="663"/>
                      </a:lnTo>
                      <a:lnTo>
                        <a:pt x="811" y="148"/>
                      </a:lnTo>
                      <a:lnTo>
                        <a:pt x="810" y="118"/>
                      </a:lnTo>
                      <a:lnTo>
                        <a:pt x="787" y="65"/>
                      </a:lnTo>
                      <a:lnTo>
                        <a:pt x="746" y="24"/>
                      </a:lnTo>
                      <a:lnTo>
                        <a:pt x="693" y="1"/>
                      </a:lnTo>
                      <a:lnTo>
                        <a:pt x="663" y="0"/>
                      </a:lnTo>
                      <a:close/>
                      <a:moveTo>
                        <a:pt x="405" y="673"/>
                      </a:moveTo>
                      <a:lnTo>
                        <a:pt x="377" y="671"/>
                      </a:lnTo>
                      <a:lnTo>
                        <a:pt x="326" y="661"/>
                      </a:lnTo>
                      <a:lnTo>
                        <a:pt x="278" y="640"/>
                      </a:lnTo>
                      <a:lnTo>
                        <a:pt x="235" y="611"/>
                      </a:lnTo>
                      <a:lnTo>
                        <a:pt x="199" y="575"/>
                      </a:lnTo>
                      <a:lnTo>
                        <a:pt x="170" y="533"/>
                      </a:lnTo>
                      <a:lnTo>
                        <a:pt x="150" y="484"/>
                      </a:lnTo>
                      <a:lnTo>
                        <a:pt x="140" y="432"/>
                      </a:lnTo>
                      <a:lnTo>
                        <a:pt x="138" y="405"/>
                      </a:lnTo>
                      <a:lnTo>
                        <a:pt x="140" y="377"/>
                      </a:lnTo>
                      <a:lnTo>
                        <a:pt x="150" y="326"/>
                      </a:lnTo>
                      <a:lnTo>
                        <a:pt x="170" y="278"/>
                      </a:lnTo>
                      <a:lnTo>
                        <a:pt x="199" y="235"/>
                      </a:lnTo>
                      <a:lnTo>
                        <a:pt x="235" y="199"/>
                      </a:lnTo>
                      <a:lnTo>
                        <a:pt x="278" y="170"/>
                      </a:lnTo>
                      <a:lnTo>
                        <a:pt x="326" y="150"/>
                      </a:lnTo>
                      <a:lnTo>
                        <a:pt x="377" y="138"/>
                      </a:lnTo>
                      <a:lnTo>
                        <a:pt x="405" y="138"/>
                      </a:lnTo>
                      <a:lnTo>
                        <a:pt x="432" y="138"/>
                      </a:lnTo>
                      <a:lnTo>
                        <a:pt x="486" y="150"/>
                      </a:lnTo>
                      <a:lnTo>
                        <a:pt x="533" y="170"/>
                      </a:lnTo>
                      <a:lnTo>
                        <a:pt x="575" y="199"/>
                      </a:lnTo>
                      <a:lnTo>
                        <a:pt x="612" y="235"/>
                      </a:lnTo>
                      <a:lnTo>
                        <a:pt x="641" y="278"/>
                      </a:lnTo>
                      <a:lnTo>
                        <a:pt x="661" y="326"/>
                      </a:lnTo>
                      <a:lnTo>
                        <a:pt x="671" y="377"/>
                      </a:lnTo>
                      <a:lnTo>
                        <a:pt x="673" y="405"/>
                      </a:lnTo>
                      <a:lnTo>
                        <a:pt x="671" y="432"/>
                      </a:lnTo>
                      <a:lnTo>
                        <a:pt x="661" y="484"/>
                      </a:lnTo>
                      <a:lnTo>
                        <a:pt x="641" y="533"/>
                      </a:lnTo>
                      <a:lnTo>
                        <a:pt x="612" y="575"/>
                      </a:lnTo>
                      <a:lnTo>
                        <a:pt x="575" y="611"/>
                      </a:lnTo>
                      <a:lnTo>
                        <a:pt x="533" y="640"/>
                      </a:lnTo>
                      <a:lnTo>
                        <a:pt x="486" y="661"/>
                      </a:lnTo>
                      <a:lnTo>
                        <a:pt x="432" y="671"/>
                      </a:lnTo>
                      <a:lnTo>
                        <a:pt x="405" y="673"/>
                      </a:lnTo>
                      <a:close/>
                      <a:moveTo>
                        <a:pt x="682" y="193"/>
                      </a:moveTo>
                      <a:lnTo>
                        <a:pt x="669" y="193"/>
                      </a:lnTo>
                      <a:lnTo>
                        <a:pt x="646" y="183"/>
                      </a:lnTo>
                      <a:lnTo>
                        <a:pt x="628" y="166"/>
                      </a:lnTo>
                      <a:lnTo>
                        <a:pt x="620" y="143"/>
                      </a:lnTo>
                      <a:lnTo>
                        <a:pt x="618" y="130"/>
                      </a:lnTo>
                      <a:lnTo>
                        <a:pt x="620" y="117"/>
                      </a:lnTo>
                      <a:lnTo>
                        <a:pt x="628" y="95"/>
                      </a:lnTo>
                      <a:lnTo>
                        <a:pt x="646" y="78"/>
                      </a:lnTo>
                      <a:lnTo>
                        <a:pt x="669" y="68"/>
                      </a:lnTo>
                      <a:lnTo>
                        <a:pt x="682" y="66"/>
                      </a:lnTo>
                      <a:lnTo>
                        <a:pt x="695" y="68"/>
                      </a:lnTo>
                      <a:lnTo>
                        <a:pt x="716" y="78"/>
                      </a:lnTo>
                      <a:lnTo>
                        <a:pt x="733" y="95"/>
                      </a:lnTo>
                      <a:lnTo>
                        <a:pt x="744" y="117"/>
                      </a:lnTo>
                      <a:lnTo>
                        <a:pt x="745" y="130"/>
                      </a:lnTo>
                      <a:lnTo>
                        <a:pt x="744" y="143"/>
                      </a:lnTo>
                      <a:lnTo>
                        <a:pt x="733" y="166"/>
                      </a:lnTo>
                      <a:lnTo>
                        <a:pt x="716" y="183"/>
                      </a:lnTo>
                      <a:lnTo>
                        <a:pt x="695" y="193"/>
                      </a:lnTo>
                      <a:lnTo>
                        <a:pt x="682" y="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" name="Google Shape;211;p5"/>
                <p:cNvSpPr/>
                <p:nvPr/>
              </p:nvSpPr>
              <p:spPr>
                <a:xfrm>
                  <a:off x="1983" y="660"/>
                  <a:ext cx="103" cy="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" h="308" extrusionOk="0">
                      <a:moveTo>
                        <a:pt x="154" y="0"/>
                      </a:moveTo>
                      <a:lnTo>
                        <a:pt x="124" y="3"/>
                      </a:lnTo>
                      <a:lnTo>
                        <a:pt x="67" y="26"/>
                      </a:lnTo>
                      <a:lnTo>
                        <a:pt x="26" y="67"/>
                      </a:lnTo>
                      <a:lnTo>
                        <a:pt x="3" y="122"/>
                      </a:lnTo>
                      <a:lnTo>
                        <a:pt x="0" y="154"/>
                      </a:lnTo>
                      <a:lnTo>
                        <a:pt x="3" y="185"/>
                      </a:lnTo>
                      <a:lnTo>
                        <a:pt x="26" y="240"/>
                      </a:lnTo>
                      <a:lnTo>
                        <a:pt x="67" y="283"/>
                      </a:lnTo>
                      <a:lnTo>
                        <a:pt x="124" y="307"/>
                      </a:lnTo>
                      <a:lnTo>
                        <a:pt x="154" y="308"/>
                      </a:lnTo>
                      <a:lnTo>
                        <a:pt x="186" y="307"/>
                      </a:lnTo>
                      <a:lnTo>
                        <a:pt x="242" y="283"/>
                      </a:lnTo>
                      <a:lnTo>
                        <a:pt x="284" y="240"/>
                      </a:lnTo>
                      <a:lnTo>
                        <a:pt x="307" y="185"/>
                      </a:lnTo>
                      <a:lnTo>
                        <a:pt x="308" y="154"/>
                      </a:lnTo>
                      <a:lnTo>
                        <a:pt x="307" y="122"/>
                      </a:lnTo>
                      <a:lnTo>
                        <a:pt x="284" y="67"/>
                      </a:lnTo>
                      <a:lnTo>
                        <a:pt x="242" y="26"/>
                      </a:lnTo>
                      <a:lnTo>
                        <a:pt x="186" y="3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2" name="Google Shape;212;p5"/>
                <p:cNvSpPr/>
                <p:nvPr/>
              </p:nvSpPr>
              <p:spPr>
                <a:xfrm>
                  <a:off x="1747" y="423"/>
                  <a:ext cx="575" cy="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725" extrusionOk="0">
                      <a:moveTo>
                        <a:pt x="862" y="0"/>
                      </a:moveTo>
                      <a:lnTo>
                        <a:pt x="819" y="2"/>
                      </a:lnTo>
                      <a:lnTo>
                        <a:pt x="731" y="10"/>
                      </a:lnTo>
                      <a:lnTo>
                        <a:pt x="647" y="28"/>
                      </a:lnTo>
                      <a:lnTo>
                        <a:pt x="566" y="52"/>
                      </a:lnTo>
                      <a:lnTo>
                        <a:pt x="489" y="85"/>
                      </a:lnTo>
                      <a:lnTo>
                        <a:pt x="415" y="126"/>
                      </a:lnTo>
                      <a:lnTo>
                        <a:pt x="346" y="172"/>
                      </a:lnTo>
                      <a:lnTo>
                        <a:pt x="282" y="225"/>
                      </a:lnTo>
                      <a:lnTo>
                        <a:pt x="223" y="283"/>
                      </a:lnTo>
                      <a:lnTo>
                        <a:pt x="172" y="346"/>
                      </a:lnTo>
                      <a:lnTo>
                        <a:pt x="124" y="415"/>
                      </a:lnTo>
                      <a:lnTo>
                        <a:pt x="85" y="489"/>
                      </a:lnTo>
                      <a:lnTo>
                        <a:pt x="52" y="567"/>
                      </a:lnTo>
                      <a:lnTo>
                        <a:pt x="27" y="647"/>
                      </a:lnTo>
                      <a:lnTo>
                        <a:pt x="10" y="731"/>
                      </a:lnTo>
                      <a:lnTo>
                        <a:pt x="1" y="819"/>
                      </a:lnTo>
                      <a:lnTo>
                        <a:pt x="0" y="863"/>
                      </a:lnTo>
                      <a:lnTo>
                        <a:pt x="1" y="907"/>
                      </a:lnTo>
                      <a:lnTo>
                        <a:pt x="10" y="994"/>
                      </a:lnTo>
                      <a:lnTo>
                        <a:pt x="27" y="1078"/>
                      </a:lnTo>
                      <a:lnTo>
                        <a:pt x="52" y="1159"/>
                      </a:lnTo>
                      <a:lnTo>
                        <a:pt x="85" y="1237"/>
                      </a:lnTo>
                      <a:lnTo>
                        <a:pt x="124" y="1310"/>
                      </a:lnTo>
                      <a:lnTo>
                        <a:pt x="172" y="1379"/>
                      </a:lnTo>
                      <a:lnTo>
                        <a:pt x="223" y="1443"/>
                      </a:lnTo>
                      <a:lnTo>
                        <a:pt x="282" y="1502"/>
                      </a:lnTo>
                      <a:lnTo>
                        <a:pt x="346" y="1553"/>
                      </a:lnTo>
                      <a:lnTo>
                        <a:pt x="415" y="1601"/>
                      </a:lnTo>
                      <a:lnTo>
                        <a:pt x="489" y="1640"/>
                      </a:lnTo>
                      <a:lnTo>
                        <a:pt x="566" y="1673"/>
                      </a:lnTo>
                      <a:lnTo>
                        <a:pt x="647" y="1698"/>
                      </a:lnTo>
                      <a:lnTo>
                        <a:pt x="731" y="1715"/>
                      </a:lnTo>
                      <a:lnTo>
                        <a:pt x="819" y="1724"/>
                      </a:lnTo>
                      <a:lnTo>
                        <a:pt x="862" y="1725"/>
                      </a:lnTo>
                      <a:lnTo>
                        <a:pt x="907" y="1724"/>
                      </a:lnTo>
                      <a:lnTo>
                        <a:pt x="994" y="1715"/>
                      </a:lnTo>
                      <a:lnTo>
                        <a:pt x="1078" y="1698"/>
                      </a:lnTo>
                      <a:lnTo>
                        <a:pt x="1159" y="1673"/>
                      </a:lnTo>
                      <a:lnTo>
                        <a:pt x="1237" y="1640"/>
                      </a:lnTo>
                      <a:lnTo>
                        <a:pt x="1310" y="1601"/>
                      </a:lnTo>
                      <a:lnTo>
                        <a:pt x="1379" y="1553"/>
                      </a:lnTo>
                      <a:lnTo>
                        <a:pt x="1443" y="1502"/>
                      </a:lnTo>
                      <a:lnTo>
                        <a:pt x="1500" y="1443"/>
                      </a:lnTo>
                      <a:lnTo>
                        <a:pt x="1554" y="1379"/>
                      </a:lnTo>
                      <a:lnTo>
                        <a:pt x="1600" y="1310"/>
                      </a:lnTo>
                      <a:lnTo>
                        <a:pt x="1640" y="1237"/>
                      </a:lnTo>
                      <a:lnTo>
                        <a:pt x="1673" y="1159"/>
                      </a:lnTo>
                      <a:lnTo>
                        <a:pt x="1698" y="1078"/>
                      </a:lnTo>
                      <a:lnTo>
                        <a:pt x="1715" y="994"/>
                      </a:lnTo>
                      <a:lnTo>
                        <a:pt x="1724" y="907"/>
                      </a:lnTo>
                      <a:lnTo>
                        <a:pt x="1725" y="863"/>
                      </a:lnTo>
                      <a:lnTo>
                        <a:pt x="1724" y="819"/>
                      </a:lnTo>
                      <a:lnTo>
                        <a:pt x="1715" y="731"/>
                      </a:lnTo>
                      <a:lnTo>
                        <a:pt x="1698" y="647"/>
                      </a:lnTo>
                      <a:lnTo>
                        <a:pt x="1673" y="567"/>
                      </a:lnTo>
                      <a:lnTo>
                        <a:pt x="1640" y="489"/>
                      </a:lnTo>
                      <a:lnTo>
                        <a:pt x="1600" y="415"/>
                      </a:lnTo>
                      <a:lnTo>
                        <a:pt x="1554" y="346"/>
                      </a:lnTo>
                      <a:lnTo>
                        <a:pt x="1500" y="283"/>
                      </a:lnTo>
                      <a:lnTo>
                        <a:pt x="1443" y="225"/>
                      </a:lnTo>
                      <a:lnTo>
                        <a:pt x="1379" y="172"/>
                      </a:lnTo>
                      <a:lnTo>
                        <a:pt x="1310" y="126"/>
                      </a:lnTo>
                      <a:lnTo>
                        <a:pt x="1237" y="85"/>
                      </a:lnTo>
                      <a:lnTo>
                        <a:pt x="1159" y="52"/>
                      </a:lnTo>
                      <a:lnTo>
                        <a:pt x="1078" y="28"/>
                      </a:lnTo>
                      <a:lnTo>
                        <a:pt x="994" y="10"/>
                      </a:lnTo>
                      <a:lnTo>
                        <a:pt x="907" y="2"/>
                      </a:lnTo>
                      <a:lnTo>
                        <a:pt x="862" y="0"/>
                      </a:lnTo>
                      <a:close/>
                      <a:moveTo>
                        <a:pt x="1381" y="1123"/>
                      </a:moveTo>
                      <a:lnTo>
                        <a:pt x="1381" y="1149"/>
                      </a:lnTo>
                      <a:lnTo>
                        <a:pt x="1369" y="1201"/>
                      </a:lnTo>
                      <a:lnTo>
                        <a:pt x="1350" y="1247"/>
                      </a:lnTo>
                      <a:lnTo>
                        <a:pt x="1322" y="1288"/>
                      </a:lnTo>
                      <a:lnTo>
                        <a:pt x="1286" y="1324"/>
                      </a:lnTo>
                      <a:lnTo>
                        <a:pt x="1244" y="1352"/>
                      </a:lnTo>
                      <a:lnTo>
                        <a:pt x="1198" y="1372"/>
                      </a:lnTo>
                      <a:lnTo>
                        <a:pt x="1146" y="1383"/>
                      </a:lnTo>
                      <a:lnTo>
                        <a:pt x="1120" y="1383"/>
                      </a:lnTo>
                      <a:lnTo>
                        <a:pt x="605" y="1383"/>
                      </a:lnTo>
                      <a:lnTo>
                        <a:pt x="578" y="1383"/>
                      </a:lnTo>
                      <a:lnTo>
                        <a:pt x="527" y="1372"/>
                      </a:lnTo>
                      <a:lnTo>
                        <a:pt x="480" y="1352"/>
                      </a:lnTo>
                      <a:lnTo>
                        <a:pt x="438" y="1324"/>
                      </a:lnTo>
                      <a:lnTo>
                        <a:pt x="404" y="1288"/>
                      </a:lnTo>
                      <a:lnTo>
                        <a:pt x="375" y="1247"/>
                      </a:lnTo>
                      <a:lnTo>
                        <a:pt x="355" y="1201"/>
                      </a:lnTo>
                      <a:lnTo>
                        <a:pt x="344" y="1149"/>
                      </a:lnTo>
                      <a:lnTo>
                        <a:pt x="343" y="1123"/>
                      </a:lnTo>
                      <a:lnTo>
                        <a:pt x="343" y="608"/>
                      </a:lnTo>
                      <a:lnTo>
                        <a:pt x="344" y="581"/>
                      </a:lnTo>
                      <a:lnTo>
                        <a:pt x="355" y="531"/>
                      </a:lnTo>
                      <a:lnTo>
                        <a:pt x="375" y="483"/>
                      </a:lnTo>
                      <a:lnTo>
                        <a:pt x="404" y="441"/>
                      </a:lnTo>
                      <a:lnTo>
                        <a:pt x="438" y="407"/>
                      </a:lnTo>
                      <a:lnTo>
                        <a:pt x="480" y="378"/>
                      </a:lnTo>
                      <a:lnTo>
                        <a:pt x="527" y="358"/>
                      </a:lnTo>
                      <a:lnTo>
                        <a:pt x="578" y="348"/>
                      </a:lnTo>
                      <a:lnTo>
                        <a:pt x="605" y="346"/>
                      </a:lnTo>
                      <a:lnTo>
                        <a:pt x="1120" y="346"/>
                      </a:lnTo>
                      <a:lnTo>
                        <a:pt x="1146" y="348"/>
                      </a:lnTo>
                      <a:lnTo>
                        <a:pt x="1198" y="358"/>
                      </a:lnTo>
                      <a:lnTo>
                        <a:pt x="1244" y="378"/>
                      </a:lnTo>
                      <a:lnTo>
                        <a:pt x="1286" y="407"/>
                      </a:lnTo>
                      <a:lnTo>
                        <a:pt x="1322" y="441"/>
                      </a:lnTo>
                      <a:lnTo>
                        <a:pt x="1350" y="483"/>
                      </a:lnTo>
                      <a:lnTo>
                        <a:pt x="1369" y="531"/>
                      </a:lnTo>
                      <a:lnTo>
                        <a:pt x="1381" y="581"/>
                      </a:lnTo>
                      <a:lnTo>
                        <a:pt x="1381" y="608"/>
                      </a:lnTo>
                      <a:lnTo>
                        <a:pt x="1381" y="112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13" name="Google Shape;213;p5"/>
              <p:cNvSpPr/>
              <p:nvPr/>
            </p:nvSpPr>
            <p:spPr>
              <a:xfrm rot="5400000">
                <a:off x="11360858" y="343758"/>
                <a:ext cx="140525" cy="26670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617" extrusionOk="0">
                    <a:moveTo>
                      <a:pt x="711" y="92"/>
                    </a:moveTo>
                    <a:lnTo>
                      <a:pt x="586" y="92"/>
                    </a:lnTo>
                    <a:lnTo>
                      <a:pt x="586" y="0"/>
                    </a:lnTo>
                    <a:lnTo>
                      <a:pt x="258" y="0"/>
                    </a:lnTo>
                    <a:lnTo>
                      <a:pt x="258" y="92"/>
                    </a:lnTo>
                    <a:lnTo>
                      <a:pt x="140" y="92"/>
                    </a:lnTo>
                    <a:lnTo>
                      <a:pt x="111" y="95"/>
                    </a:lnTo>
                    <a:lnTo>
                      <a:pt x="61" y="117"/>
                    </a:lnTo>
                    <a:lnTo>
                      <a:pt x="23" y="154"/>
                    </a:lnTo>
                    <a:lnTo>
                      <a:pt x="1" y="205"/>
                    </a:lnTo>
                    <a:lnTo>
                      <a:pt x="0" y="233"/>
                    </a:lnTo>
                    <a:lnTo>
                      <a:pt x="0" y="1477"/>
                    </a:lnTo>
                    <a:lnTo>
                      <a:pt x="1" y="1506"/>
                    </a:lnTo>
                    <a:lnTo>
                      <a:pt x="23" y="1556"/>
                    </a:lnTo>
                    <a:lnTo>
                      <a:pt x="61" y="1594"/>
                    </a:lnTo>
                    <a:lnTo>
                      <a:pt x="111" y="1615"/>
                    </a:lnTo>
                    <a:lnTo>
                      <a:pt x="140" y="1617"/>
                    </a:lnTo>
                    <a:lnTo>
                      <a:pt x="711" y="1617"/>
                    </a:lnTo>
                    <a:lnTo>
                      <a:pt x="740" y="1615"/>
                    </a:lnTo>
                    <a:lnTo>
                      <a:pt x="790" y="1594"/>
                    </a:lnTo>
                    <a:lnTo>
                      <a:pt x="828" y="1556"/>
                    </a:lnTo>
                    <a:lnTo>
                      <a:pt x="850" y="1506"/>
                    </a:lnTo>
                    <a:lnTo>
                      <a:pt x="851" y="1477"/>
                    </a:lnTo>
                    <a:lnTo>
                      <a:pt x="851" y="233"/>
                    </a:lnTo>
                    <a:lnTo>
                      <a:pt x="850" y="205"/>
                    </a:lnTo>
                    <a:lnTo>
                      <a:pt x="828" y="154"/>
                    </a:lnTo>
                    <a:lnTo>
                      <a:pt x="790" y="117"/>
                    </a:lnTo>
                    <a:lnTo>
                      <a:pt x="740" y="95"/>
                    </a:lnTo>
                    <a:lnTo>
                      <a:pt x="711" y="92"/>
                    </a:lnTo>
                    <a:close/>
                    <a:moveTo>
                      <a:pt x="757" y="1477"/>
                    </a:moveTo>
                    <a:lnTo>
                      <a:pt x="757" y="1487"/>
                    </a:lnTo>
                    <a:lnTo>
                      <a:pt x="750" y="1503"/>
                    </a:lnTo>
                    <a:lnTo>
                      <a:pt x="737" y="1516"/>
                    </a:lnTo>
                    <a:lnTo>
                      <a:pt x="721" y="1523"/>
                    </a:lnTo>
                    <a:lnTo>
                      <a:pt x="711" y="1525"/>
                    </a:lnTo>
                    <a:lnTo>
                      <a:pt x="140" y="1525"/>
                    </a:lnTo>
                    <a:lnTo>
                      <a:pt x="131" y="1523"/>
                    </a:lnTo>
                    <a:lnTo>
                      <a:pt x="114" y="1516"/>
                    </a:lnTo>
                    <a:lnTo>
                      <a:pt x="101" y="1503"/>
                    </a:lnTo>
                    <a:lnTo>
                      <a:pt x="94" y="1487"/>
                    </a:lnTo>
                    <a:lnTo>
                      <a:pt x="94" y="1477"/>
                    </a:lnTo>
                    <a:lnTo>
                      <a:pt x="94" y="233"/>
                    </a:lnTo>
                    <a:lnTo>
                      <a:pt x="94" y="223"/>
                    </a:lnTo>
                    <a:lnTo>
                      <a:pt x="101" y="206"/>
                    </a:lnTo>
                    <a:lnTo>
                      <a:pt x="114" y="194"/>
                    </a:lnTo>
                    <a:lnTo>
                      <a:pt x="131" y="187"/>
                    </a:lnTo>
                    <a:lnTo>
                      <a:pt x="140" y="186"/>
                    </a:lnTo>
                    <a:lnTo>
                      <a:pt x="711" y="186"/>
                    </a:lnTo>
                    <a:lnTo>
                      <a:pt x="721" y="187"/>
                    </a:lnTo>
                    <a:lnTo>
                      <a:pt x="737" y="194"/>
                    </a:lnTo>
                    <a:lnTo>
                      <a:pt x="750" y="206"/>
                    </a:lnTo>
                    <a:lnTo>
                      <a:pt x="757" y="223"/>
                    </a:lnTo>
                    <a:lnTo>
                      <a:pt x="757" y="233"/>
                    </a:lnTo>
                    <a:lnTo>
                      <a:pt x="757" y="1477"/>
                    </a:lnTo>
                    <a:close/>
                    <a:moveTo>
                      <a:pt x="707" y="1468"/>
                    </a:moveTo>
                    <a:lnTo>
                      <a:pt x="144" y="1468"/>
                    </a:lnTo>
                    <a:lnTo>
                      <a:pt x="144" y="1264"/>
                    </a:lnTo>
                    <a:lnTo>
                      <a:pt x="707" y="1264"/>
                    </a:lnTo>
                    <a:lnTo>
                      <a:pt x="707" y="1468"/>
                    </a:lnTo>
                    <a:close/>
                    <a:moveTo>
                      <a:pt x="707" y="1213"/>
                    </a:moveTo>
                    <a:lnTo>
                      <a:pt x="144" y="1213"/>
                    </a:lnTo>
                    <a:lnTo>
                      <a:pt x="144" y="1009"/>
                    </a:lnTo>
                    <a:lnTo>
                      <a:pt x="707" y="1009"/>
                    </a:lnTo>
                    <a:lnTo>
                      <a:pt x="707" y="1213"/>
                    </a:lnTo>
                    <a:close/>
                    <a:moveTo>
                      <a:pt x="707" y="958"/>
                    </a:moveTo>
                    <a:lnTo>
                      <a:pt x="144" y="958"/>
                    </a:lnTo>
                    <a:lnTo>
                      <a:pt x="144" y="754"/>
                    </a:lnTo>
                    <a:lnTo>
                      <a:pt x="707" y="754"/>
                    </a:lnTo>
                    <a:lnTo>
                      <a:pt x="707" y="958"/>
                    </a:lnTo>
                    <a:close/>
                    <a:moveTo>
                      <a:pt x="707" y="703"/>
                    </a:moveTo>
                    <a:lnTo>
                      <a:pt x="144" y="703"/>
                    </a:lnTo>
                    <a:lnTo>
                      <a:pt x="144" y="499"/>
                    </a:lnTo>
                    <a:lnTo>
                      <a:pt x="707" y="499"/>
                    </a:lnTo>
                    <a:lnTo>
                      <a:pt x="707" y="703"/>
                    </a:lnTo>
                    <a:close/>
                    <a:moveTo>
                      <a:pt x="707" y="448"/>
                    </a:moveTo>
                    <a:lnTo>
                      <a:pt x="144" y="448"/>
                    </a:lnTo>
                    <a:lnTo>
                      <a:pt x="144" y="243"/>
                    </a:lnTo>
                    <a:lnTo>
                      <a:pt x="707" y="243"/>
                    </a:lnTo>
                    <a:lnTo>
                      <a:pt x="707" y="4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10885020" y="369386"/>
                <a:ext cx="454304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100%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5"/>
              <p:cNvSpPr/>
              <p:nvPr/>
            </p:nvSpPr>
            <p:spPr>
              <a:xfrm>
                <a:off x="10212196" y="406846"/>
                <a:ext cx="17980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293" extrusionOk="0">
                    <a:moveTo>
                      <a:pt x="2747" y="3607"/>
                    </a:moveTo>
                    <a:lnTo>
                      <a:pt x="2711" y="3609"/>
                    </a:lnTo>
                    <a:lnTo>
                      <a:pt x="2645" y="3622"/>
                    </a:lnTo>
                    <a:lnTo>
                      <a:pt x="2583" y="3649"/>
                    </a:lnTo>
                    <a:lnTo>
                      <a:pt x="2528" y="3685"/>
                    </a:lnTo>
                    <a:lnTo>
                      <a:pt x="2481" y="3733"/>
                    </a:lnTo>
                    <a:lnTo>
                      <a:pt x="2443" y="3787"/>
                    </a:lnTo>
                    <a:lnTo>
                      <a:pt x="2417" y="3848"/>
                    </a:lnTo>
                    <a:lnTo>
                      <a:pt x="2403" y="3916"/>
                    </a:lnTo>
                    <a:lnTo>
                      <a:pt x="2403" y="3950"/>
                    </a:lnTo>
                    <a:lnTo>
                      <a:pt x="2403" y="3986"/>
                    </a:lnTo>
                    <a:lnTo>
                      <a:pt x="2417" y="4052"/>
                    </a:lnTo>
                    <a:lnTo>
                      <a:pt x="2443" y="4114"/>
                    </a:lnTo>
                    <a:lnTo>
                      <a:pt x="2481" y="4169"/>
                    </a:lnTo>
                    <a:lnTo>
                      <a:pt x="2527" y="4215"/>
                    </a:lnTo>
                    <a:lnTo>
                      <a:pt x="2583" y="4253"/>
                    </a:lnTo>
                    <a:lnTo>
                      <a:pt x="2645" y="4279"/>
                    </a:lnTo>
                    <a:lnTo>
                      <a:pt x="2711" y="4293"/>
                    </a:lnTo>
                    <a:lnTo>
                      <a:pt x="2747" y="4293"/>
                    </a:lnTo>
                    <a:lnTo>
                      <a:pt x="2783" y="4293"/>
                    </a:lnTo>
                    <a:lnTo>
                      <a:pt x="2849" y="4279"/>
                    </a:lnTo>
                    <a:lnTo>
                      <a:pt x="2911" y="4253"/>
                    </a:lnTo>
                    <a:lnTo>
                      <a:pt x="2966" y="4215"/>
                    </a:lnTo>
                    <a:lnTo>
                      <a:pt x="3013" y="4169"/>
                    </a:lnTo>
                    <a:lnTo>
                      <a:pt x="3051" y="4114"/>
                    </a:lnTo>
                    <a:lnTo>
                      <a:pt x="3077" y="4052"/>
                    </a:lnTo>
                    <a:lnTo>
                      <a:pt x="3090" y="3986"/>
                    </a:lnTo>
                    <a:lnTo>
                      <a:pt x="3091" y="3950"/>
                    </a:lnTo>
                    <a:lnTo>
                      <a:pt x="3090" y="3916"/>
                    </a:lnTo>
                    <a:lnTo>
                      <a:pt x="3077" y="3848"/>
                    </a:lnTo>
                    <a:lnTo>
                      <a:pt x="3051" y="3787"/>
                    </a:lnTo>
                    <a:lnTo>
                      <a:pt x="3013" y="3733"/>
                    </a:lnTo>
                    <a:lnTo>
                      <a:pt x="2966" y="3685"/>
                    </a:lnTo>
                    <a:lnTo>
                      <a:pt x="2911" y="3648"/>
                    </a:lnTo>
                    <a:lnTo>
                      <a:pt x="2849" y="3622"/>
                    </a:lnTo>
                    <a:lnTo>
                      <a:pt x="2783" y="3609"/>
                    </a:lnTo>
                    <a:lnTo>
                      <a:pt x="2747" y="3607"/>
                    </a:lnTo>
                    <a:close/>
                    <a:moveTo>
                      <a:pt x="5399" y="1030"/>
                    </a:moveTo>
                    <a:lnTo>
                      <a:pt x="5332" y="968"/>
                    </a:lnTo>
                    <a:lnTo>
                      <a:pt x="5194" y="852"/>
                    </a:lnTo>
                    <a:lnTo>
                      <a:pt x="5050" y="741"/>
                    </a:lnTo>
                    <a:lnTo>
                      <a:pt x="4902" y="638"/>
                    </a:lnTo>
                    <a:lnTo>
                      <a:pt x="4749" y="542"/>
                    </a:lnTo>
                    <a:lnTo>
                      <a:pt x="4592" y="454"/>
                    </a:lnTo>
                    <a:lnTo>
                      <a:pt x="4431" y="373"/>
                    </a:lnTo>
                    <a:lnTo>
                      <a:pt x="4266" y="300"/>
                    </a:lnTo>
                    <a:lnTo>
                      <a:pt x="4098" y="235"/>
                    </a:lnTo>
                    <a:lnTo>
                      <a:pt x="3927" y="178"/>
                    </a:lnTo>
                    <a:lnTo>
                      <a:pt x="3751" y="127"/>
                    </a:lnTo>
                    <a:lnTo>
                      <a:pt x="3574" y="85"/>
                    </a:lnTo>
                    <a:lnTo>
                      <a:pt x="3394" y="52"/>
                    </a:lnTo>
                    <a:lnTo>
                      <a:pt x="3211" y="26"/>
                    </a:lnTo>
                    <a:lnTo>
                      <a:pt x="3026" y="10"/>
                    </a:lnTo>
                    <a:lnTo>
                      <a:pt x="2839" y="2"/>
                    </a:lnTo>
                    <a:lnTo>
                      <a:pt x="2746" y="0"/>
                    </a:lnTo>
                    <a:lnTo>
                      <a:pt x="2652" y="2"/>
                    </a:lnTo>
                    <a:lnTo>
                      <a:pt x="2466" y="10"/>
                    </a:lnTo>
                    <a:lnTo>
                      <a:pt x="2282" y="26"/>
                    </a:lnTo>
                    <a:lnTo>
                      <a:pt x="2099" y="52"/>
                    </a:lnTo>
                    <a:lnTo>
                      <a:pt x="1919" y="85"/>
                    </a:lnTo>
                    <a:lnTo>
                      <a:pt x="1740" y="127"/>
                    </a:lnTo>
                    <a:lnTo>
                      <a:pt x="1566" y="178"/>
                    </a:lnTo>
                    <a:lnTo>
                      <a:pt x="1395" y="235"/>
                    </a:lnTo>
                    <a:lnTo>
                      <a:pt x="1226" y="300"/>
                    </a:lnTo>
                    <a:lnTo>
                      <a:pt x="1060" y="373"/>
                    </a:lnTo>
                    <a:lnTo>
                      <a:pt x="899" y="454"/>
                    </a:lnTo>
                    <a:lnTo>
                      <a:pt x="742" y="542"/>
                    </a:lnTo>
                    <a:lnTo>
                      <a:pt x="590" y="638"/>
                    </a:lnTo>
                    <a:lnTo>
                      <a:pt x="441" y="741"/>
                    </a:lnTo>
                    <a:lnTo>
                      <a:pt x="299" y="852"/>
                    </a:lnTo>
                    <a:lnTo>
                      <a:pt x="160" y="970"/>
                    </a:lnTo>
                    <a:lnTo>
                      <a:pt x="93" y="1030"/>
                    </a:lnTo>
                    <a:lnTo>
                      <a:pt x="71" y="1053"/>
                    </a:lnTo>
                    <a:lnTo>
                      <a:pt x="35" y="1104"/>
                    </a:lnTo>
                    <a:lnTo>
                      <a:pt x="12" y="1157"/>
                    </a:lnTo>
                    <a:lnTo>
                      <a:pt x="0" y="1215"/>
                    </a:lnTo>
                    <a:lnTo>
                      <a:pt x="0" y="1272"/>
                    </a:lnTo>
                    <a:lnTo>
                      <a:pt x="12" y="1328"/>
                    </a:lnTo>
                    <a:lnTo>
                      <a:pt x="35" y="1383"/>
                    </a:lnTo>
                    <a:lnTo>
                      <a:pt x="71" y="1432"/>
                    </a:lnTo>
                    <a:lnTo>
                      <a:pt x="93" y="1455"/>
                    </a:lnTo>
                    <a:lnTo>
                      <a:pt x="117" y="1477"/>
                    </a:lnTo>
                    <a:lnTo>
                      <a:pt x="170" y="1510"/>
                    </a:lnTo>
                    <a:lnTo>
                      <a:pt x="228" y="1532"/>
                    </a:lnTo>
                    <a:lnTo>
                      <a:pt x="288" y="1543"/>
                    </a:lnTo>
                    <a:lnTo>
                      <a:pt x="319" y="1543"/>
                    </a:lnTo>
                    <a:lnTo>
                      <a:pt x="350" y="1543"/>
                    </a:lnTo>
                    <a:lnTo>
                      <a:pt x="411" y="1532"/>
                    </a:lnTo>
                    <a:lnTo>
                      <a:pt x="469" y="1510"/>
                    </a:lnTo>
                    <a:lnTo>
                      <a:pt x="522" y="1477"/>
                    </a:lnTo>
                    <a:lnTo>
                      <a:pt x="546" y="1455"/>
                    </a:lnTo>
                    <a:lnTo>
                      <a:pt x="601" y="1405"/>
                    </a:lnTo>
                    <a:lnTo>
                      <a:pt x="716" y="1308"/>
                    </a:lnTo>
                    <a:lnTo>
                      <a:pt x="834" y="1218"/>
                    </a:lnTo>
                    <a:lnTo>
                      <a:pt x="958" y="1134"/>
                    </a:lnTo>
                    <a:lnTo>
                      <a:pt x="1085" y="1056"/>
                    </a:lnTo>
                    <a:lnTo>
                      <a:pt x="1215" y="986"/>
                    </a:lnTo>
                    <a:lnTo>
                      <a:pt x="1349" y="922"/>
                    </a:lnTo>
                    <a:lnTo>
                      <a:pt x="1485" y="865"/>
                    </a:lnTo>
                    <a:lnTo>
                      <a:pt x="1625" y="813"/>
                    </a:lnTo>
                    <a:lnTo>
                      <a:pt x="1768" y="768"/>
                    </a:lnTo>
                    <a:lnTo>
                      <a:pt x="1985" y="712"/>
                    </a:lnTo>
                    <a:lnTo>
                      <a:pt x="2285" y="662"/>
                    </a:lnTo>
                    <a:lnTo>
                      <a:pt x="2590" y="636"/>
                    </a:lnTo>
                    <a:lnTo>
                      <a:pt x="2746" y="633"/>
                    </a:lnTo>
                    <a:lnTo>
                      <a:pt x="2901" y="636"/>
                    </a:lnTo>
                    <a:lnTo>
                      <a:pt x="3208" y="662"/>
                    </a:lnTo>
                    <a:lnTo>
                      <a:pt x="3506" y="712"/>
                    </a:lnTo>
                    <a:lnTo>
                      <a:pt x="3725" y="768"/>
                    </a:lnTo>
                    <a:lnTo>
                      <a:pt x="3868" y="813"/>
                    </a:lnTo>
                    <a:lnTo>
                      <a:pt x="4007" y="865"/>
                    </a:lnTo>
                    <a:lnTo>
                      <a:pt x="4144" y="922"/>
                    </a:lnTo>
                    <a:lnTo>
                      <a:pt x="4277" y="986"/>
                    </a:lnTo>
                    <a:lnTo>
                      <a:pt x="4408" y="1056"/>
                    </a:lnTo>
                    <a:lnTo>
                      <a:pt x="4534" y="1134"/>
                    </a:lnTo>
                    <a:lnTo>
                      <a:pt x="4657" y="1218"/>
                    </a:lnTo>
                    <a:lnTo>
                      <a:pt x="4776" y="1307"/>
                    </a:lnTo>
                    <a:lnTo>
                      <a:pt x="4890" y="1403"/>
                    </a:lnTo>
                    <a:lnTo>
                      <a:pt x="4946" y="1455"/>
                    </a:lnTo>
                    <a:lnTo>
                      <a:pt x="4969" y="1477"/>
                    </a:lnTo>
                    <a:lnTo>
                      <a:pt x="5023" y="1509"/>
                    </a:lnTo>
                    <a:lnTo>
                      <a:pt x="5082" y="1532"/>
                    </a:lnTo>
                    <a:lnTo>
                      <a:pt x="5142" y="1542"/>
                    </a:lnTo>
                    <a:lnTo>
                      <a:pt x="5203" y="1542"/>
                    </a:lnTo>
                    <a:lnTo>
                      <a:pt x="5263" y="1532"/>
                    </a:lnTo>
                    <a:lnTo>
                      <a:pt x="5322" y="1509"/>
                    </a:lnTo>
                    <a:lnTo>
                      <a:pt x="5375" y="1477"/>
                    </a:lnTo>
                    <a:lnTo>
                      <a:pt x="5399" y="1455"/>
                    </a:lnTo>
                    <a:lnTo>
                      <a:pt x="5422" y="1432"/>
                    </a:lnTo>
                    <a:lnTo>
                      <a:pt x="5456" y="1383"/>
                    </a:lnTo>
                    <a:lnTo>
                      <a:pt x="5481" y="1328"/>
                    </a:lnTo>
                    <a:lnTo>
                      <a:pt x="5492" y="1272"/>
                    </a:lnTo>
                    <a:lnTo>
                      <a:pt x="5492" y="1215"/>
                    </a:lnTo>
                    <a:lnTo>
                      <a:pt x="5481" y="1157"/>
                    </a:lnTo>
                    <a:lnTo>
                      <a:pt x="5456" y="1102"/>
                    </a:lnTo>
                    <a:lnTo>
                      <a:pt x="5422" y="1053"/>
                    </a:lnTo>
                    <a:lnTo>
                      <a:pt x="5399" y="1030"/>
                    </a:lnTo>
                    <a:close/>
                    <a:moveTo>
                      <a:pt x="2743" y="1202"/>
                    </a:moveTo>
                    <a:lnTo>
                      <a:pt x="2604" y="1203"/>
                    </a:lnTo>
                    <a:lnTo>
                      <a:pt x="2332" y="1230"/>
                    </a:lnTo>
                    <a:lnTo>
                      <a:pt x="2066" y="1282"/>
                    </a:lnTo>
                    <a:lnTo>
                      <a:pt x="1807" y="1360"/>
                    </a:lnTo>
                    <a:lnTo>
                      <a:pt x="1557" y="1462"/>
                    </a:lnTo>
                    <a:lnTo>
                      <a:pt x="1320" y="1589"/>
                    </a:lnTo>
                    <a:lnTo>
                      <a:pt x="1094" y="1739"/>
                    </a:lnTo>
                    <a:lnTo>
                      <a:pt x="882" y="1912"/>
                    </a:lnTo>
                    <a:lnTo>
                      <a:pt x="782" y="2008"/>
                    </a:lnTo>
                    <a:lnTo>
                      <a:pt x="759" y="2033"/>
                    </a:lnTo>
                    <a:lnTo>
                      <a:pt x="722" y="2088"/>
                    </a:lnTo>
                    <a:lnTo>
                      <a:pt x="698" y="2148"/>
                    </a:lnTo>
                    <a:lnTo>
                      <a:pt x="686" y="2211"/>
                    </a:lnTo>
                    <a:lnTo>
                      <a:pt x="686" y="2275"/>
                    </a:lnTo>
                    <a:lnTo>
                      <a:pt x="698" y="2337"/>
                    </a:lnTo>
                    <a:lnTo>
                      <a:pt x="722" y="2397"/>
                    </a:lnTo>
                    <a:lnTo>
                      <a:pt x="759" y="2452"/>
                    </a:lnTo>
                    <a:lnTo>
                      <a:pt x="782" y="2478"/>
                    </a:lnTo>
                    <a:lnTo>
                      <a:pt x="808" y="2501"/>
                    </a:lnTo>
                    <a:lnTo>
                      <a:pt x="863" y="2537"/>
                    </a:lnTo>
                    <a:lnTo>
                      <a:pt x="924" y="2561"/>
                    </a:lnTo>
                    <a:lnTo>
                      <a:pt x="987" y="2574"/>
                    </a:lnTo>
                    <a:lnTo>
                      <a:pt x="1019" y="2576"/>
                    </a:lnTo>
                    <a:lnTo>
                      <a:pt x="1052" y="2574"/>
                    </a:lnTo>
                    <a:lnTo>
                      <a:pt x="1115" y="2561"/>
                    </a:lnTo>
                    <a:lnTo>
                      <a:pt x="1176" y="2537"/>
                    </a:lnTo>
                    <a:lnTo>
                      <a:pt x="1230" y="2501"/>
                    </a:lnTo>
                    <a:lnTo>
                      <a:pt x="1256" y="2478"/>
                    </a:lnTo>
                    <a:lnTo>
                      <a:pt x="1331" y="2404"/>
                    </a:lnTo>
                    <a:lnTo>
                      <a:pt x="1493" y="2272"/>
                    </a:lnTo>
                    <a:lnTo>
                      <a:pt x="1664" y="2155"/>
                    </a:lnTo>
                    <a:lnTo>
                      <a:pt x="1844" y="2056"/>
                    </a:lnTo>
                    <a:lnTo>
                      <a:pt x="2033" y="1974"/>
                    </a:lnTo>
                    <a:lnTo>
                      <a:pt x="2229" y="1910"/>
                    </a:lnTo>
                    <a:lnTo>
                      <a:pt x="2432" y="1869"/>
                    </a:lnTo>
                    <a:lnTo>
                      <a:pt x="2638" y="1847"/>
                    </a:lnTo>
                    <a:lnTo>
                      <a:pt x="2743" y="1844"/>
                    </a:lnTo>
                    <a:lnTo>
                      <a:pt x="2848" y="1847"/>
                    </a:lnTo>
                    <a:lnTo>
                      <a:pt x="3055" y="1869"/>
                    </a:lnTo>
                    <a:lnTo>
                      <a:pt x="3257" y="1910"/>
                    </a:lnTo>
                    <a:lnTo>
                      <a:pt x="3453" y="1974"/>
                    </a:lnTo>
                    <a:lnTo>
                      <a:pt x="3643" y="2056"/>
                    </a:lnTo>
                    <a:lnTo>
                      <a:pt x="3823" y="2155"/>
                    </a:lnTo>
                    <a:lnTo>
                      <a:pt x="3994" y="2272"/>
                    </a:lnTo>
                    <a:lnTo>
                      <a:pt x="4154" y="2404"/>
                    </a:lnTo>
                    <a:lnTo>
                      <a:pt x="4230" y="2478"/>
                    </a:lnTo>
                    <a:lnTo>
                      <a:pt x="4255" y="2501"/>
                    </a:lnTo>
                    <a:lnTo>
                      <a:pt x="4311" y="2537"/>
                    </a:lnTo>
                    <a:lnTo>
                      <a:pt x="4372" y="2561"/>
                    </a:lnTo>
                    <a:lnTo>
                      <a:pt x="4435" y="2574"/>
                    </a:lnTo>
                    <a:lnTo>
                      <a:pt x="4500" y="2574"/>
                    </a:lnTo>
                    <a:lnTo>
                      <a:pt x="4562" y="2561"/>
                    </a:lnTo>
                    <a:lnTo>
                      <a:pt x="4622" y="2537"/>
                    </a:lnTo>
                    <a:lnTo>
                      <a:pt x="4678" y="2501"/>
                    </a:lnTo>
                    <a:lnTo>
                      <a:pt x="4703" y="2478"/>
                    </a:lnTo>
                    <a:lnTo>
                      <a:pt x="4727" y="2452"/>
                    </a:lnTo>
                    <a:lnTo>
                      <a:pt x="4763" y="2397"/>
                    </a:lnTo>
                    <a:lnTo>
                      <a:pt x="4788" y="2337"/>
                    </a:lnTo>
                    <a:lnTo>
                      <a:pt x="4801" y="2275"/>
                    </a:lnTo>
                    <a:lnTo>
                      <a:pt x="4801" y="2211"/>
                    </a:lnTo>
                    <a:lnTo>
                      <a:pt x="4788" y="2148"/>
                    </a:lnTo>
                    <a:lnTo>
                      <a:pt x="4763" y="2088"/>
                    </a:lnTo>
                    <a:lnTo>
                      <a:pt x="4727" y="2033"/>
                    </a:lnTo>
                    <a:lnTo>
                      <a:pt x="4703" y="2008"/>
                    </a:lnTo>
                    <a:lnTo>
                      <a:pt x="4603" y="1912"/>
                    </a:lnTo>
                    <a:lnTo>
                      <a:pt x="4392" y="1739"/>
                    </a:lnTo>
                    <a:lnTo>
                      <a:pt x="4167" y="1589"/>
                    </a:lnTo>
                    <a:lnTo>
                      <a:pt x="3928" y="1462"/>
                    </a:lnTo>
                    <a:lnTo>
                      <a:pt x="3679" y="1360"/>
                    </a:lnTo>
                    <a:lnTo>
                      <a:pt x="3421" y="1282"/>
                    </a:lnTo>
                    <a:lnTo>
                      <a:pt x="3155" y="1230"/>
                    </a:lnTo>
                    <a:lnTo>
                      <a:pt x="2881" y="1203"/>
                    </a:lnTo>
                    <a:lnTo>
                      <a:pt x="2743" y="1202"/>
                    </a:lnTo>
                    <a:close/>
                    <a:moveTo>
                      <a:pt x="2746" y="2403"/>
                    </a:moveTo>
                    <a:lnTo>
                      <a:pt x="2668" y="2404"/>
                    </a:lnTo>
                    <a:lnTo>
                      <a:pt x="2514" y="2420"/>
                    </a:lnTo>
                    <a:lnTo>
                      <a:pt x="2362" y="2451"/>
                    </a:lnTo>
                    <a:lnTo>
                      <a:pt x="2217" y="2497"/>
                    </a:lnTo>
                    <a:lnTo>
                      <a:pt x="2076" y="2556"/>
                    </a:lnTo>
                    <a:lnTo>
                      <a:pt x="1940" y="2631"/>
                    </a:lnTo>
                    <a:lnTo>
                      <a:pt x="1814" y="2719"/>
                    </a:lnTo>
                    <a:lnTo>
                      <a:pt x="1694" y="2819"/>
                    </a:lnTo>
                    <a:lnTo>
                      <a:pt x="1637" y="2876"/>
                    </a:lnTo>
                    <a:lnTo>
                      <a:pt x="1615" y="2900"/>
                    </a:lnTo>
                    <a:lnTo>
                      <a:pt x="1580" y="2955"/>
                    </a:lnTo>
                    <a:lnTo>
                      <a:pt x="1557" y="3012"/>
                    </a:lnTo>
                    <a:lnTo>
                      <a:pt x="1546" y="3074"/>
                    </a:lnTo>
                    <a:lnTo>
                      <a:pt x="1546" y="3136"/>
                    </a:lnTo>
                    <a:lnTo>
                      <a:pt x="1557" y="3197"/>
                    </a:lnTo>
                    <a:lnTo>
                      <a:pt x="1580" y="3256"/>
                    </a:lnTo>
                    <a:lnTo>
                      <a:pt x="1615" y="3309"/>
                    </a:lnTo>
                    <a:lnTo>
                      <a:pt x="1637" y="3334"/>
                    </a:lnTo>
                    <a:lnTo>
                      <a:pt x="1661" y="3357"/>
                    </a:lnTo>
                    <a:lnTo>
                      <a:pt x="1713" y="3393"/>
                    </a:lnTo>
                    <a:lnTo>
                      <a:pt x="1769" y="3416"/>
                    </a:lnTo>
                    <a:lnTo>
                      <a:pt x="1830" y="3427"/>
                    </a:lnTo>
                    <a:lnTo>
                      <a:pt x="1860" y="3429"/>
                    </a:lnTo>
                    <a:lnTo>
                      <a:pt x="1890" y="3427"/>
                    </a:lnTo>
                    <a:lnTo>
                      <a:pt x="1949" y="3416"/>
                    </a:lnTo>
                    <a:lnTo>
                      <a:pt x="2005" y="3393"/>
                    </a:lnTo>
                    <a:lnTo>
                      <a:pt x="2057" y="3357"/>
                    </a:lnTo>
                    <a:lnTo>
                      <a:pt x="2082" y="3334"/>
                    </a:lnTo>
                    <a:lnTo>
                      <a:pt x="2115" y="3300"/>
                    </a:lnTo>
                    <a:lnTo>
                      <a:pt x="2187" y="3239"/>
                    </a:lnTo>
                    <a:lnTo>
                      <a:pt x="2263" y="3184"/>
                    </a:lnTo>
                    <a:lnTo>
                      <a:pt x="2344" y="3138"/>
                    </a:lnTo>
                    <a:lnTo>
                      <a:pt x="2429" y="3100"/>
                    </a:lnTo>
                    <a:lnTo>
                      <a:pt x="2517" y="3070"/>
                    </a:lnTo>
                    <a:lnTo>
                      <a:pt x="2607" y="3051"/>
                    </a:lnTo>
                    <a:lnTo>
                      <a:pt x="2699" y="3041"/>
                    </a:lnTo>
                    <a:lnTo>
                      <a:pt x="2746" y="3040"/>
                    </a:lnTo>
                    <a:lnTo>
                      <a:pt x="2793" y="3040"/>
                    </a:lnTo>
                    <a:lnTo>
                      <a:pt x="2885" y="3051"/>
                    </a:lnTo>
                    <a:lnTo>
                      <a:pt x="2976" y="3070"/>
                    </a:lnTo>
                    <a:lnTo>
                      <a:pt x="3064" y="3100"/>
                    </a:lnTo>
                    <a:lnTo>
                      <a:pt x="3147" y="3138"/>
                    </a:lnTo>
                    <a:lnTo>
                      <a:pt x="3228" y="3184"/>
                    </a:lnTo>
                    <a:lnTo>
                      <a:pt x="3304" y="3239"/>
                    </a:lnTo>
                    <a:lnTo>
                      <a:pt x="3376" y="3300"/>
                    </a:lnTo>
                    <a:lnTo>
                      <a:pt x="3411" y="3334"/>
                    </a:lnTo>
                    <a:lnTo>
                      <a:pt x="3434" y="3357"/>
                    </a:lnTo>
                    <a:lnTo>
                      <a:pt x="3487" y="3393"/>
                    </a:lnTo>
                    <a:lnTo>
                      <a:pt x="3543" y="3416"/>
                    </a:lnTo>
                    <a:lnTo>
                      <a:pt x="3603" y="3427"/>
                    </a:lnTo>
                    <a:lnTo>
                      <a:pt x="3663" y="3427"/>
                    </a:lnTo>
                    <a:lnTo>
                      <a:pt x="3722" y="3416"/>
                    </a:lnTo>
                    <a:lnTo>
                      <a:pt x="3780" y="3393"/>
                    </a:lnTo>
                    <a:lnTo>
                      <a:pt x="3832" y="3357"/>
                    </a:lnTo>
                    <a:lnTo>
                      <a:pt x="3855" y="3334"/>
                    </a:lnTo>
                    <a:lnTo>
                      <a:pt x="3878" y="3309"/>
                    </a:lnTo>
                    <a:lnTo>
                      <a:pt x="3912" y="3256"/>
                    </a:lnTo>
                    <a:lnTo>
                      <a:pt x="3934" y="3197"/>
                    </a:lnTo>
                    <a:lnTo>
                      <a:pt x="3945" y="3136"/>
                    </a:lnTo>
                    <a:lnTo>
                      <a:pt x="3945" y="3074"/>
                    </a:lnTo>
                    <a:lnTo>
                      <a:pt x="3934" y="3012"/>
                    </a:lnTo>
                    <a:lnTo>
                      <a:pt x="3912" y="2955"/>
                    </a:lnTo>
                    <a:lnTo>
                      <a:pt x="3878" y="2900"/>
                    </a:lnTo>
                    <a:lnTo>
                      <a:pt x="3855" y="2876"/>
                    </a:lnTo>
                    <a:lnTo>
                      <a:pt x="3798" y="2819"/>
                    </a:lnTo>
                    <a:lnTo>
                      <a:pt x="3679" y="2719"/>
                    </a:lnTo>
                    <a:lnTo>
                      <a:pt x="3551" y="2631"/>
                    </a:lnTo>
                    <a:lnTo>
                      <a:pt x="3417" y="2556"/>
                    </a:lnTo>
                    <a:lnTo>
                      <a:pt x="3276" y="2497"/>
                    </a:lnTo>
                    <a:lnTo>
                      <a:pt x="3130" y="2451"/>
                    </a:lnTo>
                    <a:lnTo>
                      <a:pt x="2979" y="2420"/>
                    </a:lnTo>
                    <a:lnTo>
                      <a:pt x="2825" y="2404"/>
                    </a:lnTo>
                    <a:lnTo>
                      <a:pt x="2746" y="24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5"/>
              <p:cNvSpPr/>
              <p:nvPr/>
            </p:nvSpPr>
            <p:spPr>
              <a:xfrm>
                <a:off x="9512757" y="369386"/>
                <a:ext cx="715178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PPTBIZCAM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7" name="Google Shape;217;p5"/>
            <p:cNvSpPr/>
            <p:nvPr/>
          </p:nvSpPr>
          <p:spPr>
            <a:xfrm>
              <a:off x="11377471" y="133570"/>
              <a:ext cx="176990" cy="176990"/>
            </a:xfrm>
            <a:prstGeom prst="ellipse">
              <a:avLst/>
            </a:prstGeom>
            <a:solidFill>
              <a:srgbClr val="90DA80"/>
            </a:solidFill>
            <a:ln>
              <a:noFill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8" name="Google Shape;218;p5"/>
            <p:cNvGrpSpPr/>
            <p:nvPr/>
          </p:nvGrpSpPr>
          <p:grpSpPr>
            <a:xfrm>
              <a:off x="653849" y="193034"/>
              <a:ext cx="343364" cy="344854"/>
              <a:chOff x="1157487" y="184451"/>
              <a:chExt cx="489882" cy="492007"/>
            </a:xfrm>
          </p:grpSpPr>
          <p:sp>
            <p:nvSpPr>
              <p:cNvPr id="219" name="Google Shape;219;p5"/>
              <p:cNvSpPr/>
              <p:nvPr/>
            </p:nvSpPr>
            <p:spPr>
              <a:xfrm>
                <a:off x="1157487" y="184454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5"/>
              <p:cNvSpPr/>
              <p:nvPr/>
            </p:nvSpPr>
            <p:spPr>
              <a:xfrm>
                <a:off x="1483366" y="184451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5"/>
              <p:cNvSpPr/>
              <p:nvPr/>
            </p:nvSpPr>
            <p:spPr>
              <a:xfrm>
                <a:off x="1319363" y="348454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1483365" y="282774"/>
                <a:ext cx="164004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1157487" y="446779"/>
                <a:ext cx="164004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5"/>
              <p:cNvSpPr/>
              <p:nvPr/>
            </p:nvSpPr>
            <p:spPr>
              <a:xfrm>
                <a:off x="1483366" y="512455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25" name="Google Shape;225;p5" descr="lnD+7XR255c+S4oSD+BwmVhK5yJCDXfTMh1fLm9E1GHnXMhJy+GZBvFc2EPGibCbnpmAk5fcn4H5+Fmj2PnVvYAAAAAElFTkSuQmCC (318×159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0992" y="2671761"/>
            <a:ext cx="302895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5" descr="7JypoK6N1wgydqIq58sGYHj5RMdTgw8LXA1fu27W4ZhGIZhGIZhGIZhGIZhGIZhGIZhGIZhGIZhGIZhGIZhGIZhGIZhGIa53PwCI416Vs8LxFoAAAAASUVORK5CYII= (306×165)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19036" y="2643185"/>
            <a:ext cx="29146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5" descr="qPruRA16yXwAAAABJRU5ErkJggg== (225×225)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40132" y="1382725"/>
            <a:ext cx="1723908" cy="1723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5" descr="R9Yk9nmOncFIAtgYX7zq6ynBKVxw+ERlhUhadftzZxfgUuxylltNK0i1MR294aaFFvicfd6Ioqv1OpVeWqZ25vven2uEfE5r3hz3fHwcAAAAASUVORK5CYII= (259×194)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09881" y="3471614"/>
            <a:ext cx="1984410" cy="1486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5" descr="재생 단색으로 채워진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71297" y="3113284"/>
            <a:ext cx="399223" cy="631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5" descr="재생 단색으로 채워진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82201" y="3113284"/>
            <a:ext cx="399223" cy="63142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 txBox="1"/>
          <p:nvPr/>
        </p:nvSpPr>
        <p:spPr>
          <a:xfrm>
            <a:off x="5119289" y="4001570"/>
            <a:ext cx="19141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학습</a:t>
            </a:r>
            <a:endParaRPr/>
          </a:p>
        </p:txBody>
      </p:sp>
      <p:sp>
        <p:nvSpPr>
          <p:cNvPr id="232" name="Google Shape;232;p5"/>
          <p:cNvSpPr txBox="1"/>
          <p:nvPr/>
        </p:nvSpPr>
        <p:spPr>
          <a:xfrm>
            <a:off x="8772430" y="5290609"/>
            <a:ext cx="19141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서비스 제공</a:t>
            </a:r>
            <a:endParaRPr/>
          </a:p>
        </p:txBody>
      </p:sp>
      <p:sp>
        <p:nvSpPr>
          <p:cNvPr id="233" name="Google Shape;233;p5"/>
          <p:cNvSpPr txBox="1"/>
          <p:nvPr/>
        </p:nvSpPr>
        <p:spPr>
          <a:xfrm>
            <a:off x="767310" y="914400"/>
            <a:ext cx="25845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프로젝트 개요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6"/>
          <p:cNvGrpSpPr/>
          <p:nvPr/>
        </p:nvGrpSpPr>
        <p:grpSpPr>
          <a:xfrm>
            <a:off x="150812" y="0"/>
            <a:ext cx="11890375" cy="6680200"/>
            <a:chOff x="150812" y="0"/>
            <a:chExt cx="11890375" cy="6680200"/>
          </a:xfrm>
        </p:grpSpPr>
        <p:sp>
          <p:nvSpPr>
            <p:cNvPr id="240" name="Google Shape;240;p6"/>
            <p:cNvSpPr/>
            <p:nvPr/>
          </p:nvSpPr>
          <p:spPr>
            <a:xfrm>
              <a:off x="150812" y="0"/>
              <a:ext cx="11890375" cy="6680200"/>
            </a:xfrm>
            <a:prstGeom prst="round2SameRect">
              <a:avLst>
                <a:gd name="adj1" fmla="val 0"/>
                <a:gd name="adj2" fmla="val 5079"/>
              </a:avLst>
            </a:prstGeom>
            <a:solidFill>
              <a:srgbClr val="E4F7F5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286543" y="0"/>
              <a:ext cx="11618912" cy="6509543"/>
            </a:xfrm>
            <a:prstGeom prst="round2SameRect">
              <a:avLst>
                <a:gd name="adj1" fmla="val 0"/>
                <a:gd name="adj2" fmla="val 3479"/>
              </a:avLst>
            </a:prstGeom>
            <a:solidFill>
              <a:schemeClr val="lt1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286544" y="0"/>
              <a:ext cx="11618912" cy="771525"/>
            </a:xfrm>
            <a:prstGeom prst="round2SameRect">
              <a:avLst>
                <a:gd name="adj1" fmla="val 0"/>
                <a:gd name="adj2" fmla="val 29630"/>
              </a:avLst>
            </a:prstGeom>
            <a:solidFill>
              <a:schemeClr val="lt1"/>
            </a:solidFill>
            <a:ln>
              <a:noFill/>
            </a:ln>
            <a:effectLst>
              <a:outerShdw blurRad="165100" dist="38100" dir="5400000" algn="t" rotWithShape="0">
                <a:srgbClr val="000000">
                  <a:alpha val="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1. 프로젝트 개요</a:t>
              </a:r>
              <a:endParaRPr sz="30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3" name="Google Shape;243;p6"/>
            <p:cNvGrpSpPr/>
            <p:nvPr/>
          </p:nvGrpSpPr>
          <p:grpSpPr>
            <a:xfrm>
              <a:off x="11067369" y="185874"/>
              <a:ext cx="429876" cy="429876"/>
              <a:chOff x="215317" y="343634"/>
              <a:chExt cx="684000" cy="684000"/>
            </a:xfrm>
          </p:grpSpPr>
          <p:sp>
            <p:nvSpPr>
              <p:cNvPr id="244" name="Google Shape;244;p6"/>
              <p:cNvSpPr/>
              <p:nvPr/>
            </p:nvSpPr>
            <p:spPr>
              <a:xfrm>
                <a:off x="215317" y="343634"/>
                <a:ext cx="684000" cy="684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9F3FC"/>
                  </a:gs>
                  <a:gs pos="86000">
                    <a:srgbClr val="E9F3FC"/>
                  </a:gs>
                  <a:gs pos="100000">
                    <a:srgbClr val="4E5DA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542925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rgbClr val="323F4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45" name="Google Shape;245;p6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2555" y="386637"/>
                <a:ext cx="546554" cy="5465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6" name="Google Shape;246;p6"/>
            <p:cNvGrpSpPr/>
            <p:nvPr/>
          </p:nvGrpSpPr>
          <p:grpSpPr>
            <a:xfrm>
              <a:off x="8951163" y="320145"/>
              <a:ext cx="1550689" cy="169277"/>
              <a:chOff x="9512757" y="369386"/>
              <a:chExt cx="2051714" cy="223970"/>
            </a:xfrm>
          </p:grpSpPr>
          <p:grpSp>
            <p:nvGrpSpPr>
              <p:cNvPr id="247" name="Google Shape;247;p6"/>
              <p:cNvGrpSpPr/>
              <p:nvPr/>
            </p:nvGrpSpPr>
            <p:grpSpPr>
              <a:xfrm>
                <a:off x="10750964" y="406846"/>
                <a:ext cx="132372" cy="140525"/>
                <a:chOff x="4594" y="900"/>
                <a:chExt cx="276" cy="293"/>
              </a:xfrm>
            </p:grpSpPr>
            <p:sp>
              <p:nvSpPr>
                <p:cNvPr id="248" name="Google Shape;248;p6"/>
                <p:cNvSpPr/>
                <p:nvPr/>
              </p:nvSpPr>
              <p:spPr>
                <a:xfrm>
                  <a:off x="4594" y="900"/>
                  <a:ext cx="102" cy="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3" extrusionOk="0">
                      <a:moveTo>
                        <a:pt x="72" y="263"/>
                      </a:moveTo>
                      <a:lnTo>
                        <a:pt x="91" y="236"/>
                      </a:lnTo>
                      <a:lnTo>
                        <a:pt x="139" y="187"/>
                      </a:lnTo>
                      <a:lnTo>
                        <a:pt x="193" y="148"/>
                      </a:lnTo>
                      <a:lnTo>
                        <a:pt x="255" y="119"/>
                      </a:lnTo>
                      <a:lnTo>
                        <a:pt x="290" y="110"/>
                      </a:lnTo>
                      <a:lnTo>
                        <a:pt x="299" y="106"/>
                      </a:lnTo>
                      <a:lnTo>
                        <a:pt x="305" y="97"/>
                      </a:lnTo>
                      <a:lnTo>
                        <a:pt x="307" y="87"/>
                      </a:lnTo>
                      <a:lnTo>
                        <a:pt x="303" y="77"/>
                      </a:lnTo>
                      <a:lnTo>
                        <a:pt x="292" y="60"/>
                      </a:lnTo>
                      <a:lnTo>
                        <a:pt x="263" y="33"/>
                      </a:lnTo>
                      <a:lnTo>
                        <a:pt x="227" y="13"/>
                      </a:lnTo>
                      <a:lnTo>
                        <a:pt x="186" y="1"/>
                      </a:lnTo>
                      <a:lnTo>
                        <a:pt x="165" y="0"/>
                      </a:lnTo>
                      <a:lnTo>
                        <a:pt x="131" y="3"/>
                      </a:lnTo>
                      <a:lnTo>
                        <a:pt x="72" y="27"/>
                      </a:lnTo>
                      <a:lnTo>
                        <a:pt x="27" y="72"/>
                      </a:lnTo>
                      <a:lnTo>
                        <a:pt x="3" y="131"/>
                      </a:lnTo>
                      <a:lnTo>
                        <a:pt x="0" y="164"/>
                      </a:lnTo>
                      <a:lnTo>
                        <a:pt x="1" y="192"/>
                      </a:lnTo>
                      <a:lnTo>
                        <a:pt x="20" y="243"/>
                      </a:lnTo>
                      <a:lnTo>
                        <a:pt x="36" y="266"/>
                      </a:lnTo>
                      <a:lnTo>
                        <a:pt x="43" y="273"/>
                      </a:lnTo>
                      <a:lnTo>
                        <a:pt x="53" y="273"/>
                      </a:lnTo>
                      <a:lnTo>
                        <a:pt x="65" y="271"/>
                      </a:lnTo>
                      <a:lnTo>
                        <a:pt x="72" y="2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" name="Google Shape;249;p6"/>
                <p:cNvSpPr/>
                <p:nvPr/>
              </p:nvSpPr>
              <p:spPr>
                <a:xfrm>
                  <a:off x="4768" y="900"/>
                  <a:ext cx="102" cy="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1" extrusionOk="0">
                      <a:moveTo>
                        <a:pt x="143" y="0"/>
                      </a:moveTo>
                      <a:lnTo>
                        <a:pt x="121" y="1"/>
                      </a:lnTo>
                      <a:lnTo>
                        <a:pt x="81" y="11"/>
                      </a:lnTo>
                      <a:lnTo>
                        <a:pt x="46" y="31"/>
                      </a:lnTo>
                      <a:lnTo>
                        <a:pt x="16" y="60"/>
                      </a:lnTo>
                      <a:lnTo>
                        <a:pt x="4" y="76"/>
                      </a:lnTo>
                      <a:lnTo>
                        <a:pt x="0" y="86"/>
                      </a:lnTo>
                      <a:lnTo>
                        <a:pt x="3" y="96"/>
                      </a:lnTo>
                      <a:lnTo>
                        <a:pt x="9" y="106"/>
                      </a:lnTo>
                      <a:lnTo>
                        <a:pt x="19" y="110"/>
                      </a:lnTo>
                      <a:lnTo>
                        <a:pt x="52" y="119"/>
                      </a:lnTo>
                      <a:lnTo>
                        <a:pt x="115" y="148"/>
                      </a:lnTo>
                      <a:lnTo>
                        <a:pt x="170" y="187"/>
                      </a:lnTo>
                      <a:lnTo>
                        <a:pt x="218" y="234"/>
                      </a:lnTo>
                      <a:lnTo>
                        <a:pt x="237" y="261"/>
                      </a:lnTo>
                      <a:lnTo>
                        <a:pt x="245" y="270"/>
                      </a:lnTo>
                      <a:lnTo>
                        <a:pt x="255" y="271"/>
                      </a:lnTo>
                      <a:lnTo>
                        <a:pt x="266" y="270"/>
                      </a:lnTo>
                      <a:lnTo>
                        <a:pt x="274" y="263"/>
                      </a:lnTo>
                      <a:lnTo>
                        <a:pt x="289" y="241"/>
                      </a:lnTo>
                      <a:lnTo>
                        <a:pt x="306" y="191"/>
                      </a:lnTo>
                      <a:lnTo>
                        <a:pt x="307" y="164"/>
                      </a:lnTo>
                      <a:lnTo>
                        <a:pt x="306" y="131"/>
                      </a:lnTo>
                      <a:lnTo>
                        <a:pt x="280" y="72"/>
                      </a:lnTo>
                      <a:lnTo>
                        <a:pt x="235" y="27"/>
                      </a:lnTo>
                      <a:lnTo>
                        <a:pt x="178" y="3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" name="Google Shape;250;p6"/>
                <p:cNvSpPr/>
                <p:nvPr/>
              </p:nvSpPr>
              <p:spPr>
                <a:xfrm>
                  <a:off x="4612" y="947"/>
                  <a:ext cx="241" cy="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37" extrusionOk="0">
                      <a:moveTo>
                        <a:pt x="725" y="361"/>
                      </a:moveTo>
                      <a:lnTo>
                        <a:pt x="722" y="313"/>
                      </a:lnTo>
                      <a:lnTo>
                        <a:pt x="699" y="225"/>
                      </a:lnTo>
                      <a:lnTo>
                        <a:pt x="679" y="187"/>
                      </a:lnTo>
                      <a:lnTo>
                        <a:pt x="659" y="151"/>
                      </a:lnTo>
                      <a:lnTo>
                        <a:pt x="604" y="90"/>
                      </a:lnTo>
                      <a:lnTo>
                        <a:pt x="536" y="44"/>
                      </a:lnTo>
                      <a:lnTo>
                        <a:pt x="459" y="13"/>
                      </a:lnTo>
                      <a:lnTo>
                        <a:pt x="418" y="4"/>
                      </a:lnTo>
                      <a:lnTo>
                        <a:pt x="390" y="1"/>
                      </a:lnTo>
                      <a:lnTo>
                        <a:pt x="363" y="0"/>
                      </a:lnTo>
                      <a:lnTo>
                        <a:pt x="334" y="1"/>
                      </a:lnTo>
                      <a:lnTo>
                        <a:pt x="305" y="5"/>
                      </a:lnTo>
                      <a:lnTo>
                        <a:pt x="263" y="13"/>
                      </a:lnTo>
                      <a:lnTo>
                        <a:pt x="187" y="44"/>
                      </a:lnTo>
                      <a:lnTo>
                        <a:pt x="120" y="92"/>
                      </a:lnTo>
                      <a:lnTo>
                        <a:pt x="67" y="152"/>
                      </a:lnTo>
                      <a:lnTo>
                        <a:pt x="45" y="188"/>
                      </a:lnTo>
                      <a:lnTo>
                        <a:pt x="25" y="227"/>
                      </a:lnTo>
                      <a:lnTo>
                        <a:pt x="3" y="313"/>
                      </a:lnTo>
                      <a:lnTo>
                        <a:pt x="0" y="361"/>
                      </a:lnTo>
                      <a:lnTo>
                        <a:pt x="2" y="399"/>
                      </a:lnTo>
                      <a:lnTo>
                        <a:pt x="19" y="476"/>
                      </a:lnTo>
                      <a:lnTo>
                        <a:pt x="51" y="543"/>
                      </a:lnTo>
                      <a:lnTo>
                        <a:pt x="96" y="604"/>
                      </a:lnTo>
                      <a:lnTo>
                        <a:pt x="123" y="630"/>
                      </a:lnTo>
                      <a:lnTo>
                        <a:pt x="93" y="673"/>
                      </a:lnTo>
                      <a:lnTo>
                        <a:pt x="84" y="687"/>
                      </a:lnTo>
                      <a:lnTo>
                        <a:pt x="90" y="719"/>
                      </a:lnTo>
                      <a:lnTo>
                        <a:pt x="103" y="729"/>
                      </a:lnTo>
                      <a:lnTo>
                        <a:pt x="113" y="736"/>
                      </a:lnTo>
                      <a:lnTo>
                        <a:pt x="126" y="737"/>
                      </a:lnTo>
                      <a:lnTo>
                        <a:pt x="136" y="736"/>
                      </a:lnTo>
                      <a:lnTo>
                        <a:pt x="153" y="727"/>
                      </a:lnTo>
                      <a:lnTo>
                        <a:pt x="159" y="720"/>
                      </a:lnTo>
                      <a:lnTo>
                        <a:pt x="189" y="677"/>
                      </a:lnTo>
                      <a:lnTo>
                        <a:pt x="230" y="696"/>
                      </a:lnTo>
                      <a:lnTo>
                        <a:pt x="316" y="719"/>
                      </a:lnTo>
                      <a:lnTo>
                        <a:pt x="363" y="720"/>
                      </a:lnTo>
                      <a:lnTo>
                        <a:pt x="409" y="719"/>
                      </a:lnTo>
                      <a:lnTo>
                        <a:pt x="495" y="696"/>
                      </a:lnTo>
                      <a:lnTo>
                        <a:pt x="536" y="677"/>
                      </a:lnTo>
                      <a:lnTo>
                        <a:pt x="566" y="720"/>
                      </a:lnTo>
                      <a:lnTo>
                        <a:pt x="572" y="727"/>
                      </a:lnTo>
                      <a:lnTo>
                        <a:pt x="589" y="736"/>
                      </a:lnTo>
                      <a:lnTo>
                        <a:pt x="599" y="737"/>
                      </a:lnTo>
                      <a:lnTo>
                        <a:pt x="612" y="736"/>
                      </a:lnTo>
                      <a:lnTo>
                        <a:pt x="622" y="729"/>
                      </a:lnTo>
                      <a:lnTo>
                        <a:pt x="635" y="719"/>
                      </a:lnTo>
                      <a:lnTo>
                        <a:pt x="640" y="687"/>
                      </a:lnTo>
                      <a:lnTo>
                        <a:pt x="633" y="673"/>
                      </a:lnTo>
                      <a:lnTo>
                        <a:pt x="602" y="630"/>
                      </a:lnTo>
                      <a:lnTo>
                        <a:pt x="630" y="604"/>
                      </a:lnTo>
                      <a:lnTo>
                        <a:pt x="674" y="543"/>
                      </a:lnTo>
                      <a:lnTo>
                        <a:pt x="706" y="476"/>
                      </a:lnTo>
                      <a:lnTo>
                        <a:pt x="723" y="399"/>
                      </a:lnTo>
                      <a:lnTo>
                        <a:pt x="725" y="361"/>
                      </a:lnTo>
                      <a:close/>
                      <a:moveTo>
                        <a:pt x="363" y="619"/>
                      </a:moveTo>
                      <a:lnTo>
                        <a:pt x="335" y="619"/>
                      </a:lnTo>
                      <a:lnTo>
                        <a:pt x="285" y="608"/>
                      </a:lnTo>
                      <a:lnTo>
                        <a:pt x="239" y="589"/>
                      </a:lnTo>
                      <a:lnTo>
                        <a:pt x="197" y="561"/>
                      </a:lnTo>
                      <a:lnTo>
                        <a:pt x="161" y="526"/>
                      </a:lnTo>
                      <a:lnTo>
                        <a:pt x="133" y="484"/>
                      </a:lnTo>
                      <a:lnTo>
                        <a:pt x="113" y="438"/>
                      </a:lnTo>
                      <a:lnTo>
                        <a:pt x="103" y="386"/>
                      </a:lnTo>
                      <a:lnTo>
                        <a:pt x="101" y="361"/>
                      </a:lnTo>
                      <a:lnTo>
                        <a:pt x="103" y="328"/>
                      </a:lnTo>
                      <a:lnTo>
                        <a:pt x="120" y="266"/>
                      </a:lnTo>
                      <a:lnTo>
                        <a:pt x="133" y="237"/>
                      </a:lnTo>
                      <a:lnTo>
                        <a:pt x="149" y="211"/>
                      </a:lnTo>
                      <a:lnTo>
                        <a:pt x="188" y="166"/>
                      </a:lnTo>
                      <a:lnTo>
                        <a:pt x="237" y="133"/>
                      </a:lnTo>
                      <a:lnTo>
                        <a:pt x="292" y="110"/>
                      </a:lnTo>
                      <a:lnTo>
                        <a:pt x="322" y="105"/>
                      </a:lnTo>
                      <a:lnTo>
                        <a:pt x="342" y="102"/>
                      </a:lnTo>
                      <a:lnTo>
                        <a:pt x="363" y="100"/>
                      </a:lnTo>
                      <a:lnTo>
                        <a:pt x="381" y="102"/>
                      </a:lnTo>
                      <a:lnTo>
                        <a:pt x="400" y="103"/>
                      </a:lnTo>
                      <a:lnTo>
                        <a:pt x="431" y="109"/>
                      </a:lnTo>
                      <a:lnTo>
                        <a:pt x="487" y="132"/>
                      </a:lnTo>
                      <a:lnTo>
                        <a:pt x="536" y="166"/>
                      </a:lnTo>
                      <a:lnTo>
                        <a:pt x="576" y="211"/>
                      </a:lnTo>
                      <a:lnTo>
                        <a:pt x="592" y="237"/>
                      </a:lnTo>
                      <a:lnTo>
                        <a:pt x="605" y="264"/>
                      </a:lnTo>
                      <a:lnTo>
                        <a:pt x="622" y="328"/>
                      </a:lnTo>
                      <a:lnTo>
                        <a:pt x="624" y="361"/>
                      </a:lnTo>
                      <a:lnTo>
                        <a:pt x="622" y="386"/>
                      </a:lnTo>
                      <a:lnTo>
                        <a:pt x="612" y="438"/>
                      </a:lnTo>
                      <a:lnTo>
                        <a:pt x="592" y="484"/>
                      </a:lnTo>
                      <a:lnTo>
                        <a:pt x="563" y="526"/>
                      </a:lnTo>
                      <a:lnTo>
                        <a:pt x="529" y="561"/>
                      </a:lnTo>
                      <a:lnTo>
                        <a:pt x="487" y="589"/>
                      </a:lnTo>
                      <a:lnTo>
                        <a:pt x="441" y="608"/>
                      </a:lnTo>
                      <a:lnTo>
                        <a:pt x="389" y="619"/>
                      </a:lnTo>
                      <a:lnTo>
                        <a:pt x="363" y="6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" name="Google Shape;251;p6"/>
                <p:cNvSpPr/>
                <p:nvPr/>
              </p:nvSpPr>
              <p:spPr>
                <a:xfrm>
                  <a:off x="4716" y="1006"/>
                  <a:ext cx="7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98" extrusionOk="0">
                      <a:moveTo>
                        <a:pt x="194" y="245"/>
                      </a:moveTo>
                      <a:lnTo>
                        <a:pt x="95" y="183"/>
                      </a:lnTo>
                      <a:lnTo>
                        <a:pt x="91" y="167"/>
                      </a:lnTo>
                      <a:lnTo>
                        <a:pt x="78" y="156"/>
                      </a:lnTo>
                      <a:lnTo>
                        <a:pt x="83" y="31"/>
                      </a:lnTo>
                      <a:lnTo>
                        <a:pt x="82" y="19"/>
                      </a:lnTo>
                      <a:lnTo>
                        <a:pt x="66" y="3"/>
                      </a:lnTo>
                      <a:lnTo>
                        <a:pt x="54" y="0"/>
                      </a:lnTo>
                      <a:lnTo>
                        <a:pt x="43" y="2"/>
                      </a:lnTo>
                      <a:lnTo>
                        <a:pt x="27" y="18"/>
                      </a:lnTo>
                      <a:lnTo>
                        <a:pt x="26" y="29"/>
                      </a:lnTo>
                      <a:lnTo>
                        <a:pt x="20" y="153"/>
                      </a:lnTo>
                      <a:lnTo>
                        <a:pt x="11" y="160"/>
                      </a:lnTo>
                      <a:lnTo>
                        <a:pt x="1" y="180"/>
                      </a:lnTo>
                      <a:lnTo>
                        <a:pt x="0" y="192"/>
                      </a:lnTo>
                      <a:lnTo>
                        <a:pt x="1" y="202"/>
                      </a:lnTo>
                      <a:lnTo>
                        <a:pt x="8" y="219"/>
                      </a:lnTo>
                      <a:lnTo>
                        <a:pt x="21" y="232"/>
                      </a:lnTo>
                      <a:lnTo>
                        <a:pt x="39" y="239"/>
                      </a:lnTo>
                      <a:lnTo>
                        <a:pt x="49" y="241"/>
                      </a:lnTo>
                      <a:lnTo>
                        <a:pt x="59" y="239"/>
                      </a:lnTo>
                      <a:lnTo>
                        <a:pt x="69" y="235"/>
                      </a:lnTo>
                      <a:lnTo>
                        <a:pt x="164" y="294"/>
                      </a:lnTo>
                      <a:lnTo>
                        <a:pt x="171" y="298"/>
                      </a:lnTo>
                      <a:lnTo>
                        <a:pt x="180" y="298"/>
                      </a:lnTo>
                      <a:lnTo>
                        <a:pt x="187" y="298"/>
                      </a:lnTo>
                      <a:lnTo>
                        <a:pt x="199" y="291"/>
                      </a:lnTo>
                      <a:lnTo>
                        <a:pt x="205" y="285"/>
                      </a:lnTo>
                      <a:lnTo>
                        <a:pt x="209" y="274"/>
                      </a:lnTo>
                      <a:lnTo>
                        <a:pt x="203" y="252"/>
                      </a:lnTo>
                      <a:lnTo>
                        <a:pt x="194" y="2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2" name="Google Shape;252;p6"/>
              <p:cNvGrpSpPr/>
              <p:nvPr/>
            </p:nvGrpSpPr>
            <p:grpSpPr>
              <a:xfrm>
                <a:off x="10506302" y="406846"/>
                <a:ext cx="140525" cy="140525"/>
                <a:chOff x="1747" y="423"/>
                <a:chExt cx="575" cy="575"/>
              </a:xfrm>
            </p:grpSpPr>
            <p:sp>
              <p:nvSpPr>
                <p:cNvPr id="253" name="Google Shape;253;p6"/>
                <p:cNvSpPr/>
                <p:nvPr/>
              </p:nvSpPr>
              <p:spPr>
                <a:xfrm>
                  <a:off x="1899" y="577"/>
                  <a:ext cx="271" cy="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811" extrusionOk="0">
                      <a:moveTo>
                        <a:pt x="663" y="0"/>
                      </a:moveTo>
                      <a:lnTo>
                        <a:pt x="148" y="0"/>
                      </a:lnTo>
                      <a:lnTo>
                        <a:pt x="118" y="1"/>
                      </a:lnTo>
                      <a:lnTo>
                        <a:pt x="65" y="24"/>
                      </a:lnTo>
                      <a:lnTo>
                        <a:pt x="24" y="65"/>
                      </a:lnTo>
                      <a:lnTo>
                        <a:pt x="1" y="118"/>
                      </a:lnTo>
                      <a:lnTo>
                        <a:pt x="0" y="148"/>
                      </a:lnTo>
                      <a:lnTo>
                        <a:pt x="0" y="663"/>
                      </a:lnTo>
                      <a:lnTo>
                        <a:pt x="1" y="693"/>
                      </a:lnTo>
                      <a:lnTo>
                        <a:pt x="24" y="746"/>
                      </a:lnTo>
                      <a:lnTo>
                        <a:pt x="65" y="787"/>
                      </a:lnTo>
                      <a:lnTo>
                        <a:pt x="118" y="808"/>
                      </a:lnTo>
                      <a:lnTo>
                        <a:pt x="148" y="811"/>
                      </a:lnTo>
                      <a:lnTo>
                        <a:pt x="663" y="811"/>
                      </a:lnTo>
                      <a:lnTo>
                        <a:pt x="693" y="808"/>
                      </a:lnTo>
                      <a:lnTo>
                        <a:pt x="746" y="787"/>
                      </a:lnTo>
                      <a:lnTo>
                        <a:pt x="787" y="746"/>
                      </a:lnTo>
                      <a:lnTo>
                        <a:pt x="810" y="693"/>
                      </a:lnTo>
                      <a:lnTo>
                        <a:pt x="811" y="663"/>
                      </a:lnTo>
                      <a:lnTo>
                        <a:pt x="811" y="148"/>
                      </a:lnTo>
                      <a:lnTo>
                        <a:pt x="810" y="118"/>
                      </a:lnTo>
                      <a:lnTo>
                        <a:pt x="787" y="65"/>
                      </a:lnTo>
                      <a:lnTo>
                        <a:pt x="746" y="24"/>
                      </a:lnTo>
                      <a:lnTo>
                        <a:pt x="693" y="1"/>
                      </a:lnTo>
                      <a:lnTo>
                        <a:pt x="663" y="0"/>
                      </a:lnTo>
                      <a:close/>
                      <a:moveTo>
                        <a:pt x="405" y="673"/>
                      </a:moveTo>
                      <a:lnTo>
                        <a:pt x="377" y="671"/>
                      </a:lnTo>
                      <a:lnTo>
                        <a:pt x="326" y="661"/>
                      </a:lnTo>
                      <a:lnTo>
                        <a:pt x="278" y="640"/>
                      </a:lnTo>
                      <a:lnTo>
                        <a:pt x="235" y="611"/>
                      </a:lnTo>
                      <a:lnTo>
                        <a:pt x="199" y="575"/>
                      </a:lnTo>
                      <a:lnTo>
                        <a:pt x="170" y="533"/>
                      </a:lnTo>
                      <a:lnTo>
                        <a:pt x="150" y="484"/>
                      </a:lnTo>
                      <a:lnTo>
                        <a:pt x="140" y="432"/>
                      </a:lnTo>
                      <a:lnTo>
                        <a:pt x="138" y="405"/>
                      </a:lnTo>
                      <a:lnTo>
                        <a:pt x="140" y="377"/>
                      </a:lnTo>
                      <a:lnTo>
                        <a:pt x="150" y="326"/>
                      </a:lnTo>
                      <a:lnTo>
                        <a:pt x="170" y="278"/>
                      </a:lnTo>
                      <a:lnTo>
                        <a:pt x="199" y="235"/>
                      </a:lnTo>
                      <a:lnTo>
                        <a:pt x="235" y="199"/>
                      </a:lnTo>
                      <a:lnTo>
                        <a:pt x="278" y="170"/>
                      </a:lnTo>
                      <a:lnTo>
                        <a:pt x="326" y="150"/>
                      </a:lnTo>
                      <a:lnTo>
                        <a:pt x="377" y="138"/>
                      </a:lnTo>
                      <a:lnTo>
                        <a:pt x="405" y="138"/>
                      </a:lnTo>
                      <a:lnTo>
                        <a:pt x="432" y="138"/>
                      </a:lnTo>
                      <a:lnTo>
                        <a:pt x="486" y="150"/>
                      </a:lnTo>
                      <a:lnTo>
                        <a:pt x="533" y="170"/>
                      </a:lnTo>
                      <a:lnTo>
                        <a:pt x="575" y="199"/>
                      </a:lnTo>
                      <a:lnTo>
                        <a:pt x="612" y="235"/>
                      </a:lnTo>
                      <a:lnTo>
                        <a:pt x="641" y="278"/>
                      </a:lnTo>
                      <a:lnTo>
                        <a:pt x="661" y="326"/>
                      </a:lnTo>
                      <a:lnTo>
                        <a:pt x="671" y="377"/>
                      </a:lnTo>
                      <a:lnTo>
                        <a:pt x="673" y="405"/>
                      </a:lnTo>
                      <a:lnTo>
                        <a:pt x="671" y="432"/>
                      </a:lnTo>
                      <a:lnTo>
                        <a:pt x="661" y="484"/>
                      </a:lnTo>
                      <a:lnTo>
                        <a:pt x="641" y="533"/>
                      </a:lnTo>
                      <a:lnTo>
                        <a:pt x="612" y="575"/>
                      </a:lnTo>
                      <a:lnTo>
                        <a:pt x="575" y="611"/>
                      </a:lnTo>
                      <a:lnTo>
                        <a:pt x="533" y="640"/>
                      </a:lnTo>
                      <a:lnTo>
                        <a:pt x="486" y="661"/>
                      </a:lnTo>
                      <a:lnTo>
                        <a:pt x="432" y="671"/>
                      </a:lnTo>
                      <a:lnTo>
                        <a:pt x="405" y="673"/>
                      </a:lnTo>
                      <a:close/>
                      <a:moveTo>
                        <a:pt x="682" y="193"/>
                      </a:moveTo>
                      <a:lnTo>
                        <a:pt x="669" y="193"/>
                      </a:lnTo>
                      <a:lnTo>
                        <a:pt x="646" y="183"/>
                      </a:lnTo>
                      <a:lnTo>
                        <a:pt x="628" y="166"/>
                      </a:lnTo>
                      <a:lnTo>
                        <a:pt x="620" y="143"/>
                      </a:lnTo>
                      <a:lnTo>
                        <a:pt x="618" y="130"/>
                      </a:lnTo>
                      <a:lnTo>
                        <a:pt x="620" y="117"/>
                      </a:lnTo>
                      <a:lnTo>
                        <a:pt x="628" y="95"/>
                      </a:lnTo>
                      <a:lnTo>
                        <a:pt x="646" y="78"/>
                      </a:lnTo>
                      <a:lnTo>
                        <a:pt x="669" y="68"/>
                      </a:lnTo>
                      <a:lnTo>
                        <a:pt x="682" y="66"/>
                      </a:lnTo>
                      <a:lnTo>
                        <a:pt x="695" y="68"/>
                      </a:lnTo>
                      <a:lnTo>
                        <a:pt x="716" y="78"/>
                      </a:lnTo>
                      <a:lnTo>
                        <a:pt x="733" y="95"/>
                      </a:lnTo>
                      <a:lnTo>
                        <a:pt x="744" y="117"/>
                      </a:lnTo>
                      <a:lnTo>
                        <a:pt x="745" y="130"/>
                      </a:lnTo>
                      <a:lnTo>
                        <a:pt x="744" y="143"/>
                      </a:lnTo>
                      <a:lnTo>
                        <a:pt x="733" y="166"/>
                      </a:lnTo>
                      <a:lnTo>
                        <a:pt x="716" y="183"/>
                      </a:lnTo>
                      <a:lnTo>
                        <a:pt x="695" y="193"/>
                      </a:lnTo>
                      <a:lnTo>
                        <a:pt x="682" y="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" name="Google Shape;254;p6"/>
                <p:cNvSpPr/>
                <p:nvPr/>
              </p:nvSpPr>
              <p:spPr>
                <a:xfrm>
                  <a:off x="1983" y="660"/>
                  <a:ext cx="103" cy="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" h="308" extrusionOk="0">
                      <a:moveTo>
                        <a:pt x="154" y="0"/>
                      </a:moveTo>
                      <a:lnTo>
                        <a:pt x="124" y="3"/>
                      </a:lnTo>
                      <a:lnTo>
                        <a:pt x="67" y="26"/>
                      </a:lnTo>
                      <a:lnTo>
                        <a:pt x="26" y="67"/>
                      </a:lnTo>
                      <a:lnTo>
                        <a:pt x="3" y="122"/>
                      </a:lnTo>
                      <a:lnTo>
                        <a:pt x="0" y="154"/>
                      </a:lnTo>
                      <a:lnTo>
                        <a:pt x="3" y="185"/>
                      </a:lnTo>
                      <a:lnTo>
                        <a:pt x="26" y="240"/>
                      </a:lnTo>
                      <a:lnTo>
                        <a:pt x="67" y="283"/>
                      </a:lnTo>
                      <a:lnTo>
                        <a:pt x="124" y="307"/>
                      </a:lnTo>
                      <a:lnTo>
                        <a:pt x="154" y="308"/>
                      </a:lnTo>
                      <a:lnTo>
                        <a:pt x="186" y="307"/>
                      </a:lnTo>
                      <a:lnTo>
                        <a:pt x="242" y="283"/>
                      </a:lnTo>
                      <a:lnTo>
                        <a:pt x="284" y="240"/>
                      </a:lnTo>
                      <a:lnTo>
                        <a:pt x="307" y="185"/>
                      </a:lnTo>
                      <a:lnTo>
                        <a:pt x="308" y="154"/>
                      </a:lnTo>
                      <a:lnTo>
                        <a:pt x="307" y="122"/>
                      </a:lnTo>
                      <a:lnTo>
                        <a:pt x="284" y="67"/>
                      </a:lnTo>
                      <a:lnTo>
                        <a:pt x="242" y="26"/>
                      </a:lnTo>
                      <a:lnTo>
                        <a:pt x="186" y="3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" name="Google Shape;255;p6"/>
                <p:cNvSpPr/>
                <p:nvPr/>
              </p:nvSpPr>
              <p:spPr>
                <a:xfrm>
                  <a:off x="1747" y="423"/>
                  <a:ext cx="575" cy="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725" extrusionOk="0">
                      <a:moveTo>
                        <a:pt x="862" y="0"/>
                      </a:moveTo>
                      <a:lnTo>
                        <a:pt x="819" y="2"/>
                      </a:lnTo>
                      <a:lnTo>
                        <a:pt x="731" y="10"/>
                      </a:lnTo>
                      <a:lnTo>
                        <a:pt x="647" y="28"/>
                      </a:lnTo>
                      <a:lnTo>
                        <a:pt x="566" y="52"/>
                      </a:lnTo>
                      <a:lnTo>
                        <a:pt x="489" y="85"/>
                      </a:lnTo>
                      <a:lnTo>
                        <a:pt x="415" y="126"/>
                      </a:lnTo>
                      <a:lnTo>
                        <a:pt x="346" y="172"/>
                      </a:lnTo>
                      <a:lnTo>
                        <a:pt x="282" y="225"/>
                      </a:lnTo>
                      <a:lnTo>
                        <a:pt x="223" y="283"/>
                      </a:lnTo>
                      <a:lnTo>
                        <a:pt x="172" y="346"/>
                      </a:lnTo>
                      <a:lnTo>
                        <a:pt x="124" y="415"/>
                      </a:lnTo>
                      <a:lnTo>
                        <a:pt x="85" y="489"/>
                      </a:lnTo>
                      <a:lnTo>
                        <a:pt x="52" y="567"/>
                      </a:lnTo>
                      <a:lnTo>
                        <a:pt x="27" y="647"/>
                      </a:lnTo>
                      <a:lnTo>
                        <a:pt x="10" y="731"/>
                      </a:lnTo>
                      <a:lnTo>
                        <a:pt x="1" y="819"/>
                      </a:lnTo>
                      <a:lnTo>
                        <a:pt x="0" y="863"/>
                      </a:lnTo>
                      <a:lnTo>
                        <a:pt x="1" y="907"/>
                      </a:lnTo>
                      <a:lnTo>
                        <a:pt x="10" y="994"/>
                      </a:lnTo>
                      <a:lnTo>
                        <a:pt x="27" y="1078"/>
                      </a:lnTo>
                      <a:lnTo>
                        <a:pt x="52" y="1159"/>
                      </a:lnTo>
                      <a:lnTo>
                        <a:pt x="85" y="1237"/>
                      </a:lnTo>
                      <a:lnTo>
                        <a:pt x="124" y="1310"/>
                      </a:lnTo>
                      <a:lnTo>
                        <a:pt x="172" y="1379"/>
                      </a:lnTo>
                      <a:lnTo>
                        <a:pt x="223" y="1443"/>
                      </a:lnTo>
                      <a:lnTo>
                        <a:pt x="282" y="1502"/>
                      </a:lnTo>
                      <a:lnTo>
                        <a:pt x="346" y="1553"/>
                      </a:lnTo>
                      <a:lnTo>
                        <a:pt x="415" y="1601"/>
                      </a:lnTo>
                      <a:lnTo>
                        <a:pt x="489" y="1640"/>
                      </a:lnTo>
                      <a:lnTo>
                        <a:pt x="566" y="1673"/>
                      </a:lnTo>
                      <a:lnTo>
                        <a:pt x="647" y="1698"/>
                      </a:lnTo>
                      <a:lnTo>
                        <a:pt x="731" y="1715"/>
                      </a:lnTo>
                      <a:lnTo>
                        <a:pt x="819" y="1724"/>
                      </a:lnTo>
                      <a:lnTo>
                        <a:pt x="862" y="1725"/>
                      </a:lnTo>
                      <a:lnTo>
                        <a:pt x="907" y="1724"/>
                      </a:lnTo>
                      <a:lnTo>
                        <a:pt x="994" y="1715"/>
                      </a:lnTo>
                      <a:lnTo>
                        <a:pt x="1078" y="1698"/>
                      </a:lnTo>
                      <a:lnTo>
                        <a:pt x="1159" y="1673"/>
                      </a:lnTo>
                      <a:lnTo>
                        <a:pt x="1237" y="1640"/>
                      </a:lnTo>
                      <a:lnTo>
                        <a:pt x="1310" y="1601"/>
                      </a:lnTo>
                      <a:lnTo>
                        <a:pt x="1379" y="1553"/>
                      </a:lnTo>
                      <a:lnTo>
                        <a:pt x="1443" y="1502"/>
                      </a:lnTo>
                      <a:lnTo>
                        <a:pt x="1500" y="1443"/>
                      </a:lnTo>
                      <a:lnTo>
                        <a:pt x="1554" y="1379"/>
                      </a:lnTo>
                      <a:lnTo>
                        <a:pt x="1600" y="1310"/>
                      </a:lnTo>
                      <a:lnTo>
                        <a:pt x="1640" y="1237"/>
                      </a:lnTo>
                      <a:lnTo>
                        <a:pt x="1673" y="1159"/>
                      </a:lnTo>
                      <a:lnTo>
                        <a:pt x="1698" y="1078"/>
                      </a:lnTo>
                      <a:lnTo>
                        <a:pt x="1715" y="994"/>
                      </a:lnTo>
                      <a:lnTo>
                        <a:pt x="1724" y="907"/>
                      </a:lnTo>
                      <a:lnTo>
                        <a:pt x="1725" y="863"/>
                      </a:lnTo>
                      <a:lnTo>
                        <a:pt x="1724" y="819"/>
                      </a:lnTo>
                      <a:lnTo>
                        <a:pt x="1715" y="731"/>
                      </a:lnTo>
                      <a:lnTo>
                        <a:pt x="1698" y="647"/>
                      </a:lnTo>
                      <a:lnTo>
                        <a:pt x="1673" y="567"/>
                      </a:lnTo>
                      <a:lnTo>
                        <a:pt x="1640" y="489"/>
                      </a:lnTo>
                      <a:lnTo>
                        <a:pt x="1600" y="415"/>
                      </a:lnTo>
                      <a:lnTo>
                        <a:pt x="1554" y="346"/>
                      </a:lnTo>
                      <a:lnTo>
                        <a:pt x="1500" y="283"/>
                      </a:lnTo>
                      <a:lnTo>
                        <a:pt x="1443" y="225"/>
                      </a:lnTo>
                      <a:lnTo>
                        <a:pt x="1379" y="172"/>
                      </a:lnTo>
                      <a:lnTo>
                        <a:pt x="1310" y="126"/>
                      </a:lnTo>
                      <a:lnTo>
                        <a:pt x="1237" y="85"/>
                      </a:lnTo>
                      <a:lnTo>
                        <a:pt x="1159" y="52"/>
                      </a:lnTo>
                      <a:lnTo>
                        <a:pt x="1078" y="28"/>
                      </a:lnTo>
                      <a:lnTo>
                        <a:pt x="994" y="10"/>
                      </a:lnTo>
                      <a:lnTo>
                        <a:pt x="907" y="2"/>
                      </a:lnTo>
                      <a:lnTo>
                        <a:pt x="862" y="0"/>
                      </a:lnTo>
                      <a:close/>
                      <a:moveTo>
                        <a:pt x="1381" y="1123"/>
                      </a:moveTo>
                      <a:lnTo>
                        <a:pt x="1381" y="1149"/>
                      </a:lnTo>
                      <a:lnTo>
                        <a:pt x="1369" y="1201"/>
                      </a:lnTo>
                      <a:lnTo>
                        <a:pt x="1350" y="1247"/>
                      </a:lnTo>
                      <a:lnTo>
                        <a:pt x="1322" y="1288"/>
                      </a:lnTo>
                      <a:lnTo>
                        <a:pt x="1286" y="1324"/>
                      </a:lnTo>
                      <a:lnTo>
                        <a:pt x="1244" y="1352"/>
                      </a:lnTo>
                      <a:lnTo>
                        <a:pt x="1198" y="1372"/>
                      </a:lnTo>
                      <a:lnTo>
                        <a:pt x="1146" y="1383"/>
                      </a:lnTo>
                      <a:lnTo>
                        <a:pt x="1120" y="1383"/>
                      </a:lnTo>
                      <a:lnTo>
                        <a:pt x="605" y="1383"/>
                      </a:lnTo>
                      <a:lnTo>
                        <a:pt x="578" y="1383"/>
                      </a:lnTo>
                      <a:lnTo>
                        <a:pt x="527" y="1372"/>
                      </a:lnTo>
                      <a:lnTo>
                        <a:pt x="480" y="1352"/>
                      </a:lnTo>
                      <a:lnTo>
                        <a:pt x="438" y="1324"/>
                      </a:lnTo>
                      <a:lnTo>
                        <a:pt x="404" y="1288"/>
                      </a:lnTo>
                      <a:lnTo>
                        <a:pt x="375" y="1247"/>
                      </a:lnTo>
                      <a:lnTo>
                        <a:pt x="355" y="1201"/>
                      </a:lnTo>
                      <a:lnTo>
                        <a:pt x="344" y="1149"/>
                      </a:lnTo>
                      <a:lnTo>
                        <a:pt x="343" y="1123"/>
                      </a:lnTo>
                      <a:lnTo>
                        <a:pt x="343" y="608"/>
                      </a:lnTo>
                      <a:lnTo>
                        <a:pt x="344" y="581"/>
                      </a:lnTo>
                      <a:lnTo>
                        <a:pt x="355" y="531"/>
                      </a:lnTo>
                      <a:lnTo>
                        <a:pt x="375" y="483"/>
                      </a:lnTo>
                      <a:lnTo>
                        <a:pt x="404" y="441"/>
                      </a:lnTo>
                      <a:lnTo>
                        <a:pt x="438" y="407"/>
                      </a:lnTo>
                      <a:lnTo>
                        <a:pt x="480" y="378"/>
                      </a:lnTo>
                      <a:lnTo>
                        <a:pt x="527" y="358"/>
                      </a:lnTo>
                      <a:lnTo>
                        <a:pt x="578" y="348"/>
                      </a:lnTo>
                      <a:lnTo>
                        <a:pt x="605" y="346"/>
                      </a:lnTo>
                      <a:lnTo>
                        <a:pt x="1120" y="346"/>
                      </a:lnTo>
                      <a:lnTo>
                        <a:pt x="1146" y="348"/>
                      </a:lnTo>
                      <a:lnTo>
                        <a:pt x="1198" y="358"/>
                      </a:lnTo>
                      <a:lnTo>
                        <a:pt x="1244" y="378"/>
                      </a:lnTo>
                      <a:lnTo>
                        <a:pt x="1286" y="407"/>
                      </a:lnTo>
                      <a:lnTo>
                        <a:pt x="1322" y="441"/>
                      </a:lnTo>
                      <a:lnTo>
                        <a:pt x="1350" y="483"/>
                      </a:lnTo>
                      <a:lnTo>
                        <a:pt x="1369" y="531"/>
                      </a:lnTo>
                      <a:lnTo>
                        <a:pt x="1381" y="581"/>
                      </a:lnTo>
                      <a:lnTo>
                        <a:pt x="1381" y="608"/>
                      </a:lnTo>
                      <a:lnTo>
                        <a:pt x="1381" y="112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56" name="Google Shape;256;p6"/>
              <p:cNvSpPr/>
              <p:nvPr/>
            </p:nvSpPr>
            <p:spPr>
              <a:xfrm rot="5400000">
                <a:off x="11360858" y="343758"/>
                <a:ext cx="140525" cy="26670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617" extrusionOk="0">
                    <a:moveTo>
                      <a:pt x="711" y="92"/>
                    </a:moveTo>
                    <a:lnTo>
                      <a:pt x="586" y="92"/>
                    </a:lnTo>
                    <a:lnTo>
                      <a:pt x="586" y="0"/>
                    </a:lnTo>
                    <a:lnTo>
                      <a:pt x="258" y="0"/>
                    </a:lnTo>
                    <a:lnTo>
                      <a:pt x="258" y="92"/>
                    </a:lnTo>
                    <a:lnTo>
                      <a:pt x="140" y="92"/>
                    </a:lnTo>
                    <a:lnTo>
                      <a:pt x="111" y="95"/>
                    </a:lnTo>
                    <a:lnTo>
                      <a:pt x="61" y="117"/>
                    </a:lnTo>
                    <a:lnTo>
                      <a:pt x="23" y="154"/>
                    </a:lnTo>
                    <a:lnTo>
                      <a:pt x="1" y="205"/>
                    </a:lnTo>
                    <a:lnTo>
                      <a:pt x="0" y="233"/>
                    </a:lnTo>
                    <a:lnTo>
                      <a:pt x="0" y="1477"/>
                    </a:lnTo>
                    <a:lnTo>
                      <a:pt x="1" y="1506"/>
                    </a:lnTo>
                    <a:lnTo>
                      <a:pt x="23" y="1556"/>
                    </a:lnTo>
                    <a:lnTo>
                      <a:pt x="61" y="1594"/>
                    </a:lnTo>
                    <a:lnTo>
                      <a:pt x="111" y="1615"/>
                    </a:lnTo>
                    <a:lnTo>
                      <a:pt x="140" y="1617"/>
                    </a:lnTo>
                    <a:lnTo>
                      <a:pt x="711" y="1617"/>
                    </a:lnTo>
                    <a:lnTo>
                      <a:pt x="740" y="1615"/>
                    </a:lnTo>
                    <a:lnTo>
                      <a:pt x="790" y="1594"/>
                    </a:lnTo>
                    <a:lnTo>
                      <a:pt x="828" y="1556"/>
                    </a:lnTo>
                    <a:lnTo>
                      <a:pt x="850" y="1506"/>
                    </a:lnTo>
                    <a:lnTo>
                      <a:pt x="851" y="1477"/>
                    </a:lnTo>
                    <a:lnTo>
                      <a:pt x="851" y="233"/>
                    </a:lnTo>
                    <a:lnTo>
                      <a:pt x="850" y="205"/>
                    </a:lnTo>
                    <a:lnTo>
                      <a:pt x="828" y="154"/>
                    </a:lnTo>
                    <a:lnTo>
                      <a:pt x="790" y="117"/>
                    </a:lnTo>
                    <a:lnTo>
                      <a:pt x="740" y="95"/>
                    </a:lnTo>
                    <a:lnTo>
                      <a:pt x="711" y="92"/>
                    </a:lnTo>
                    <a:close/>
                    <a:moveTo>
                      <a:pt x="757" y="1477"/>
                    </a:moveTo>
                    <a:lnTo>
                      <a:pt x="757" y="1487"/>
                    </a:lnTo>
                    <a:lnTo>
                      <a:pt x="750" y="1503"/>
                    </a:lnTo>
                    <a:lnTo>
                      <a:pt x="737" y="1516"/>
                    </a:lnTo>
                    <a:lnTo>
                      <a:pt x="721" y="1523"/>
                    </a:lnTo>
                    <a:lnTo>
                      <a:pt x="711" y="1525"/>
                    </a:lnTo>
                    <a:lnTo>
                      <a:pt x="140" y="1525"/>
                    </a:lnTo>
                    <a:lnTo>
                      <a:pt x="131" y="1523"/>
                    </a:lnTo>
                    <a:lnTo>
                      <a:pt x="114" y="1516"/>
                    </a:lnTo>
                    <a:lnTo>
                      <a:pt x="101" y="1503"/>
                    </a:lnTo>
                    <a:lnTo>
                      <a:pt x="94" y="1487"/>
                    </a:lnTo>
                    <a:lnTo>
                      <a:pt x="94" y="1477"/>
                    </a:lnTo>
                    <a:lnTo>
                      <a:pt x="94" y="233"/>
                    </a:lnTo>
                    <a:lnTo>
                      <a:pt x="94" y="223"/>
                    </a:lnTo>
                    <a:lnTo>
                      <a:pt x="101" y="206"/>
                    </a:lnTo>
                    <a:lnTo>
                      <a:pt x="114" y="194"/>
                    </a:lnTo>
                    <a:lnTo>
                      <a:pt x="131" y="187"/>
                    </a:lnTo>
                    <a:lnTo>
                      <a:pt x="140" y="186"/>
                    </a:lnTo>
                    <a:lnTo>
                      <a:pt x="711" y="186"/>
                    </a:lnTo>
                    <a:lnTo>
                      <a:pt x="721" y="187"/>
                    </a:lnTo>
                    <a:lnTo>
                      <a:pt x="737" y="194"/>
                    </a:lnTo>
                    <a:lnTo>
                      <a:pt x="750" y="206"/>
                    </a:lnTo>
                    <a:lnTo>
                      <a:pt x="757" y="223"/>
                    </a:lnTo>
                    <a:lnTo>
                      <a:pt x="757" y="233"/>
                    </a:lnTo>
                    <a:lnTo>
                      <a:pt x="757" y="1477"/>
                    </a:lnTo>
                    <a:close/>
                    <a:moveTo>
                      <a:pt x="707" y="1468"/>
                    </a:moveTo>
                    <a:lnTo>
                      <a:pt x="144" y="1468"/>
                    </a:lnTo>
                    <a:lnTo>
                      <a:pt x="144" y="1264"/>
                    </a:lnTo>
                    <a:lnTo>
                      <a:pt x="707" y="1264"/>
                    </a:lnTo>
                    <a:lnTo>
                      <a:pt x="707" y="1468"/>
                    </a:lnTo>
                    <a:close/>
                    <a:moveTo>
                      <a:pt x="707" y="1213"/>
                    </a:moveTo>
                    <a:lnTo>
                      <a:pt x="144" y="1213"/>
                    </a:lnTo>
                    <a:lnTo>
                      <a:pt x="144" y="1009"/>
                    </a:lnTo>
                    <a:lnTo>
                      <a:pt x="707" y="1009"/>
                    </a:lnTo>
                    <a:lnTo>
                      <a:pt x="707" y="1213"/>
                    </a:lnTo>
                    <a:close/>
                    <a:moveTo>
                      <a:pt x="707" y="958"/>
                    </a:moveTo>
                    <a:lnTo>
                      <a:pt x="144" y="958"/>
                    </a:lnTo>
                    <a:lnTo>
                      <a:pt x="144" y="754"/>
                    </a:lnTo>
                    <a:lnTo>
                      <a:pt x="707" y="754"/>
                    </a:lnTo>
                    <a:lnTo>
                      <a:pt x="707" y="958"/>
                    </a:lnTo>
                    <a:close/>
                    <a:moveTo>
                      <a:pt x="707" y="703"/>
                    </a:moveTo>
                    <a:lnTo>
                      <a:pt x="144" y="703"/>
                    </a:lnTo>
                    <a:lnTo>
                      <a:pt x="144" y="499"/>
                    </a:lnTo>
                    <a:lnTo>
                      <a:pt x="707" y="499"/>
                    </a:lnTo>
                    <a:lnTo>
                      <a:pt x="707" y="703"/>
                    </a:lnTo>
                    <a:close/>
                    <a:moveTo>
                      <a:pt x="707" y="448"/>
                    </a:moveTo>
                    <a:lnTo>
                      <a:pt x="144" y="448"/>
                    </a:lnTo>
                    <a:lnTo>
                      <a:pt x="144" y="243"/>
                    </a:lnTo>
                    <a:lnTo>
                      <a:pt x="707" y="243"/>
                    </a:lnTo>
                    <a:lnTo>
                      <a:pt x="707" y="4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10885020" y="369386"/>
                <a:ext cx="454304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100%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6"/>
              <p:cNvSpPr/>
              <p:nvPr/>
            </p:nvSpPr>
            <p:spPr>
              <a:xfrm>
                <a:off x="10212196" y="406846"/>
                <a:ext cx="17980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293" extrusionOk="0">
                    <a:moveTo>
                      <a:pt x="2747" y="3607"/>
                    </a:moveTo>
                    <a:lnTo>
                      <a:pt x="2711" y="3609"/>
                    </a:lnTo>
                    <a:lnTo>
                      <a:pt x="2645" y="3622"/>
                    </a:lnTo>
                    <a:lnTo>
                      <a:pt x="2583" y="3649"/>
                    </a:lnTo>
                    <a:lnTo>
                      <a:pt x="2528" y="3685"/>
                    </a:lnTo>
                    <a:lnTo>
                      <a:pt x="2481" y="3733"/>
                    </a:lnTo>
                    <a:lnTo>
                      <a:pt x="2443" y="3787"/>
                    </a:lnTo>
                    <a:lnTo>
                      <a:pt x="2417" y="3848"/>
                    </a:lnTo>
                    <a:lnTo>
                      <a:pt x="2403" y="3916"/>
                    </a:lnTo>
                    <a:lnTo>
                      <a:pt x="2403" y="3950"/>
                    </a:lnTo>
                    <a:lnTo>
                      <a:pt x="2403" y="3986"/>
                    </a:lnTo>
                    <a:lnTo>
                      <a:pt x="2417" y="4052"/>
                    </a:lnTo>
                    <a:lnTo>
                      <a:pt x="2443" y="4114"/>
                    </a:lnTo>
                    <a:lnTo>
                      <a:pt x="2481" y="4169"/>
                    </a:lnTo>
                    <a:lnTo>
                      <a:pt x="2527" y="4215"/>
                    </a:lnTo>
                    <a:lnTo>
                      <a:pt x="2583" y="4253"/>
                    </a:lnTo>
                    <a:lnTo>
                      <a:pt x="2645" y="4279"/>
                    </a:lnTo>
                    <a:lnTo>
                      <a:pt x="2711" y="4293"/>
                    </a:lnTo>
                    <a:lnTo>
                      <a:pt x="2747" y="4293"/>
                    </a:lnTo>
                    <a:lnTo>
                      <a:pt x="2783" y="4293"/>
                    </a:lnTo>
                    <a:lnTo>
                      <a:pt x="2849" y="4279"/>
                    </a:lnTo>
                    <a:lnTo>
                      <a:pt x="2911" y="4253"/>
                    </a:lnTo>
                    <a:lnTo>
                      <a:pt x="2966" y="4215"/>
                    </a:lnTo>
                    <a:lnTo>
                      <a:pt x="3013" y="4169"/>
                    </a:lnTo>
                    <a:lnTo>
                      <a:pt x="3051" y="4114"/>
                    </a:lnTo>
                    <a:lnTo>
                      <a:pt x="3077" y="4052"/>
                    </a:lnTo>
                    <a:lnTo>
                      <a:pt x="3090" y="3986"/>
                    </a:lnTo>
                    <a:lnTo>
                      <a:pt x="3091" y="3950"/>
                    </a:lnTo>
                    <a:lnTo>
                      <a:pt x="3090" y="3916"/>
                    </a:lnTo>
                    <a:lnTo>
                      <a:pt x="3077" y="3848"/>
                    </a:lnTo>
                    <a:lnTo>
                      <a:pt x="3051" y="3787"/>
                    </a:lnTo>
                    <a:lnTo>
                      <a:pt x="3013" y="3733"/>
                    </a:lnTo>
                    <a:lnTo>
                      <a:pt x="2966" y="3685"/>
                    </a:lnTo>
                    <a:lnTo>
                      <a:pt x="2911" y="3648"/>
                    </a:lnTo>
                    <a:lnTo>
                      <a:pt x="2849" y="3622"/>
                    </a:lnTo>
                    <a:lnTo>
                      <a:pt x="2783" y="3609"/>
                    </a:lnTo>
                    <a:lnTo>
                      <a:pt x="2747" y="3607"/>
                    </a:lnTo>
                    <a:close/>
                    <a:moveTo>
                      <a:pt x="5399" y="1030"/>
                    </a:moveTo>
                    <a:lnTo>
                      <a:pt x="5332" y="968"/>
                    </a:lnTo>
                    <a:lnTo>
                      <a:pt x="5194" y="852"/>
                    </a:lnTo>
                    <a:lnTo>
                      <a:pt x="5050" y="741"/>
                    </a:lnTo>
                    <a:lnTo>
                      <a:pt x="4902" y="638"/>
                    </a:lnTo>
                    <a:lnTo>
                      <a:pt x="4749" y="542"/>
                    </a:lnTo>
                    <a:lnTo>
                      <a:pt x="4592" y="454"/>
                    </a:lnTo>
                    <a:lnTo>
                      <a:pt x="4431" y="373"/>
                    </a:lnTo>
                    <a:lnTo>
                      <a:pt x="4266" y="300"/>
                    </a:lnTo>
                    <a:lnTo>
                      <a:pt x="4098" y="235"/>
                    </a:lnTo>
                    <a:lnTo>
                      <a:pt x="3927" y="178"/>
                    </a:lnTo>
                    <a:lnTo>
                      <a:pt x="3751" y="127"/>
                    </a:lnTo>
                    <a:lnTo>
                      <a:pt x="3574" y="85"/>
                    </a:lnTo>
                    <a:lnTo>
                      <a:pt x="3394" y="52"/>
                    </a:lnTo>
                    <a:lnTo>
                      <a:pt x="3211" y="26"/>
                    </a:lnTo>
                    <a:lnTo>
                      <a:pt x="3026" y="10"/>
                    </a:lnTo>
                    <a:lnTo>
                      <a:pt x="2839" y="2"/>
                    </a:lnTo>
                    <a:lnTo>
                      <a:pt x="2746" y="0"/>
                    </a:lnTo>
                    <a:lnTo>
                      <a:pt x="2652" y="2"/>
                    </a:lnTo>
                    <a:lnTo>
                      <a:pt x="2466" y="10"/>
                    </a:lnTo>
                    <a:lnTo>
                      <a:pt x="2282" y="26"/>
                    </a:lnTo>
                    <a:lnTo>
                      <a:pt x="2099" y="52"/>
                    </a:lnTo>
                    <a:lnTo>
                      <a:pt x="1919" y="85"/>
                    </a:lnTo>
                    <a:lnTo>
                      <a:pt x="1740" y="127"/>
                    </a:lnTo>
                    <a:lnTo>
                      <a:pt x="1566" y="178"/>
                    </a:lnTo>
                    <a:lnTo>
                      <a:pt x="1395" y="235"/>
                    </a:lnTo>
                    <a:lnTo>
                      <a:pt x="1226" y="300"/>
                    </a:lnTo>
                    <a:lnTo>
                      <a:pt x="1060" y="373"/>
                    </a:lnTo>
                    <a:lnTo>
                      <a:pt x="899" y="454"/>
                    </a:lnTo>
                    <a:lnTo>
                      <a:pt x="742" y="542"/>
                    </a:lnTo>
                    <a:lnTo>
                      <a:pt x="590" y="638"/>
                    </a:lnTo>
                    <a:lnTo>
                      <a:pt x="441" y="741"/>
                    </a:lnTo>
                    <a:lnTo>
                      <a:pt x="299" y="852"/>
                    </a:lnTo>
                    <a:lnTo>
                      <a:pt x="160" y="970"/>
                    </a:lnTo>
                    <a:lnTo>
                      <a:pt x="93" y="1030"/>
                    </a:lnTo>
                    <a:lnTo>
                      <a:pt x="71" y="1053"/>
                    </a:lnTo>
                    <a:lnTo>
                      <a:pt x="35" y="1104"/>
                    </a:lnTo>
                    <a:lnTo>
                      <a:pt x="12" y="1157"/>
                    </a:lnTo>
                    <a:lnTo>
                      <a:pt x="0" y="1215"/>
                    </a:lnTo>
                    <a:lnTo>
                      <a:pt x="0" y="1272"/>
                    </a:lnTo>
                    <a:lnTo>
                      <a:pt x="12" y="1328"/>
                    </a:lnTo>
                    <a:lnTo>
                      <a:pt x="35" y="1383"/>
                    </a:lnTo>
                    <a:lnTo>
                      <a:pt x="71" y="1432"/>
                    </a:lnTo>
                    <a:lnTo>
                      <a:pt x="93" y="1455"/>
                    </a:lnTo>
                    <a:lnTo>
                      <a:pt x="117" y="1477"/>
                    </a:lnTo>
                    <a:lnTo>
                      <a:pt x="170" y="1510"/>
                    </a:lnTo>
                    <a:lnTo>
                      <a:pt x="228" y="1532"/>
                    </a:lnTo>
                    <a:lnTo>
                      <a:pt x="288" y="1543"/>
                    </a:lnTo>
                    <a:lnTo>
                      <a:pt x="319" y="1543"/>
                    </a:lnTo>
                    <a:lnTo>
                      <a:pt x="350" y="1543"/>
                    </a:lnTo>
                    <a:lnTo>
                      <a:pt x="411" y="1532"/>
                    </a:lnTo>
                    <a:lnTo>
                      <a:pt x="469" y="1510"/>
                    </a:lnTo>
                    <a:lnTo>
                      <a:pt x="522" y="1477"/>
                    </a:lnTo>
                    <a:lnTo>
                      <a:pt x="546" y="1455"/>
                    </a:lnTo>
                    <a:lnTo>
                      <a:pt x="601" y="1405"/>
                    </a:lnTo>
                    <a:lnTo>
                      <a:pt x="716" y="1308"/>
                    </a:lnTo>
                    <a:lnTo>
                      <a:pt x="834" y="1218"/>
                    </a:lnTo>
                    <a:lnTo>
                      <a:pt x="958" y="1134"/>
                    </a:lnTo>
                    <a:lnTo>
                      <a:pt x="1085" y="1056"/>
                    </a:lnTo>
                    <a:lnTo>
                      <a:pt x="1215" y="986"/>
                    </a:lnTo>
                    <a:lnTo>
                      <a:pt x="1349" y="922"/>
                    </a:lnTo>
                    <a:lnTo>
                      <a:pt x="1485" y="865"/>
                    </a:lnTo>
                    <a:lnTo>
                      <a:pt x="1625" y="813"/>
                    </a:lnTo>
                    <a:lnTo>
                      <a:pt x="1768" y="768"/>
                    </a:lnTo>
                    <a:lnTo>
                      <a:pt x="1985" y="712"/>
                    </a:lnTo>
                    <a:lnTo>
                      <a:pt x="2285" y="662"/>
                    </a:lnTo>
                    <a:lnTo>
                      <a:pt x="2590" y="636"/>
                    </a:lnTo>
                    <a:lnTo>
                      <a:pt x="2746" y="633"/>
                    </a:lnTo>
                    <a:lnTo>
                      <a:pt x="2901" y="636"/>
                    </a:lnTo>
                    <a:lnTo>
                      <a:pt x="3208" y="662"/>
                    </a:lnTo>
                    <a:lnTo>
                      <a:pt x="3506" y="712"/>
                    </a:lnTo>
                    <a:lnTo>
                      <a:pt x="3725" y="768"/>
                    </a:lnTo>
                    <a:lnTo>
                      <a:pt x="3868" y="813"/>
                    </a:lnTo>
                    <a:lnTo>
                      <a:pt x="4007" y="865"/>
                    </a:lnTo>
                    <a:lnTo>
                      <a:pt x="4144" y="922"/>
                    </a:lnTo>
                    <a:lnTo>
                      <a:pt x="4277" y="986"/>
                    </a:lnTo>
                    <a:lnTo>
                      <a:pt x="4408" y="1056"/>
                    </a:lnTo>
                    <a:lnTo>
                      <a:pt x="4534" y="1134"/>
                    </a:lnTo>
                    <a:lnTo>
                      <a:pt x="4657" y="1218"/>
                    </a:lnTo>
                    <a:lnTo>
                      <a:pt x="4776" y="1307"/>
                    </a:lnTo>
                    <a:lnTo>
                      <a:pt x="4890" y="1403"/>
                    </a:lnTo>
                    <a:lnTo>
                      <a:pt x="4946" y="1455"/>
                    </a:lnTo>
                    <a:lnTo>
                      <a:pt x="4969" y="1477"/>
                    </a:lnTo>
                    <a:lnTo>
                      <a:pt x="5023" y="1509"/>
                    </a:lnTo>
                    <a:lnTo>
                      <a:pt x="5082" y="1532"/>
                    </a:lnTo>
                    <a:lnTo>
                      <a:pt x="5142" y="1542"/>
                    </a:lnTo>
                    <a:lnTo>
                      <a:pt x="5203" y="1542"/>
                    </a:lnTo>
                    <a:lnTo>
                      <a:pt x="5263" y="1532"/>
                    </a:lnTo>
                    <a:lnTo>
                      <a:pt x="5322" y="1509"/>
                    </a:lnTo>
                    <a:lnTo>
                      <a:pt x="5375" y="1477"/>
                    </a:lnTo>
                    <a:lnTo>
                      <a:pt x="5399" y="1455"/>
                    </a:lnTo>
                    <a:lnTo>
                      <a:pt x="5422" y="1432"/>
                    </a:lnTo>
                    <a:lnTo>
                      <a:pt x="5456" y="1383"/>
                    </a:lnTo>
                    <a:lnTo>
                      <a:pt x="5481" y="1328"/>
                    </a:lnTo>
                    <a:lnTo>
                      <a:pt x="5492" y="1272"/>
                    </a:lnTo>
                    <a:lnTo>
                      <a:pt x="5492" y="1215"/>
                    </a:lnTo>
                    <a:lnTo>
                      <a:pt x="5481" y="1157"/>
                    </a:lnTo>
                    <a:lnTo>
                      <a:pt x="5456" y="1102"/>
                    </a:lnTo>
                    <a:lnTo>
                      <a:pt x="5422" y="1053"/>
                    </a:lnTo>
                    <a:lnTo>
                      <a:pt x="5399" y="1030"/>
                    </a:lnTo>
                    <a:close/>
                    <a:moveTo>
                      <a:pt x="2743" y="1202"/>
                    </a:moveTo>
                    <a:lnTo>
                      <a:pt x="2604" y="1203"/>
                    </a:lnTo>
                    <a:lnTo>
                      <a:pt x="2332" y="1230"/>
                    </a:lnTo>
                    <a:lnTo>
                      <a:pt x="2066" y="1282"/>
                    </a:lnTo>
                    <a:lnTo>
                      <a:pt x="1807" y="1360"/>
                    </a:lnTo>
                    <a:lnTo>
                      <a:pt x="1557" y="1462"/>
                    </a:lnTo>
                    <a:lnTo>
                      <a:pt x="1320" y="1589"/>
                    </a:lnTo>
                    <a:lnTo>
                      <a:pt x="1094" y="1739"/>
                    </a:lnTo>
                    <a:lnTo>
                      <a:pt x="882" y="1912"/>
                    </a:lnTo>
                    <a:lnTo>
                      <a:pt x="782" y="2008"/>
                    </a:lnTo>
                    <a:lnTo>
                      <a:pt x="759" y="2033"/>
                    </a:lnTo>
                    <a:lnTo>
                      <a:pt x="722" y="2088"/>
                    </a:lnTo>
                    <a:lnTo>
                      <a:pt x="698" y="2148"/>
                    </a:lnTo>
                    <a:lnTo>
                      <a:pt x="686" y="2211"/>
                    </a:lnTo>
                    <a:lnTo>
                      <a:pt x="686" y="2275"/>
                    </a:lnTo>
                    <a:lnTo>
                      <a:pt x="698" y="2337"/>
                    </a:lnTo>
                    <a:lnTo>
                      <a:pt x="722" y="2397"/>
                    </a:lnTo>
                    <a:lnTo>
                      <a:pt x="759" y="2452"/>
                    </a:lnTo>
                    <a:lnTo>
                      <a:pt x="782" y="2478"/>
                    </a:lnTo>
                    <a:lnTo>
                      <a:pt x="808" y="2501"/>
                    </a:lnTo>
                    <a:lnTo>
                      <a:pt x="863" y="2537"/>
                    </a:lnTo>
                    <a:lnTo>
                      <a:pt x="924" y="2561"/>
                    </a:lnTo>
                    <a:lnTo>
                      <a:pt x="987" y="2574"/>
                    </a:lnTo>
                    <a:lnTo>
                      <a:pt x="1019" y="2576"/>
                    </a:lnTo>
                    <a:lnTo>
                      <a:pt x="1052" y="2574"/>
                    </a:lnTo>
                    <a:lnTo>
                      <a:pt x="1115" y="2561"/>
                    </a:lnTo>
                    <a:lnTo>
                      <a:pt x="1176" y="2537"/>
                    </a:lnTo>
                    <a:lnTo>
                      <a:pt x="1230" y="2501"/>
                    </a:lnTo>
                    <a:lnTo>
                      <a:pt x="1256" y="2478"/>
                    </a:lnTo>
                    <a:lnTo>
                      <a:pt x="1331" y="2404"/>
                    </a:lnTo>
                    <a:lnTo>
                      <a:pt x="1493" y="2272"/>
                    </a:lnTo>
                    <a:lnTo>
                      <a:pt x="1664" y="2155"/>
                    </a:lnTo>
                    <a:lnTo>
                      <a:pt x="1844" y="2056"/>
                    </a:lnTo>
                    <a:lnTo>
                      <a:pt x="2033" y="1974"/>
                    </a:lnTo>
                    <a:lnTo>
                      <a:pt x="2229" y="1910"/>
                    </a:lnTo>
                    <a:lnTo>
                      <a:pt x="2432" y="1869"/>
                    </a:lnTo>
                    <a:lnTo>
                      <a:pt x="2638" y="1847"/>
                    </a:lnTo>
                    <a:lnTo>
                      <a:pt x="2743" y="1844"/>
                    </a:lnTo>
                    <a:lnTo>
                      <a:pt x="2848" y="1847"/>
                    </a:lnTo>
                    <a:lnTo>
                      <a:pt x="3055" y="1869"/>
                    </a:lnTo>
                    <a:lnTo>
                      <a:pt x="3257" y="1910"/>
                    </a:lnTo>
                    <a:lnTo>
                      <a:pt x="3453" y="1974"/>
                    </a:lnTo>
                    <a:lnTo>
                      <a:pt x="3643" y="2056"/>
                    </a:lnTo>
                    <a:lnTo>
                      <a:pt x="3823" y="2155"/>
                    </a:lnTo>
                    <a:lnTo>
                      <a:pt x="3994" y="2272"/>
                    </a:lnTo>
                    <a:lnTo>
                      <a:pt x="4154" y="2404"/>
                    </a:lnTo>
                    <a:lnTo>
                      <a:pt x="4230" y="2478"/>
                    </a:lnTo>
                    <a:lnTo>
                      <a:pt x="4255" y="2501"/>
                    </a:lnTo>
                    <a:lnTo>
                      <a:pt x="4311" y="2537"/>
                    </a:lnTo>
                    <a:lnTo>
                      <a:pt x="4372" y="2561"/>
                    </a:lnTo>
                    <a:lnTo>
                      <a:pt x="4435" y="2574"/>
                    </a:lnTo>
                    <a:lnTo>
                      <a:pt x="4500" y="2574"/>
                    </a:lnTo>
                    <a:lnTo>
                      <a:pt x="4562" y="2561"/>
                    </a:lnTo>
                    <a:lnTo>
                      <a:pt x="4622" y="2537"/>
                    </a:lnTo>
                    <a:lnTo>
                      <a:pt x="4678" y="2501"/>
                    </a:lnTo>
                    <a:lnTo>
                      <a:pt x="4703" y="2478"/>
                    </a:lnTo>
                    <a:lnTo>
                      <a:pt x="4727" y="2452"/>
                    </a:lnTo>
                    <a:lnTo>
                      <a:pt x="4763" y="2397"/>
                    </a:lnTo>
                    <a:lnTo>
                      <a:pt x="4788" y="2337"/>
                    </a:lnTo>
                    <a:lnTo>
                      <a:pt x="4801" y="2275"/>
                    </a:lnTo>
                    <a:lnTo>
                      <a:pt x="4801" y="2211"/>
                    </a:lnTo>
                    <a:lnTo>
                      <a:pt x="4788" y="2148"/>
                    </a:lnTo>
                    <a:lnTo>
                      <a:pt x="4763" y="2088"/>
                    </a:lnTo>
                    <a:lnTo>
                      <a:pt x="4727" y="2033"/>
                    </a:lnTo>
                    <a:lnTo>
                      <a:pt x="4703" y="2008"/>
                    </a:lnTo>
                    <a:lnTo>
                      <a:pt x="4603" y="1912"/>
                    </a:lnTo>
                    <a:lnTo>
                      <a:pt x="4392" y="1739"/>
                    </a:lnTo>
                    <a:lnTo>
                      <a:pt x="4167" y="1589"/>
                    </a:lnTo>
                    <a:lnTo>
                      <a:pt x="3928" y="1462"/>
                    </a:lnTo>
                    <a:lnTo>
                      <a:pt x="3679" y="1360"/>
                    </a:lnTo>
                    <a:lnTo>
                      <a:pt x="3421" y="1282"/>
                    </a:lnTo>
                    <a:lnTo>
                      <a:pt x="3155" y="1230"/>
                    </a:lnTo>
                    <a:lnTo>
                      <a:pt x="2881" y="1203"/>
                    </a:lnTo>
                    <a:lnTo>
                      <a:pt x="2743" y="1202"/>
                    </a:lnTo>
                    <a:close/>
                    <a:moveTo>
                      <a:pt x="2746" y="2403"/>
                    </a:moveTo>
                    <a:lnTo>
                      <a:pt x="2668" y="2404"/>
                    </a:lnTo>
                    <a:lnTo>
                      <a:pt x="2514" y="2420"/>
                    </a:lnTo>
                    <a:lnTo>
                      <a:pt x="2362" y="2451"/>
                    </a:lnTo>
                    <a:lnTo>
                      <a:pt x="2217" y="2497"/>
                    </a:lnTo>
                    <a:lnTo>
                      <a:pt x="2076" y="2556"/>
                    </a:lnTo>
                    <a:lnTo>
                      <a:pt x="1940" y="2631"/>
                    </a:lnTo>
                    <a:lnTo>
                      <a:pt x="1814" y="2719"/>
                    </a:lnTo>
                    <a:lnTo>
                      <a:pt x="1694" y="2819"/>
                    </a:lnTo>
                    <a:lnTo>
                      <a:pt x="1637" y="2876"/>
                    </a:lnTo>
                    <a:lnTo>
                      <a:pt x="1615" y="2900"/>
                    </a:lnTo>
                    <a:lnTo>
                      <a:pt x="1580" y="2955"/>
                    </a:lnTo>
                    <a:lnTo>
                      <a:pt x="1557" y="3012"/>
                    </a:lnTo>
                    <a:lnTo>
                      <a:pt x="1546" y="3074"/>
                    </a:lnTo>
                    <a:lnTo>
                      <a:pt x="1546" y="3136"/>
                    </a:lnTo>
                    <a:lnTo>
                      <a:pt x="1557" y="3197"/>
                    </a:lnTo>
                    <a:lnTo>
                      <a:pt x="1580" y="3256"/>
                    </a:lnTo>
                    <a:lnTo>
                      <a:pt x="1615" y="3309"/>
                    </a:lnTo>
                    <a:lnTo>
                      <a:pt x="1637" y="3334"/>
                    </a:lnTo>
                    <a:lnTo>
                      <a:pt x="1661" y="3357"/>
                    </a:lnTo>
                    <a:lnTo>
                      <a:pt x="1713" y="3393"/>
                    </a:lnTo>
                    <a:lnTo>
                      <a:pt x="1769" y="3416"/>
                    </a:lnTo>
                    <a:lnTo>
                      <a:pt x="1830" y="3427"/>
                    </a:lnTo>
                    <a:lnTo>
                      <a:pt x="1860" y="3429"/>
                    </a:lnTo>
                    <a:lnTo>
                      <a:pt x="1890" y="3427"/>
                    </a:lnTo>
                    <a:lnTo>
                      <a:pt x="1949" y="3416"/>
                    </a:lnTo>
                    <a:lnTo>
                      <a:pt x="2005" y="3393"/>
                    </a:lnTo>
                    <a:lnTo>
                      <a:pt x="2057" y="3357"/>
                    </a:lnTo>
                    <a:lnTo>
                      <a:pt x="2082" y="3334"/>
                    </a:lnTo>
                    <a:lnTo>
                      <a:pt x="2115" y="3300"/>
                    </a:lnTo>
                    <a:lnTo>
                      <a:pt x="2187" y="3239"/>
                    </a:lnTo>
                    <a:lnTo>
                      <a:pt x="2263" y="3184"/>
                    </a:lnTo>
                    <a:lnTo>
                      <a:pt x="2344" y="3138"/>
                    </a:lnTo>
                    <a:lnTo>
                      <a:pt x="2429" y="3100"/>
                    </a:lnTo>
                    <a:lnTo>
                      <a:pt x="2517" y="3070"/>
                    </a:lnTo>
                    <a:lnTo>
                      <a:pt x="2607" y="3051"/>
                    </a:lnTo>
                    <a:lnTo>
                      <a:pt x="2699" y="3041"/>
                    </a:lnTo>
                    <a:lnTo>
                      <a:pt x="2746" y="3040"/>
                    </a:lnTo>
                    <a:lnTo>
                      <a:pt x="2793" y="3040"/>
                    </a:lnTo>
                    <a:lnTo>
                      <a:pt x="2885" y="3051"/>
                    </a:lnTo>
                    <a:lnTo>
                      <a:pt x="2976" y="3070"/>
                    </a:lnTo>
                    <a:lnTo>
                      <a:pt x="3064" y="3100"/>
                    </a:lnTo>
                    <a:lnTo>
                      <a:pt x="3147" y="3138"/>
                    </a:lnTo>
                    <a:lnTo>
                      <a:pt x="3228" y="3184"/>
                    </a:lnTo>
                    <a:lnTo>
                      <a:pt x="3304" y="3239"/>
                    </a:lnTo>
                    <a:lnTo>
                      <a:pt x="3376" y="3300"/>
                    </a:lnTo>
                    <a:lnTo>
                      <a:pt x="3411" y="3334"/>
                    </a:lnTo>
                    <a:lnTo>
                      <a:pt x="3434" y="3357"/>
                    </a:lnTo>
                    <a:lnTo>
                      <a:pt x="3487" y="3393"/>
                    </a:lnTo>
                    <a:lnTo>
                      <a:pt x="3543" y="3416"/>
                    </a:lnTo>
                    <a:lnTo>
                      <a:pt x="3603" y="3427"/>
                    </a:lnTo>
                    <a:lnTo>
                      <a:pt x="3663" y="3427"/>
                    </a:lnTo>
                    <a:lnTo>
                      <a:pt x="3722" y="3416"/>
                    </a:lnTo>
                    <a:lnTo>
                      <a:pt x="3780" y="3393"/>
                    </a:lnTo>
                    <a:lnTo>
                      <a:pt x="3832" y="3357"/>
                    </a:lnTo>
                    <a:lnTo>
                      <a:pt x="3855" y="3334"/>
                    </a:lnTo>
                    <a:lnTo>
                      <a:pt x="3878" y="3309"/>
                    </a:lnTo>
                    <a:lnTo>
                      <a:pt x="3912" y="3256"/>
                    </a:lnTo>
                    <a:lnTo>
                      <a:pt x="3934" y="3197"/>
                    </a:lnTo>
                    <a:lnTo>
                      <a:pt x="3945" y="3136"/>
                    </a:lnTo>
                    <a:lnTo>
                      <a:pt x="3945" y="3074"/>
                    </a:lnTo>
                    <a:lnTo>
                      <a:pt x="3934" y="3012"/>
                    </a:lnTo>
                    <a:lnTo>
                      <a:pt x="3912" y="2955"/>
                    </a:lnTo>
                    <a:lnTo>
                      <a:pt x="3878" y="2900"/>
                    </a:lnTo>
                    <a:lnTo>
                      <a:pt x="3855" y="2876"/>
                    </a:lnTo>
                    <a:lnTo>
                      <a:pt x="3798" y="2819"/>
                    </a:lnTo>
                    <a:lnTo>
                      <a:pt x="3679" y="2719"/>
                    </a:lnTo>
                    <a:lnTo>
                      <a:pt x="3551" y="2631"/>
                    </a:lnTo>
                    <a:lnTo>
                      <a:pt x="3417" y="2556"/>
                    </a:lnTo>
                    <a:lnTo>
                      <a:pt x="3276" y="2497"/>
                    </a:lnTo>
                    <a:lnTo>
                      <a:pt x="3130" y="2451"/>
                    </a:lnTo>
                    <a:lnTo>
                      <a:pt x="2979" y="2420"/>
                    </a:lnTo>
                    <a:lnTo>
                      <a:pt x="2825" y="2404"/>
                    </a:lnTo>
                    <a:lnTo>
                      <a:pt x="2746" y="24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>
                <a:off x="9512757" y="369386"/>
                <a:ext cx="715178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PPTBIZCAM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0" name="Google Shape;260;p6"/>
            <p:cNvSpPr/>
            <p:nvPr/>
          </p:nvSpPr>
          <p:spPr>
            <a:xfrm>
              <a:off x="11377471" y="133570"/>
              <a:ext cx="176990" cy="176990"/>
            </a:xfrm>
            <a:prstGeom prst="ellipse">
              <a:avLst/>
            </a:prstGeom>
            <a:solidFill>
              <a:srgbClr val="90DA80"/>
            </a:solidFill>
            <a:ln>
              <a:noFill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1" name="Google Shape;261;p6"/>
            <p:cNvGrpSpPr/>
            <p:nvPr/>
          </p:nvGrpSpPr>
          <p:grpSpPr>
            <a:xfrm>
              <a:off x="653849" y="193034"/>
              <a:ext cx="343364" cy="344856"/>
              <a:chOff x="1157487" y="184451"/>
              <a:chExt cx="489882" cy="492010"/>
            </a:xfrm>
          </p:grpSpPr>
          <p:sp>
            <p:nvSpPr>
              <p:cNvPr id="262" name="Google Shape;262;p6"/>
              <p:cNvSpPr/>
              <p:nvPr/>
            </p:nvSpPr>
            <p:spPr>
              <a:xfrm>
                <a:off x="1157487" y="184454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6"/>
              <p:cNvSpPr/>
              <p:nvPr/>
            </p:nvSpPr>
            <p:spPr>
              <a:xfrm>
                <a:off x="1483366" y="184451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6"/>
              <p:cNvSpPr/>
              <p:nvPr/>
            </p:nvSpPr>
            <p:spPr>
              <a:xfrm>
                <a:off x="1319363" y="348454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6"/>
              <p:cNvSpPr/>
              <p:nvPr/>
            </p:nvSpPr>
            <p:spPr>
              <a:xfrm>
                <a:off x="1483366" y="348453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1157487" y="512458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1483366" y="512455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8" name="Google Shape;268;p6"/>
          <p:cNvSpPr txBox="1"/>
          <p:nvPr/>
        </p:nvSpPr>
        <p:spPr>
          <a:xfrm>
            <a:off x="1392553" y="3954858"/>
            <a:ext cx="19141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모델 학습</a:t>
            </a:r>
            <a:endParaRPr/>
          </a:p>
        </p:txBody>
      </p:sp>
      <p:sp>
        <p:nvSpPr>
          <p:cNvPr id="269" name="Google Shape;269;p6"/>
          <p:cNvSpPr txBox="1"/>
          <p:nvPr/>
        </p:nvSpPr>
        <p:spPr>
          <a:xfrm>
            <a:off x="4846606" y="5247995"/>
            <a:ext cx="19141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서비스 제공</a:t>
            </a:r>
            <a:endParaRPr/>
          </a:p>
        </p:txBody>
      </p:sp>
      <p:sp>
        <p:nvSpPr>
          <p:cNvPr id="270" name="Google Shape;270;p6"/>
          <p:cNvSpPr txBox="1"/>
          <p:nvPr/>
        </p:nvSpPr>
        <p:spPr>
          <a:xfrm>
            <a:off x="767310" y="914400"/>
            <a:ext cx="25845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기술 스택</a:t>
            </a:r>
            <a:endParaRPr/>
          </a:p>
        </p:txBody>
      </p:sp>
      <p:pic>
        <p:nvPicPr>
          <p:cNvPr id="271" name="Google Shape;271;p6" descr="9lGMOcmIlHHAAAAAElFTkSuQmCC (344×147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1325" y="2554683"/>
            <a:ext cx="3276600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6" descr="qPruRA16yXwAAAABJRU5ErkJggg== (225×225)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14308" y="1340111"/>
            <a:ext cx="1723908" cy="1723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6" descr="R9Yk9nmOncFIAtgYX7zq6ynBKVxw+ERlhUhadftzZxfgUuxylltNK0i1MR294aaFFvicfd6Ioqv1OpVeWqZ25vven2uEfE5r3hz3fHwcAAAAASUVORK5CYII= (259×194)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84057" y="3429000"/>
            <a:ext cx="1984410" cy="1486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6" descr="images (225×225)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20133" y="1196975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6" descr="9lGMOcmIlHHAAAAAElFTkSuQmCC (344×147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89381" y="3515217"/>
            <a:ext cx="3276600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6"/>
          <p:cNvSpPr txBox="1"/>
          <p:nvPr/>
        </p:nvSpPr>
        <p:spPr>
          <a:xfrm>
            <a:off x="8534624" y="5158469"/>
            <a:ext cx="19141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서버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DFD9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7"/>
          <p:cNvGrpSpPr/>
          <p:nvPr/>
        </p:nvGrpSpPr>
        <p:grpSpPr>
          <a:xfrm>
            <a:off x="150812" y="0"/>
            <a:ext cx="11890375" cy="6680200"/>
            <a:chOff x="150812" y="0"/>
            <a:chExt cx="11890375" cy="6680200"/>
          </a:xfrm>
        </p:grpSpPr>
        <p:sp>
          <p:nvSpPr>
            <p:cNvPr id="282" name="Google Shape;282;p7"/>
            <p:cNvSpPr/>
            <p:nvPr/>
          </p:nvSpPr>
          <p:spPr>
            <a:xfrm>
              <a:off x="150812" y="0"/>
              <a:ext cx="11890375" cy="6680200"/>
            </a:xfrm>
            <a:prstGeom prst="round2SameRect">
              <a:avLst>
                <a:gd name="adj1" fmla="val 0"/>
                <a:gd name="adj2" fmla="val 5079"/>
              </a:avLst>
            </a:prstGeom>
            <a:solidFill>
              <a:srgbClr val="E4F7F5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286543" y="0"/>
              <a:ext cx="11618912" cy="6509543"/>
            </a:xfrm>
            <a:prstGeom prst="round2SameRect">
              <a:avLst>
                <a:gd name="adj1" fmla="val 0"/>
                <a:gd name="adj2" fmla="val 3479"/>
              </a:avLst>
            </a:prstGeom>
            <a:solidFill>
              <a:schemeClr val="lt1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286544" y="0"/>
              <a:ext cx="11618912" cy="771525"/>
            </a:xfrm>
            <a:prstGeom prst="round2SameRect">
              <a:avLst>
                <a:gd name="adj1" fmla="val 0"/>
                <a:gd name="adj2" fmla="val 29630"/>
              </a:avLst>
            </a:prstGeom>
            <a:solidFill>
              <a:schemeClr val="lt1"/>
            </a:solidFill>
            <a:ln>
              <a:noFill/>
            </a:ln>
            <a:effectLst>
              <a:outerShdw blurRad="165100" dist="38100" dir="5400000" algn="t" rotWithShape="0">
                <a:srgbClr val="000000">
                  <a:alpha val="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2. 프로젝트 팀 구성 및 역할</a:t>
              </a:r>
              <a:endParaRPr/>
            </a:p>
          </p:txBody>
        </p:sp>
        <p:grpSp>
          <p:nvGrpSpPr>
            <p:cNvPr id="285" name="Google Shape;285;p7"/>
            <p:cNvGrpSpPr/>
            <p:nvPr/>
          </p:nvGrpSpPr>
          <p:grpSpPr>
            <a:xfrm>
              <a:off x="11067369" y="185874"/>
              <a:ext cx="429876" cy="429876"/>
              <a:chOff x="215317" y="343634"/>
              <a:chExt cx="684000" cy="684000"/>
            </a:xfrm>
          </p:grpSpPr>
          <p:sp>
            <p:nvSpPr>
              <p:cNvPr id="286" name="Google Shape;286;p7"/>
              <p:cNvSpPr/>
              <p:nvPr/>
            </p:nvSpPr>
            <p:spPr>
              <a:xfrm>
                <a:off x="215317" y="343634"/>
                <a:ext cx="684000" cy="684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9F3FC"/>
                  </a:gs>
                  <a:gs pos="86000">
                    <a:srgbClr val="E9F3FC"/>
                  </a:gs>
                  <a:gs pos="100000">
                    <a:srgbClr val="4E5DA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542925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rgbClr val="323F4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287" name="Google Shape;287;p7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2555" y="386637"/>
                <a:ext cx="546554" cy="5465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8" name="Google Shape;288;p7"/>
            <p:cNvGrpSpPr/>
            <p:nvPr/>
          </p:nvGrpSpPr>
          <p:grpSpPr>
            <a:xfrm>
              <a:off x="8951163" y="320145"/>
              <a:ext cx="1550689" cy="169277"/>
              <a:chOff x="9512757" y="369386"/>
              <a:chExt cx="2051714" cy="223970"/>
            </a:xfrm>
          </p:grpSpPr>
          <p:grpSp>
            <p:nvGrpSpPr>
              <p:cNvPr id="289" name="Google Shape;289;p7"/>
              <p:cNvGrpSpPr/>
              <p:nvPr/>
            </p:nvGrpSpPr>
            <p:grpSpPr>
              <a:xfrm>
                <a:off x="10750964" y="406846"/>
                <a:ext cx="132372" cy="140525"/>
                <a:chOff x="4594" y="900"/>
                <a:chExt cx="276" cy="293"/>
              </a:xfrm>
            </p:grpSpPr>
            <p:sp>
              <p:nvSpPr>
                <p:cNvPr id="290" name="Google Shape;290;p7"/>
                <p:cNvSpPr/>
                <p:nvPr/>
              </p:nvSpPr>
              <p:spPr>
                <a:xfrm>
                  <a:off x="4594" y="900"/>
                  <a:ext cx="102" cy="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3" extrusionOk="0">
                      <a:moveTo>
                        <a:pt x="72" y="263"/>
                      </a:moveTo>
                      <a:lnTo>
                        <a:pt x="91" y="236"/>
                      </a:lnTo>
                      <a:lnTo>
                        <a:pt x="139" y="187"/>
                      </a:lnTo>
                      <a:lnTo>
                        <a:pt x="193" y="148"/>
                      </a:lnTo>
                      <a:lnTo>
                        <a:pt x="255" y="119"/>
                      </a:lnTo>
                      <a:lnTo>
                        <a:pt x="290" y="110"/>
                      </a:lnTo>
                      <a:lnTo>
                        <a:pt x="299" y="106"/>
                      </a:lnTo>
                      <a:lnTo>
                        <a:pt x="305" y="97"/>
                      </a:lnTo>
                      <a:lnTo>
                        <a:pt x="307" y="87"/>
                      </a:lnTo>
                      <a:lnTo>
                        <a:pt x="303" y="77"/>
                      </a:lnTo>
                      <a:lnTo>
                        <a:pt x="292" y="60"/>
                      </a:lnTo>
                      <a:lnTo>
                        <a:pt x="263" y="33"/>
                      </a:lnTo>
                      <a:lnTo>
                        <a:pt x="227" y="13"/>
                      </a:lnTo>
                      <a:lnTo>
                        <a:pt x="186" y="1"/>
                      </a:lnTo>
                      <a:lnTo>
                        <a:pt x="165" y="0"/>
                      </a:lnTo>
                      <a:lnTo>
                        <a:pt x="131" y="3"/>
                      </a:lnTo>
                      <a:lnTo>
                        <a:pt x="72" y="27"/>
                      </a:lnTo>
                      <a:lnTo>
                        <a:pt x="27" y="72"/>
                      </a:lnTo>
                      <a:lnTo>
                        <a:pt x="3" y="131"/>
                      </a:lnTo>
                      <a:lnTo>
                        <a:pt x="0" y="164"/>
                      </a:lnTo>
                      <a:lnTo>
                        <a:pt x="1" y="192"/>
                      </a:lnTo>
                      <a:lnTo>
                        <a:pt x="20" y="243"/>
                      </a:lnTo>
                      <a:lnTo>
                        <a:pt x="36" y="266"/>
                      </a:lnTo>
                      <a:lnTo>
                        <a:pt x="43" y="273"/>
                      </a:lnTo>
                      <a:lnTo>
                        <a:pt x="53" y="273"/>
                      </a:lnTo>
                      <a:lnTo>
                        <a:pt x="65" y="271"/>
                      </a:lnTo>
                      <a:lnTo>
                        <a:pt x="72" y="2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91" name="Google Shape;291;p7"/>
                <p:cNvSpPr/>
                <p:nvPr/>
              </p:nvSpPr>
              <p:spPr>
                <a:xfrm>
                  <a:off x="4768" y="900"/>
                  <a:ext cx="102" cy="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1" extrusionOk="0">
                      <a:moveTo>
                        <a:pt x="143" y="0"/>
                      </a:moveTo>
                      <a:lnTo>
                        <a:pt x="121" y="1"/>
                      </a:lnTo>
                      <a:lnTo>
                        <a:pt x="81" y="11"/>
                      </a:lnTo>
                      <a:lnTo>
                        <a:pt x="46" y="31"/>
                      </a:lnTo>
                      <a:lnTo>
                        <a:pt x="16" y="60"/>
                      </a:lnTo>
                      <a:lnTo>
                        <a:pt x="4" y="76"/>
                      </a:lnTo>
                      <a:lnTo>
                        <a:pt x="0" y="86"/>
                      </a:lnTo>
                      <a:lnTo>
                        <a:pt x="3" y="96"/>
                      </a:lnTo>
                      <a:lnTo>
                        <a:pt x="9" y="106"/>
                      </a:lnTo>
                      <a:lnTo>
                        <a:pt x="19" y="110"/>
                      </a:lnTo>
                      <a:lnTo>
                        <a:pt x="52" y="119"/>
                      </a:lnTo>
                      <a:lnTo>
                        <a:pt x="115" y="148"/>
                      </a:lnTo>
                      <a:lnTo>
                        <a:pt x="170" y="187"/>
                      </a:lnTo>
                      <a:lnTo>
                        <a:pt x="218" y="234"/>
                      </a:lnTo>
                      <a:lnTo>
                        <a:pt x="237" y="261"/>
                      </a:lnTo>
                      <a:lnTo>
                        <a:pt x="245" y="270"/>
                      </a:lnTo>
                      <a:lnTo>
                        <a:pt x="255" y="271"/>
                      </a:lnTo>
                      <a:lnTo>
                        <a:pt x="266" y="270"/>
                      </a:lnTo>
                      <a:lnTo>
                        <a:pt x="274" y="263"/>
                      </a:lnTo>
                      <a:lnTo>
                        <a:pt x="289" y="241"/>
                      </a:lnTo>
                      <a:lnTo>
                        <a:pt x="306" y="191"/>
                      </a:lnTo>
                      <a:lnTo>
                        <a:pt x="307" y="164"/>
                      </a:lnTo>
                      <a:lnTo>
                        <a:pt x="306" y="131"/>
                      </a:lnTo>
                      <a:lnTo>
                        <a:pt x="280" y="72"/>
                      </a:lnTo>
                      <a:lnTo>
                        <a:pt x="235" y="27"/>
                      </a:lnTo>
                      <a:lnTo>
                        <a:pt x="178" y="3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92" name="Google Shape;292;p7"/>
                <p:cNvSpPr/>
                <p:nvPr/>
              </p:nvSpPr>
              <p:spPr>
                <a:xfrm>
                  <a:off x="4612" y="947"/>
                  <a:ext cx="241" cy="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37" extrusionOk="0">
                      <a:moveTo>
                        <a:pt x="725" y="361"/>
                      </a:moveTo>
                      <a:lnTo>
                        <a:pt x="722" y="313"/>
                      </a:lnTo>
                      <a:lnTo>
                        <a:pt x="699" y="225"/>
                      </a:lnTo>
                      <a:lnTo>
                        <a:pt x="679" y="187"/>
                      </a:lnTo>
                      <a:lnTo>
                        <a:pt x="659" y="151"/>
                      </a:lnTo>
                      <a:lnTo>
                        <a:pt x="604" y="90"/>
                      </a:lnTo>
                      <a:lnTo>
                        <a:pt x="536" y="44"/>
                      </a:lnTo>
                      <a:lnTo>
                        <a:pt x="459" y="13"/>
                      </a:lnTo>
                      <a:lnTo>
                        <a:pt x="418" y="4"/>
                      </a:lnTo>
                      <a:lnTo>
                        <a:pt x="390" y="1"/>
                      </a:lnTo>
                      <a:lnTo>
                        <a:pt x="363" y="0"/>
                      </a:lnTo>
                      <a:lnTo>
                        <a:pt x="334" y="1"/>
                      </a:lnTo>
                      <a:lnTo>
                        <a:pt x="305" y="5"/>
                      </a:lnTo>
                      <a:lnTo>
                        <a:pt x="263" y="13"/>
                      </a:lnTo>
                      <a:lnTo>
                        <a:pt x="187" y="44"/>
                      </a:lnTo>
                      <a:lnTo>
                        <a:pt x="120" y="92"/>
                      </a:lnTo>
                      <a:lnTo>
                        <a:pt x="67" y="152"/>
                      </a:lnTo>
                      <a:lnTo>
                        <a:pt x="45" y="188"/>
                      </a:lnTo>
                      <a:lnTo>
                        <a:pt x="25" y="227"/>
                      </a:lnTo>
                      <a:lnTo>
                        <a:pt x="3" y="313"/>
                      </a:lnTo>
                      <a:lnTo>
                        <a:pt x="0" y="361"/>
                      </a:lnTo>
                      <a:lnTo>
                        <a:pt x="2" y="399"/>
                      </a:lnTo>
                      <a:lnTo>
                        <a:pt x="19" y="476"/>
                      </a:lnTo>
                      <a:lnTo>
                        <a:pt x="51" y="543"/>
                      </a:lnTo>
                      <a:lnTo>
                        <a:pt x="96" y="604"/>
                      </a:lnTo>
                      <a:lnTo>
                        <a:pt x="123" y="630"/>
                      </a:lnTo>
                      <a:lnTo>
                        <a:pt x="93" y="673"/>
                      </a:lnTo>
                      <a:lnTo>
                        <a:pt x="84" y="687"/>
                      </a:lnTo>
                      <a:lnTo>
                        <a:pt x="90" y="719"/>
                      </a:lnTo>
                      <a:lnTo>
                        <a:pt x="103" y="729"/>
                      </a:lnTo>
                      <a:lnTo>
                        <a:pt x="113" y="736"/>
                      </a:lnTo>
                      <a:lnTo>
                        <a:pt x="126" y="737"/>
                      </a:lnTo>
                      <a:lnTo>
                        <a:pt x="136" y="736"/>
                      </a:lnTo>
                      <a:lnTo>
                        <a:pt x="153" y="727"/>
                      </a:lnTo>
                      <a:lnTo>
                        <a:pt x="159" y="720"/>
                      </a:lnTo>
                      <a:lnTo>
                        <a:pt x="189" y="677"/>
                      </a:lnTo>
                      <a:lnTo>
                        <a:pt x="230" y="696"/>
                      </a:lnTo>
                      <a:lnTo>
                        <a:pt x="316" y="719"/>
                      </a:lnTo>
                      <a:lnTo>
                        <a:pt x="363" y="720"/>
                      </a:lnTo>
                      <a:lnTo>
                        <a:pt x="409" y="719"/>
                      </a:lnTo>
                      <a:lnTo>
                        <a:pt x="495" y="696"/>
                      </a:lnTo>
                      <a:lnTo>
                        <a:pt x="536" y="677"/>
                      </a:lnTo>
                      <a:lnTo>
                        <a:pt x="566" y="720"/>
                      </a:lnTo>
                      <a:lnTo>
                        <a:pt x="572" y="727"/>
                      </a:lnTo>
                      <a:lnTo>
                        <a:pt x="589" y="736"/>
                      </a:lnTo>
                      <a:lnTo>
                        <a:pt x="599" y="737"/>
                      </a:lnTo>
                      <a:lnTo>
                        <a:pt x="612" y="736"/>
                      </a:lnTo>
                      <a:lnTo>
                        <a:pt x="622" y="729"/>
                      </a:lnTo>
                      <a:lnTo>
                        <a:pt x="635" y="719"/>
                      </a:lnTo>
                      <a:lnTo>
                        <a:pt x="640" y="687"/>
                      </a:lnTo>
                      <a:lnTo>
                        <a:pt x="633" y="673"/>
                      </a:lnTo>
                      <a:lnTo>
                        <a:pt x="602" y="630"/>
                      </a:lnTo>
                      <a:lnTo>
                        <a:pt x="630" y="604"/>
                      </a:lnTo>
                      <a:lnTo>
                        <a:pt x="674" y="543"/>
                      </a:lnTo>
                      <a:lnTo>
                        <a:pt x="706" y="476"/>
                      </a:lnTo>
                      <a:lnTo>
                        <a:pt x="723" y="399"/>
                      </a:lnTo>
                      <a:lnTo>
                        <a:pt x="725" y="361"/>
                      </a:lnTo>
                      <a:close/>
                      <a:moveTo>
                        <a:pt x="363" y="619"/>
                      </a:moveTo>
                      <a:lnTo>
                        <a:pt x="335" y="619"/>
                      </a:lnTo>
                      <a:lnTo>
                        <a:pt x="285" y="608"/>
                      </a:lnTo>
                      <a:lnTo>
                        <a:pt x="239" y="589"/>
                      </a:lnTo>
                      <a:lnTo>
                        <a:pt x="197" y="561"/>
                      </a:lnTo>
                      <a:lnTo>
                        <a:pt x="161" y="526"/>
                      </a:lnTo>
                      <a:lnTo>
                        <a:pt x="133" y="484"/>
                      </a:lnTo>
                      <a:lnTo>
                        <a:pt x="113" y="438"/>
                      </a:lnTo>
                      <a:lnTo>
                        <a:pt x="103" y="386"/>
                      </a:lnTo>
                      <a:lnTo>
                        <a:pt x="101" y="361"/>
                      </a:lnTo>
                      <a:lnTo>
                        <a:pt x="103" y="328"/>
                      </a:lnTo>
                      <a:lnTo>
                        <a:pt x="120" y="266"/>
                      </a:lnTo>
                      <a:lnTo>
                        <a:pt x="133" y="237"/>
                      </a:lnTo>
                      <a:lnTo>
                        <a:pt x="149" y="211"/>
                      </a:lnTo>
                      <a:lnTo>
                        <a:pt x="188" y="166"/>
                      </a:lnTo>
                      <a:lnTo>
                        <a:pt x="237" y="133"/>
                      </a:lnTo>
                      <a:lnTo>
                        <a:pt x="292" y="110"/>
                      </a:lnTo>
                      <a:lnTo>
                        <a:pt x="322" y="105"/>
                      </a:lnTo>
                      <a:lnTo>
                        <a:pt x="342" y="102"/>
                      </a:lnTo>
                      <a:lnTo>
                        <a:pt x="363" y="100"/>
                      </a:lnTo>
                      <a:lnTo>
                        <a:pt x="381" y="102"/>
                      </a:lnTo>
                      <a:lnTo>
                        <a:pt x="400" y="103"/>
                      </a:lnTo>
                      <a:lnTo>
                        <a:pt x="431" y="109"/>
                      </a:lnTo>
                      <a:lnTo>
                        <a:pt x="487" y="132"/>
                      </a:lnTo>
                      <a:lnTo>
                        <a:pt x="536" y="166"/>
                      </a:lnTo>
                      <a:lnTo>
                        <a:pt x="576" y="211"/>
                      </a:lnTo>
                      <a:lnTo>
                        <a:pt x="592" y="237"/>
                      </a:lnTo>
                      <a:lnTo>
                        <a:pt x="605" y="264"/>
                      </a:lnTo>
                      <a:lnTo>
                        <a:pt x="622" y="328"/>
                      </a:lnTo>
                      <a:lnTo>
                        <a:pt x="624" y="361"/>
                      </a:lnTo>
                      <a:lnTo>
                        <a:pt x="622" y="386"/>
                      </a:lnTo>
                      <a:lnTo>
                        <a:pt x="612" y="438"/>
                      </a:lnTo>
                      <a:lnTo>
                        <a:pt x="592" y="484"/>
                      </a:lnTo>
                      <a:lnTo>
                        <a:pt x="563" y="526"/>
                      </a:lnTo>
                      <a:lnTo>
                        <a:pt x="529" y="561"/>
                      </a:lnTo>
                      <a:lnTo>
                        <a:pt x="487" y="589"/>
                      </a:lnTo>
                      <a:lnTo>
                        <a:pt x="441" y="608"/>
                      </a:lnTo>
                      <a:lnTo>
                        <a:pt x="389" y="619"/>
                      </a:lnTo>
                      <a:lnTo>
                        <a:pt x="363" y="6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93" name="Google Shape;293;p7"/>
                <p:cNvSpPr/>
                <p:nvPr/>
              </p:nvSpPr>
              <p:spPr>
                <a:xfrm>
                  <a:off x="4716" y="1006"/>
                  <a:ext cx="7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98" extrusionOk="0">
                      <a:moveTo>
                        <a:pt x="194" y="245"/>
                      </a:moveTo>
                      <a:lnTo>
                        <a:pt x="95" y="183"/>
                      </a:lnTo>
                      <a:lnTo>
                        <a:pt x="91" y="167"/>
                      </a:lnTo>
                      <a:lnTo>
                        <a:pt x="78" y="156"/>
                      </a:lnTo>
                      <a:lnTo>
                        <a:pt x="83" y="31"/>
                      </a:lnTo>
                      <a:lnTo>
                        <a:pt x="82" y="19"/>
                      </a:lnTo>
                      <a:lnTo>
                        <a:pt x="66" y="3"/>
                      </a:lnTo>
                      <a:lnTo>
                        <a:pt x="54" y="0"/>
                      </a:lnTo>
                      <a:lnTo>
                        <a:pt x="43" y="2"/>
                      </a:lnTo>
                      <a:lnTo>
                        <a:pt x="27" y="18"/>
                      </a:lnTo>
                      <a:lnTo>
                        <a:pt x="26" y="29"/>
                      </a:lnTo>
                      <a:lnTo>
                        <a:pt x="20" y="153"/>
                      </a:lnTo>
                      <a:lnTo>
                        <a:pt x="11" y="160"/>
                      </a:lnTo>
                      <a:lnTo>
                        <a:pt x="1" y="180"/>
                      </a:lnTo>
                      <a:lnTo>
                        <a:pt x="0" y="192"/>
                      </a:lnTo>
                      <a:lnTo>
                        <a:pt x="1" y="202"/>
                      </a:lnTo>
                      <a:lnTo>
                        <a:pt x="8" y="219"/>
                      </a:lnTo>
                      <a:lnTo>
                        <a:pt x="21" y="232"/>
                      </a:lnTo>
                      <a:lnTo>
                        <a:pt x="39" y="239"/>
                      </a:lnTo>
                      <a:lnTo>
                        <a:pt x="49" y="241"/>
                      </a:lnTo>
                      <a:lnTo>
                        <a:pt x="59" y="239"/>
                      </a:lnTo>
                      <a:lnTo>
                        <a:pt x="69" y="235"/>
                      </a:lnTo>
                      <a:lnTo>
                        <a:pt x="164" y="294"/>
                      </a:lnTo>
                      <a:lnTo>
                        <a:pt x="171" y="298"/>
                      </a:lnTo>
                      <a:lnTo>
                        <a:pt x="180" y="298"/>
                      </a:lnTo>
                      <a:lnTo>
                        <a:pt x="187" y="298"/>
                      </a:lnTo>
                      <a:lnTo>
                        <a:pt x="199" y="291"/>
                      </a:lnTo>
                      <a:lnTo>
                        <a:pt x="205" y="285"/>
                      </a:lnTo>
                      <a:lnTo>
                        <a:pt x="209" y="274"/>
                      </a:lnTo>
                      <a:lnTo>
                        <a:pt x="203" y="252"/>
                      </a:lnTo>
                      <a:lnTo>
                        <a:pt x="194" y="2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294" name="Google Shape;294;p7"/>
              <p:cNvGrpSpPr/>
              <p:nvPr/>
            </p:nvGrpSpPr>
            <p:grpSpPr>
              <a:xfrm>
                <a:off x="10506302" y="406846"/>
                <a:ext cx="140525" cy="140525"/>
                <a:chOff x="1747" y="423"/>
                <a:chExt cx="575" cy="575"/>
              </a:xfrm>
            </p:grpSpPr>
            <p:sp>
              <p:nvSpPr>
                <p:cNvPr id="295" name="Google Shape;295;p7"/>
                <p:cNvSpPr/>
                <p:nvPr/>
              </p:nvSpPr>
              <p:spPr>
                <a:xfrm>
                  <a:off x="1899" y="577"/>
                  <a:ext cx="271" cy="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811" extrusionOk="0">
                      <a:moveTo>
                        <a:pt x="663" y="0"/>
                      </a:moveTo>
                      <a:lnTo>
                        <a:pt x="148" y="0"/>
                      </a:lnTo>
                      <a:lnTo>
                        <a:pt x="118" y="1"/>
                      </a:lnTo>
                      <a:lnTo>
                        <a:pt x="65" y="24"/>
                      </a:lnTo>
                      <a:lnTo>
                        <a:pt x="24" y="65"/>
                      </a:lnTo>
                      <a:lnTo>
                        <a:pt x="1" y="118"/>
                      </a:lnTo>
                      <a:lnTo>
                        <a:pt x="0" y="148"/>
                      </a:lnTo>
                      <a:lnTo>
                        <a:pt x="0" y="663"/>
                      </a:lnTo>
                      <a:lnTo>
                        <a:pt x="1" y="693"/>
                      </a:lnTo>
                      <a:lnTo>
                        <a:pt x="24" y="746"/>
                      </a:lnTo>
                      <a:lnTo>
                        <a:pt x="65" y="787"/>
                      </a:lnTo>
                      <a:lnTo>
                        <a:pt x="118" y="808"/>
                      </a:lnTo>
                      <a:lnTo>
                        <a:pt x="148" y="811"/>
                      </a:lnTo>
                      <a:lnTo>
                        <a:pt x="663" y="811"/>
                      </a:lnTo>
                      <a:lnTo>
                        <a:pt x="693" y="808"/>
                      </a:lnTo>
                      <a:lnTo>
                        <a:pt x="746" y="787"/>
                      </a:lnTo>
                      <a:lnTo>
                        <a:pt x="787" y="746"/>
                      </a:lnTo>
                      <a:lnTo>
                        <a:pt x="810" y="693"/>
                      </a:lnTo>
                      <a:lnTo>
                        <a:pt x="811" y="663"/>
                      </a:lnTo>
                      <a:lnTo>
                        <a:pt x="811" y="148"/>
                      </a:lnTo>
                      <a:lnTo>
                        <a:pt x="810" y="118"/>
                      </a:lnTo>
                      <a:lnTo>
                        <a:pt x="787" y="65"/>
                      </a:lnTo>
                      <a:lnTo>
                        <a:pt x="746" y="24"/>
                      </a:lnTo>
                      <a:lnTo>
                        <a:pt x="693" y="1"/>
                      </a:lnTo>
                      <a:lnTo>
                        <a:pt x="663" y="0"/>
                      </a:lnTo>
                      <a:close/>
                      <a:moveTo>
                        <a:pt x="405" y="673"/>
                      </a:moveTo>
                      <a:lnTo>
                        <a:pt x="377" y="671"/>
                      </a:lnTo>
                      <a:lnTo>
                        <a:pt x="326" y="661"/>
                      </a:lnTo>
                      <a:lnTo>
                        <a:pt x="278" y="640"/>
                      </a:lnTo>
                      <a:lnTo>
                        <a:pt x="235" y="611"/>
                      </a:lnTo>
                      <a:lnTo>
                        <a:pt x="199" y="575"/>
                      </a:lnTo>
                      <a:lnTo>
                        <a:pt x="170" y="533"/>
                      </a:lnTo>
                      <a:lnTo>
                        <a:pt x="150" y="484"/>
                      </a:lnTo>
                      <a:lnTo>
                        <a:pt x="140" y="432"/>
                      </a:lnTo>
                      <a:lnTo>
                        <a:pt x="138" y="405"/>
                      </a:lnTo>
                      <a:lnTo>
                        <a:pt x="140" y="377"/>
                      </a:lnTo>
                      <a:lnTo>
                        <a:pt x="150" y="326"/>
                      </a:lnTo>
                      <a:lnTo>
                        <a:pt x="170" y="278"/>
                      </a:lnTo>
                      <a:lnTo>
                        <a:pt x="199" y="235"/>
                      </a:lnTo>
                      <a:lnTo>
                        <a:pt x="235" y="199"/>
                      </a:lnTo>
                      <a:lnTo>
                        <a:pt x="278" y="170"/>
                      </a:lnTo>
                      <a:lnTo>
                        <a:pt x="326" y="150"/>
                      </a:lnTo>
                      <a:lnTo>
                        <a:pt x="377" y="138"/>
                      </a:lnTo>
                      <a:lnTo>
                        <a:pt x="405" y="138"/>
                      </a:lnTo>
                      <a:lnTo>
                        <a:pt x="432" y="138"/>
                      </a:lnTo>
                      <a:lnTo>
                        <a:pt x="486" y="150"/>
                      </a:lnTo>
                      <a:lnTo>
                        <a:pt x="533" y="170"/>
                      </a:lnTo>
                      <a:lnTo>
                        <a:pt x="575" y="199"/>
                      </a:lnTo>
                      <a:lnTo>
                        <a:pt x="612" y="235"/>
                      </a:lnTo>
                      <a:lnTo>
                        <a:pt x="641" y="278"/>
                      </a:lnTo>
                      <a:lnTo>
                        <a:pt x="661" y="326"/>
                      </a:lnTo>
                      <a:lnTo>
                        <a:pt x="671" y="377"/>
                      </a:lnTo>
                      <a:lnTo>
                        <a:pt x="673" y="405"/>
                      </a:lnTo>
                      <a:lnTo>
                        <a:pt x="671" y="432"/>
                      </a:lnTo>
                      <a:lnTo>
                        <a:pt x="661" y="484"/>
                      </a:lnTo>
                      <a:lnTo>
                        <a:pt x="641" y="533"/>
                      </a:lnTo>
                      <a:lnTo>
                        <a:pt x="612" y="575"/>
                      </a:lnTo>
                      <a:lnTo>
                        <a:pt x="575" y="611"/>
                      </a:lnTo>
                      <a:lnTo>
                        <a:pt x="533" y="640"/>
                      </a:lnTo>
                      <a:lnTo>
                        <a:pt x="486" y="661"/>
                      </a:lnTo>
                      <a:lnTo>
                        <a:pt x="432" y="671"/>
                      </a:lnTo>
                      <a:lnTo>
                        <a:pt x="405" y="673"/>
                      </a:lnTo>
                      <a:close/>
                      <a:moveTo>
                        <a:pt x="682" y="193"/>
                      </a:moveTo>
                      <a:lnTo>
                        <a:pt x="669" y="193"/>
                      </a:lnTo>
                      <a:lnTo>
                        <a:pt x="646" y="183"/>
                      </a:lnTo>
                      <a:lnTo>
                        <a:pt x="628" y="166"/>
                      </a:lnTo>
                      <a:lnTo>
                        <a:pt x="620" y="143"/>
                      </a:lnTo>
                      <a:lnTo>
                        <a:pt x="618" y="130"/>
                      </a:lnTo>
                      <a:lnTo>
                        <a:pt x="620" y="117"/>
                      </a:lnTo>
                      <a:lnTo>
                        <a:pt x="628" y="95"/>
                      </a:lnTo>
                      <a:lnTo>
                        <a:pt x="646" y="78"/>
                      </a:lnTo>
                      <a:lnTo>
                        <a:pt x="669" y="68"/>
                      </a:lnTo>
                      <a:lnTo>
                        <a:pt x="682" y="66"/>
                      </a:lnTo>
                      <a:lnTo>
                        <a:pt x="695" y="68"/>
                      </a:lnTo>
                      <a:lnTo>
                        <a:pt x="716" y="78"/>
                      </a:lnTo>
                      <a:lnTo>
                        <a:pt x="733" y="95"/>
                      </a:lnTo>
                      <a:lnTo>
                        <a:pt x="744" y="117"/>
                      </a:lnTo>
                      <a:lnTo>
                        <a:pt x="745" y="130"/>
                      </a:lnTo>
                      <a:lnTo>
                        <a:pt x="744" y="143"/>
                      </a:lnTo>
                      <a:lnTo>
                        <a:pt x="733" y="166"/>
                      </a:lnTo>
                      <a:lnTo>
                        <a:pt x="716" y="183"/>
                      </a:lnTo>
                      <a:lnTo>
                        <a:pt x="695" y="193"/>
                      </a:lnTo>
                      <a:lnTo>
                        <a:pt x="682" y="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96" name="Google Shape;296;p7"/>
                <p:cNvSpPr/>
                <p:nvPr/>
              </p:nvSpPr>
              <p:spPr>
                <a:xfrm>
                  <a:off x="1983" y="660"/>
                  <a:ext cx="103" cy="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" h="308" extrusionOk="0">
                      <a:moveTo>
                        <a:pt x="154" y="0"/>
                      </a:moveTo>
                      <a:lnTo>
                        <a:pt x="124" y="3"/>
                      </a:lnTo>
                      <a:lnTo>
                        <a:pt x="67" y="26"/>
                      </a:lnTo>
                      <a:lnTo>
                        <a:pt x="26" y="67"/>
                      </a:lnTo>
                      <a:lnTo>
                        <a:pt x="3" y="122"/>
                      </a:lnTo>
                      <a:lnTo>
                        <a:pt x="0" y="154"/>
                      </a:lnTo>
                      <a:lnTo>
                        <a:pt x="3" y="185"/>
                      </a:lnTo>
                      <a:lnTo>
                        <a:pt x="26" y="240"/>
                      </a:lnTo>
                      <a:lnTo>
                        <a:pt x="67" y="283"/>
                      </a:lnTo>
                      <a:lnTo>
                        <a:pt x="124" y="307"/>
                      </a:lnTo>
                      <a:lnTo>
                        <a:pt x="154" y="308"/>
                      </a:lnTo>
                      <a:lnTo>
                        <a:pt x="186" y="307"/>
                      </a:lnTo>
                      <a:lnTo>
                        <a:pt x="242" y="283"/>
                      </a:lnTo>
                      <a:lnTo>
                        <a:pt x="284" y="240"/>
                      </a:lnTo>
                      <a:lnTo>
                        <a:pt x="307" y="185"/>
                      </a:lnTo>
                      <a:lnTo>
                        <a:pt x="308" y="154"/>
                      </a:lnTo>
                      <a:lnTo>
                        <a:pt x="307" y="122"/>
                      </a:lnTo>
                      <a:lnTo>
                        <a:pt x="284" y="67"/>
                      </a:lnTo>
                      <a:lnTo>
                        <a:pt x="242" y="26"/>
                      </a:lnTo>
                      <a:lnTo>
                        <a:pt x="186" y="3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97" name="Google Shape;297;p7"/>
                <p:cNvSpPr/>
                <p:nvPr/>
              </p:nvSpPr>
              <p:spPr>
                <a:xfrm>
                  <a:off x="1747" y="423"/>
                  <a:ext cx="575" cy="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725" extrusionOk="0">
                      <a:moveTo>
                        <a:pt x="862" y="0"/>
                      </a:moveTo>
                      <a:lnTo>
                        <a:pt x="819" y="2"/>
                      </a:lnTo>
                      <a:lnTo>
                        <a:pt x="731" y="10"/>
                      </a:lnTo>
                      <a:lnTo>
                        <a:pt x="647" y="28"/>
                      </a:lnTo>
                      <a:lnTo>
                        <a:pt x="566" y="52"/>
                      </a:lnTo>
                      <a:lnTo>
                        <a:pt x="489" y="85"/>
                      </a:lnTo>
                      <a:lnTo>
                        <a:pt x="415" y="126"/>
                      </a:lnTo>
                      <a:lnTo>
                        <a:pt x="346" y="172"/>
                      </a:lnTo>
                      <a:lnTo>
                        <a:pt x="282" y="225"/>
                      </a:lnTo>
                      <a:lnTo>
                        <a:pt x="223" y="283"/>
                      </a:lnTo>
                      <a:lnTo>
                        <a:pt x="172" y="346"/>
                      </a:lnTo>
                      <a:lnTo>
                        <a:pt x="124" y="415"/>
                      </a:lnTo>
                      <a:lnTo>
                        <a:pt x="85" y="489"/>
                      </a:lnTo>
                      <a:lnTo>
                        <a:pt x="52" y="567"/>
                      </a:lnTo>
                      <a:lnTo>
                        <a:pt x="27" y="647"/>
                      </a:lnTo>
                      <a:lnTo>
                        <a:pt x="10" y="731"/>
                      </a:lnTo>
                      <a:lnTo>
                        <a:pt x="1" y="819"/>
                      </a:lnTo>
                      <a:lnTo>
                        <a:pt x="0" y="863"/>
                      </a:lnTo>
                      <a:lnTo>
                        <a:pt x="1" y="907"/>
                      </a:lnTo>
                      <a:lnTo>
                        <a:pt x="10" y="994"/>
                      </a:lnTo>
                      <a:lnTo>
                        <a:pt x="27" y="1078"/>
                      </a:lnTo>
                      <a:lnTo>
                        <a:pt x="52" y="1159"/>
                      </a:lnTo>
                      <a:lnTo>
                        <a:pt x="85" y="1237"/>
                      </a:lnTo>
                      <a:lnTo>
                        <a:pt x="124" y="1310"/>
                      </a:lnTo>
                      <a:lnTo>
                        <a:pt x="172" y="1379"/>
                      </a:lnTo>
                      <a:lnTo>
                        <a:pt x="223" y="1443"/>
                      </a:lnTo>
                      <a:lnTo>
                        <a:pt x="282" y="1502"/>
                      </a:lnTo>
                      <a:lnTo>
                        <a:pt x="346" y="1553"/>
                      </a:lnTo>
                      <a:lnTo>
                        <a:pt x="415" y="1601"/>
                      </a:lnTo>
                      <a:lnTo>
                        <a:pt x="489" y="1640"/>
                      </a:lnTo>
                      <a:lnTo>
                        <a:pt x="566" y="1673"/>
                      </a:lnTo>
                      <a:lnTo>
                        <a:pt x="647" y="1698"/>
                      </a:lnTo>
                      <a:lnTo>
                        <a:pt x="731" y="1715"/>
                      </a:lnTo>
                      <a:lnTo>
                        <a:pt x="819" y="1724"/>
                      </a:lnTo>
                      <a:lnTo>
                        <a:pt x="862" y="1725"/>
                      </a:lnTo>
                      <a:lnTo>
                        <a:pt x="907" y="1724"/>
                      </a:lnTo>
                      <a:lnTo>
                        <a:pt x="994" y="1715"/>
                      </a:lnTo>
                      <a:lnTo>
                        <a:pt x="1078" y="1698"/>
                      </a:lnTo>
                      <a:lnTo>
                        <a:pt x="1159" y="1673"/>
                      </a:lnTo>
                      <a:lnTo>
                        <a:pt x="1237" y="1640"/>
                      </a:lnTo>
                      <a:lnTo>
                        <a:pt x="1310" y="1601"/>
                      </a:lnTo>
                      <a:lnTo>
                        <a:pt x="1379" y="1553"/>
                      </a:lnTo>
                      <a:lnTo>
                        <a:pt x="1443" y="1502"/>
                      </a:lnTo>
                      <a:lnTo>
                        <a:pt x="1500" y="1443"/>
                      </a:lnTo>
                      <a:lnTo>
                        <a:pt x="1554" y="1379"/>
                      </a:lnTo>
                      <a:lnTo>
                        <a:pt x="1600" y="1310"/>
                      </a:lnTo>
                      <a:lnTo>
                        <a:pt x="1640" y="1237"/>
                      </a:lnTo>
                      <a:lnTo>
                        <a:pt x="1673" y="1159"/>
                      </a:lnTo>
                      <a:lnTo>
                        <a:pt x="1698" y="1078"/>
                      </a:lnTo>
                      <a:lnTo>
                        <a:pt x="1715" y="994"/>
                      </a:lnTo>
                      <a:lnTo>
                        <a:pt x="1724" y="907"/>
                      </a:lnTo>
                      <a:lnTo>
                        <a:pt x="1725" y="863"/>
                      </a:lnTo>
                      <a:lnTo>
                        <a:pt x="1724" y="819"/>
                      </a:lnTo>
                      <a:lnTo>
                        <a:pt x="1715" y="731"/>
                      </a:lnTo>
                      <a:lnTo>
                        <a:pt x="1698" y="647"/>
                      </a:lnTo>
                      <a:lnTo>
                        <a:pt x="1673" y="567"/>
                      </a:lnTo>
                      <a:lnTo>
                        <a:pt x="1640" y="489"/>
                      </a:lnTo>
                      <a:lnTo>
                        <a:pt x="1600" y="415"/>
                      </a:lnTo>
                      <a:lnTo>
                        <a:pt x="1554" y="346"/>
                      </a:lnTo>
                      <a:lnTo>
                        <a:pt x="1500" y="283"/>
                      </a:lnTo>
                      <a:lnTo>
                        <a:pt x="1443" y="225"/>
                      </a:lnTo>
                      <a:lnTo>
                        <a:pt x="1379" y="172"/>
                      </a:lnTo>
                      <a:lnTo>
                        <a:pt x="1310" y="126"/>
                      </a:lnTo>
                      <a:lnTo>
                        <a:pt x="1237" y="85"/>
                      </a:lnTo>
                      <a:lnTo>
                        <a:pt x="1159" y="52"/>
                      </a:lnTo>
                      <a:lnTo>
                        <a:pt x="1078" y="28"/>
                      </a:lnTo>
                      <a:lnTo>
                        <a:pt x="994" y="10"/>
                      </a:lnTo>
                      <a:lnTo>
                        <a:pt x="907" y="2"/>
                      </a:lnTo>
                      <a:lnTo>
                        <a:pt x="862" y="0"/>
                      </a:lnTo>
                      <a:close/>
                      <a:moveTo>
                        <a:pt x="1381" y="1123"/>
                      </a:moveTo>
                      <a:lnTo>
                        <a:pt x="1381" y="1149"/>
                      </a:lnTo>
                      <a:lnTo>
                        <a:pt x="1369" y="1201"/>
                      </a:lnTo>
                      <a:lnTo>
                        <a:pt x="1350" y="1247"/>
                      </a:lnTo>
                      <a:lnTo>
                        <a:pt x="1322" y="1288"/>
                      </a:lnTo>
                      <a:lnTo>
                        <a:pt x="1286" y="1324"/>
                      </a:lnTo>
                      <a:lnTo>
                        <a:pt x="1244" y="1352"/>
                      </a:lnTo>
                      <a:lnTo>
                        <a:pt x="1198" y="1372"/>
                      </a:lnTo>
                      <a:lnTo>
                        <a:pt x="1146" y="1383"/>
                      </a:lnTo>
                      <a:lnTo>
                        <a:pt x="1120" y="1383"/>
                      </a:lnTo>
                      <a:lnTo>
                        <a:pt x="605" y="1383"/>
                      </a:lnTo>
                      <a:lnTo>
                        <a:pt x="578" y="1383"/>
                      </a:lnTo>
                      <a:lnTo>
                        <a:pt x="527" y="1372"/>
                      </a:lnTo>
                      <a:lnTo>
                        <a:pt x="480" y="1352"/>
                      </a:lnTo>
                      <a:lnTo>
                        <a:pt x="438" y="1324"/>
                      </a:lnTo>
                      <a:lnTo>
                        <a:pt x="404" y="1288"/>
                      </a:lnTo>
                      <a:lnTo>
                        <a:pt x="375" y="1247"/>
                      </a:lnTo>
                      <a:lnTo>
                        <a:pt x="355" y="1201"/>
                      </a:lnTo>
                      <a:lnTo>
                        <a:pt x="344" y="1149"/>
                      </a:lnTo>
                      <a:lnTo>
                        <a:pt x="343" y="1123"/>
                      </a:lnTo>
                      <a:lnTo>
                        <a:pt x="343" y="608"/>
                      </a:lnTo>
                      <a:lnTo>
                        <a:pt x="344" y="581"/>
                      </a:lnTo>
                      <a:lnTo>
                        <a:pt x="355" y="531"/>
                      </a:lnTo>
                      <a:lnTo>
                        <a:pt x="375" y="483"/>
                      </a:lnTo>
                      <a:lnTo>
                        <a:pt x="404" y="441"/>
                      </a:lnTo>
                      <a:lnTo>
                        <a:pt x="438" y="407"/>
                      </a:lnTo>
                      <a:lnTo>
                        <a:pt x="480" y="378"/>
                      </a:lnTo>
                      <a:lnTo>
                        <a:pt x="527" y="358"/>
                      </a:lnTo>
                      <a:lnTo>
                        <a:pt x="578" y="348"/>
                      </a:lnTo>
                      <a:lnTo>
                        <a:pt x="605" y="346"/>
                      </a:lnTo>
                      <a:lnTo>
                        <a:pt x="1120" y="346"/>
                      </a:lnTo>
                      <a:lnTo>
                        <a:pt x="1146" y="348"/>
                      </a:lnTo>
                      <a:lnTo>
                        <a:pt x="1198" y="358"/>
                      </a:lnTo>
                      <a:lnTo>
                        <a:pt x="1244" y="378"/>
                      </a:lnTo>
                      <a:lnTo>
                        <a:pt x="1286" y="407"/>
                      </a:lnTo>
                      <a:lnTo>
                        <a:pt x="1322" y="441"/>
                      </a:lnTo>
                      <a:lnTo>
                        <a:pt x="1350" y="483"/>
                      </a:lnTo>
                      <a:lnTo>
                        <a:pt x="1369" y="531"/>
                      </a:lnTo>
                      <a:lnTo>
                        <a:pt x="1381" y="581"/>
                      </a:lnTo>
                      <a:lnTo>
                        <a:pt x="1381" y="608"/>
                      </a:lnTo>
                      <a:lnTo>
                        <a:pt x="1381" y="112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298" name="Google Shape;298;p7"/>
              <p:cNvSpPr/>
              <p:nvPr/>
            </p:nvSpPr>
            <p:spPr>
              <a:xfrm rot="5400000">
                <a:off x="11360858" y="343758"/>
                <a:ext cx="140525" cy="26670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617" extrusionOk="0">
                    <a:moveTo>
                      <a:pt x="711" y="92"/>
                    </a:moveTo>
                    <a:lnTo>
                      <a:pt x="586" y="92"/>
                    </a:lnTo>
                    <a:lnTo>
                      <a:pt x="586" y="0"/>
                    </a:lnTo>
                    <a:lnTo>
                      <a:pt x="258" y="0"/>
                    </a:lnTo>
                    <a:lnTo>
                      <a:pt x="258" y="92"/>
                    </a:lnTo>
                    <a:lnTo>
                      <a:pt x="140" y="92"/>
                    </a:lnTo>
                    <a:lnTo>
                      <a:pt x="111" y="95"/>
                    </a:lnTo>
                    <a:lnTo>
                      <a:pt x="61" y="117"/>
                    </a:lnTo>
                    <a:lnTo>
                      <a:pt x="23" y="154"/>
                    </a:lnTo>
                    <a:lnTo>
                      <a:pt x="1" y="205"/>
                    </a:lnTo>
                    <a:lnTo>
                      <a:pt x="0" y="233"/>
                    </a:lnTo>
                    <a:lnTo>
                      <a:pt x="0" y="1477"/>
                    </a:lnTo>
                    <a:lnTo>
                      <a:pt x="1" y="1506"/>
                    </a:lnTo>
                    <a:lnTo>
                      <a:pt x="23" y="1556"/>
                    </a:lnTo>
                    <a:lnTo>
                      <a:pt x="61" y="1594"/>
                    </a:lnTo>
                    <a:lnTo>
                      <a:pt x="111" y="1615"/>
                    </a:lnTo>
                    <a:lnTo>
                      <a:pt x="140" y="1617"/>
                    </a:lnTo>
                    <a:lnTo>
                      <a:pt x="711" y="1617"/>
                    </a:lnTo>
                    <a:lnTo>
                      <a:pt x="740" y="1615"/>
                    </a:lnTo>
                    <a:lnTo>
                      <a:pt x="790" y="1594"/>
                    </a:lnTo>
                    <a:lnTo>
                      <a:pt x="828" y="1556"/>
                    </a:lnTo>
                    <a:lnTo>
                      <a:pt x="850" y="1506"/>
                    </a:lnTo>
                    <a:lnTo>
                      <a:pt x="851" y="1477"/>
                    </a:lnTo>
                    <a:lnTo>
                      <a:pt x="851" y="233"/>
                    </a:lnTo>
                    <a:lnTo>
                      <a:pt x="850" y="205"/>
                    </a:lnTo>
                    <a:lnTo>
                      <a:pt x="828" y="154"/>
                    </a:lnTo>
                    <a:lnTo>
                      <a:pt x="790" y="117"/>
                    </a:lnTo>
                    <a:lnTo>
                      <a:pt x="740" y="95"/>
                    </a:lnTo>
                    <a:lnTo>
                      <a:pt x="711" y="92"/>
                    </a:lnTo>
                    <a:close/>
                    <a:moveTo>
                      <a:pt x="757" y="1477"/>
                    </a:moveTo>
                    <a:lnTo>
                      <a:pt x="757" y="1487"/>
                    </a:lnTo>
                    <a:lnTo>
                      <a:pt x="750" y="1503"/>
                    </a:lnTo>
                    <a:lnTo>
                      <a:pt x="737" y="1516"/>
                    </a:lnTo>
                    <a:lnTo>
                      <a:pt x="721" y="1523"/>
                    </a:lnTo>
                    <a:lnTo>
                      <a:pt x="711" y="1525"/>
                    </a:lnTo>
                    <a:lnTo>
                      <a:pt x="140" y="1525"/>
                    </a:lnTo>
                    <a:lnTo>
                      <a:pt x="131" y="1523"/>
                    </a:lnTo>
                    <a:lnTo>
                      <a:pt x="114" y="1516"/>
                    </a:lnTo>
                    <a:lnTo>
                      <a:pt x="101" y="1503"/>
                    </a:lnTo>
                    <a:lnTo>
                      <a:pt x="94" y="1487"/>
                    </a:lnTo>
                    <a:lnTo>
                      <a:pt x="94" y="1477"/>
                    </a:lnTo>
                    <a:lnTo>
                      <a:pt x="94" y="233"/>
                    </a:lnTo>
                    <a:lnTo>
                      <a:pt x="94" y="223"/>
                    </a:lnTo>
                    <a:lnTo>
                      <a:pt x="101" y="206"/>
                    </a:lnTo>
                    <a:lnTo>
                      <a:pt x="114" y="194"/>
                    </a:lnTo>
                    <a:lnTo>
                      <a:pt x="131" y="187"/>
                    </a:lnTo>
                    <a:lnTo>
                      <a:pt x="140" y="186"/>
                    </a:lnTo>
                    <a:lnTo>
                      <a:pt x="711" y="186"/>
                    </a:lnTo>
                    <a:lnTo>
                      <a:pt x="721" y="187"/>
                    </a:lnTo>
                    <a:lnTo>
                      <a:pt x="737" y="194"/>
                    </a:lnTo>
                    <a:lnTo>
                      <a:pt x="750" y="206"/>
                    </a:lnTo>
                    <a:lnTo>
                      <a:pt x="757" y="223"/>
                    </a:lnTo>
                    <a:lnTo>
                      <a:pt x="757" y="233"/>
                    </a:lnTo>
                    <a:lnTo>
                      <a:pt x="757" y="1477"/>
                    </a:lnTo>
                    <a:close/>
                    <a:moveTo>
                      <a:pt x="707" y="1468"/>
                    </a:moveTo>
                    <a:lnTo>
                      <a:pt x="144" y="1468"/>
                    </a:lnTo>
                    <a:lnTo>
                      <a:pt x="144" y="1264"/>
                    </a:lnTo>
                    <a:lnTo>
                      <a:pt x="707" y="1264"/>
                    </a:lnTo>
                    <a:lnTo>
                      <a:pt x="707" y="1468"/>
                    </a:lnTo>
                    <a:close/>
                    <a:moveTo>
                      <a:pt x="707" y="1213"/>
                    </a:moveTo>
                    <a:lnTo>
                      <a:pt x="144" y="1213"/>
                    </a:lnTo>
                    <a:lnTo>
                      <a:pt x="144" y="1009"/>
                    </a:lnTo>
                    <a:lnTo>
                      <a:pt x="707" y="1009"/>
                    </a:lnTo>
                    <a:lnTo>
                      <a:pt x="707" y="1213"/>
                    </a:lnTo>
                    <a:close/>
                    <a:moveTo>
                      <a:pt x="707" y="958"/>
                    </a:moveTo>
                    <a:lnTo>
                      <a:pt x="144" y="958"/>
                    </a:lnTo>
                    <a:lnTo>
                      <a:pt x="144" y="754"/>
                    </a:lnTo>
                    <a:lnTo>
                      <a:pt x="707" y="754"/>
                    </a:lnTo>
                    <a:lnTo>
                      <a:pt x="707" y="958"/>
                    </a:lnTo>
                    <a:close/>
                    <a:moveTo>
                      <a:pt x="707" y="703"/>
                    </a:moveTo>
                    <a:lnTo>
                      <a:pt x="144" y="703"/>
                    </a:lnTo>
                    <a:lnTo>
                      <a:pt x="144" y="499"/>
                    </a:lnTo>
                    <a:lnTo>
                      <a:pt x="707" y="499"/>
                    </a:lnTo>
                    <a:lnTo>
                      <a:pt x="707" y="703"/>
                    </a:lnTo>
                    <a:close/>
                    <a:moveTo>
                      <a:pt x="707" y="448"/>
                    </a:moveTo>
                    <a:lnTo>
                      <a:pt x="144" y="448"/>
                    </a:lnTo>
                    <a:lnTo>
                      <a:pt x="144" y="243"/>
                    </a:lnTo>
                    <a:lnTo>
                      <a:pt x="707" y="243"/>
                    </a:lnTo>
                    <a:lnTo>
                      <a:pt x="707" y="4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9" name="Google Shape;299;p7"/>
              <p:cNvSpPr/>
              <p:nvPr/>
            </p:nvSpPr>
            <p:spPr>
              <a:xfrm>
                <a:off x="10885020" y="369386"/>
                <a:ext cx="454304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100%</a:t>
                </a:r>
                <a:endParaRPr sz="1200">
                  <a:solidFill>
                    <a:srgbClr val="44546A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0" name="Google Shape;300;p7"/>
              <p:cNvSpPr/>
              <p:nvPr/>
            </p:nvSpPr>
            <p:spPr>
              <a:xfrm>
                <a:off x="10212196" y="406846"/>
                <a:ext cx="17980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293" extrusionOk="0">
                    <a:moveTo>
                      <a:pt x="2747" y="3607"/>
                    </a:moveTo>
                    <a:lnTo>
                      <a:pt x="2711" y="3609"/>
                    </a:lnTo>
                    <a:lnTo>
                      <a:pt x="2645" y="3622"/>
                    </a:lnTo>
                    <a:lnTo>
                      <a:pt x="2583" y="3649"/>
                    </a:lnTo>
                    <a:lnTo>
                      <a:pt x="2528" y="3685"/>
                    </a:lnTo>
                    <a:lnTo>
                      <a:pt x="2481" y="3733"/>
                    </a:lnTo>
                    <a:lnTo>
                      <a:pt x="2443" y="3787"/>
                    </a:lnTo>
                    <a:lnTo>
                      <a:pt x="2417" y="3848"/>
                    </a:lnTo>
                    <a:lnTo>
                      <a:pt x="2403" y="3916"/>
                    </a:lnTo>
                    <a:lnTo>
                      <a:pt x="2403" y="3950"/>
                    </a:lnTo>
                    <a:lnTo>
                      <a:pt x="2403" y="3986"/>
                    </a:lnTo>
                    <a:lnTo>
                      <a:pt x="2417" y="4052"/>
                    </a:lnTo>
                    <a:lnTo>
                      <a:pt x="2443" y="4114"/>
                    </a:lnTo>
                    <a:lnTo>
                      <a:pt x="2481" y="4169"/>
                    </a:lnTo>
                    <a:lnTo>
                      <a:pt x="2527" y="4215"/>
                    </a:lnTo>
                    <a:lnTo>
                      <a:pt x="2583" y="4253"/>
                    </a:lnTo>
                    <a:lnTo>
                      <a:pt x="2645" y="4279"/>
                    </a:lnTo>
                    <a:lnTo>
                      <a:pt x="2711" y="4293"/>
                    </a:lnTo>
                    <a:lnTo>
                      <a:pt x="2747" y="4293"/>
                    </a:lnTo>
                    <a:lnTo>
                      <a:pt x="2783" y="4293"/>
                    </a:lnTo>
                    <a:lnTo>
                      <a:pt x="2849" y="4279"/>
                    </a:lnTo>
                    <a:lnTo>
                      <a:pt x="2911" y="4253"/>
                    </a:lnTo>
                    <a:lnTo>
                      <a:pt x="2966" y="4215"/>
                    </a:lnTo>
                    <a:lnTo>
                      <a:pt x="3013" y="4169"/>
                    </a:lnTo>
                    <a:lnTo>
                      <a:pt x="3051" y="4114"/>
                    </a:lnTo>
                    <a:lnTo>
                      <a:pt x="3077" y="4052"/>
                    </a:lnTo>
                    <a:lnTo>
                      <a:pt x="3090" y="3986"/>
                    </a:lnTo>
                    <a:lnTo>
                      <a:pt x="3091" y="3950"/>
                    </a:lnTo>
                    <a:lnTo>
                      <a:pt x="3090" y="3916"/>
                    </a:lnTo>
                    <a:lnTo>
                      <a:pt x="3077" y="3848"/>
                    </a:lnTo>
                    <a:lnTo>
                      <a:pt x="3051" y="3787"/>
                    </a:lnTo>
                    <a:lnTo>
                      <a:pt x="3013" y="3733"/>
                    </a:lnTo>
                    <a:lnTo>
                      <a:pt x="2966" y="3685"/>
                    </a:lnTo>
                    <a:lnTo>
                      <a:pt x="2911" y="3648"/>
                    </a:lnTo>
                    <a:lnTo>
                      <a:pt x="2849" y="3622"/>
                    </a:lnTo>
                    <a:lnTo>
                      <a:pt x="2783" y="3609"/>
                    </a:lnTo>
                    <a:lnTo>
                      <a:pt x="2747" y="3607"/>
                    </a:lnTo>
                    <a:close/>
                    <a:moveTo>
                      <a:pt x="5399" y="1030"/>
                    </a:moveTo>
                    <a:lnTo>
                      <a:pt x="5332" y="968"/>
                    </a:lnTo>
                    <a:lnTo>
                      <a:pt x="5194" y="852"/>
                    </a:lnTo>
                    <a:lnTo>
                      <a:pt x="5050" y="741"/>
                    </a:lnTo>
                    <a:lnTo>
                      <a:pt x="4902" y="638"/>
                    </a:lnTo>
                    <a:lnTo>
                      <a:pt x="4749" y="542"/>
                    </a:lnTo>
                    <a:lnTo>
                      <a:pt x="4592" y="454"/>
                    </a:lnTo>
                    <a:lnTo>
                      <a:pt x="4431" y="373"/>
                    </a:lnTo>
                    <a:lnTo>
                      <a:pt x="4266" y="300"/>
                    </a:lnTo>
                    <a:lnTo>
                      <a:pt x="4098" y="235"/>
                    </a:lnTo>
                    <a:lnTo>
                      <a:pt x="3927" y="178"/>
                    </a:lnTo>
                    <a:lnTo>
                      <a:pt x="3751" y="127"/>
                    </a:lnTo>
                    <a:lnTo>
                      <a:pt x="3574" y="85"/>
                    </a:lnTo>
                    <a:lnTo>
                      <a:pt x="3394" y="52"/>
                    </a:lnTo>
                    <a:lnTo>
                      <a:pt x="3211" y="26"/>
                    </a:lnTo>
                    <a:lnTo>
                      <a:pt x="3026" y="10"/>
                    </a:lnTo>
                    <a:lnTo>
                      <a:pt x="2839" y="2"/>
                    </a:lnTo>
                    <a:lnTo>
                      <a:pt x="2746" y="0"/>
                    </a:lnTo>
                    <a:lnTo>
                      <a:pt x="2652" y="2"/>
                    </a:lnTo>
                    <a:lnTo>
                      <a:pt x="2466" y="10"/>
                    </a:lnTo>
                    <a:lnTo>
                      <a:pt x="2282" y="26"/>
                    </a:lnTo>
                    <a:lnTo>
                      <a:pt x="2099" y="52"/>
                    </a:lnTo>
                    <a:lnTo>
                      <a:pt x="1919" y="85"/>
                    </a:lnTo>
                    <a:lnTo>
                      <a:pt x="1740" y="127"/>
                    </a:lnTo>
                    <a:lnTo>
                      <a:pt x="1566" y="178"/>
                    </a:lnTo>
                    <a:lnTo>
                      <a:pt x="1395" y="235"/>
                    </a:lnTo>
                    <a:lnTo>
                      <a:pt x="1226" y="300"/>
                    </a:lnTo>
                    <a:lnTo>
                      <a:pt x="1060" y="373"/>
                    </a:lnTo>
                    <a:lnTo>
                      <a:pt x="899" y="454"/>
                    </a:lnTo>
                    <a:lnTo>
                      <a:pt x="742" y="542"/>
                    </a:lnTo>
                    <a:lnTo>
                      <a:pt x="590" y="638"/>
                    </a:lnTo>
                    <a:lnTo>
                      <a:pt x="441" y="741"/>
                    </a:lnTo>
                    <a:lnTo>
                      <a:pt x="299" y="852"/>
                    </a:lnTo>
                    <a:lnTo>
                      <a:pt x="160" y="970"/>
                    </a:lnTo>
                    <a:lnTo>
                      <a:pt x="93" y="1030"/>
                    </a:lnTo>
                    <a:lnTo>
                      <a:pt x="71" y="1053"/>
                    </a:lnTo>
                    <a:lnTo>
                      <a:pt x="35" y="1104"/>
                    </a:lnTo>
                    <a:lnTo>
                      <a:pt x="12" y="1157"/>
                    </a:lnTo>
                    <a:lnTo>
                      <a:pt x="0" y="1215"/>
                    </a:lnTo>
                    <a:lnTo>
                      <a:pt x="0" y="1272"/>
                    </a:lnTo>
                    <a:lnTo>
                      <a:pt x="12" y="1328"/>
                    </a:lnTo>
                    <a:lnTo>
                      <a:pt x="35" y="1383"/>
                    </a:lnTo>
                    <a:lnTo>
                      <a:pt x="71" y="1432"/>
                    </a:lnTo>
                    <a:lnTo>
                      <a:pt x="93" y="1455"/>
                    </a:lnTo>
                    <a:lnTo>
                      <a:pt x="117" y="1477"/>
                    </a:lnTo>
                    <a:lnTo>
                      <a:pt x="170" y="1510"/>
                    </a:lnTo>
                    <a:lnTo>
                      <a:pt x="228" y="1532"/>
                    </a:lnTo>
                    <a:lnTo>
                      <a:pt x="288" y="1543"/>
                    </a:lnTo>
                    <a:lnTo>
                      <a:pt x="319" y="1543"/>
                    </a:lnTo>
                    <a:lnTo>
                      <a:pt x="350" y="1543"/>
                    </a:lnTo>
                    <a:lnTo>
                      <a:pt x="411" y="1532"/>
                    </a:lnTo>
                    <a:lnTo>
                      <a:pt x="469" y="1510"/>
                    </a:lnTo>
                    <a:lnTo>
                      <a:pt x="522" y="1477"/>
                    </a:lnTo>
                    <a:lnTo>
                      <a:pt x="546" y="1455"/>
                    </a:lnTo>
                    <a:lnTo>
                      <a:pt x="601" y="1405"/>
                    </a:lnTo>
                    <a:lnTo>
                      <a:pt x="716" y="1308"/>
                    </a:lnTo>
                    <a:lnTo>
                      <a:pt x="834" y="1218"/>
                    </a:lnTo>
                    <a:lnTo>
                      <a:pt x="958" y="1134"/>
                    </a:lnTo>
                    <a:lnTo>
                      <a:pt x="1085" y="1056"/>
                    </a:lnTo>
                    <a:lnTo>
                      <a:pt x="1215" y="986"/>
                    </a:lnTo>
                    <a:lnTo>
                      <a:pt x="1349" y="922"/>
                    </a:lnTo>
                    <a:lnTo>
                      <a:pt x="1485" y="865"/>
                    </a:lnTo>
                    <a:lnTo>
                      <a:pt x="1625" y="813"/>
                    </a:lnTo>
                    <a:lnTo>
                      <a:pt x="1768" y="768"/>
                    </a:lnTo>
                    <a:lnTo>
                      <a:pt x="1985" y="712"/>
                    </a:lnTo>
                    <a:lnTo>
                      <a:pt x="2285" y="662"/>
                    </a:lnTo>
                    <a:lnTo>
                      <a:pt x="2590" y="636"/>
                    </a:lnTo>
                    <a:lnTo>
                      <a:pt x="2746" y="633"/>
                    </a:lnTo>
                    <a:lnTo>
                      <a:pt x="2901" y="636"/>
                    </a:lnTo>
                    <a:lnTo>
                      <a:pt x="3208" y="662"/>
                    </a:lnTo>
                    <a:lnTo>
                      <a:pt x="3506" y="712"/>
                    </a:lnTo>
                    <a:lnTo>
                      <a:pt x="3725" y="768"/>
                    </a:lnTo>
                    <a:lnTo>
                      <a:pt x="3868" y="813"/>
                    </a:lnTo>
                    <a:lnTo>
                      <a:pt x="4007" y="865"/>
                    </a:lnTo>
                    <a:lnTo>
                      <a:pt x="4144" y="922"/>
                    </a:lnTo>
                    <a:lnTo>
                      <a:pt x="4277" y="986"/>
                    </a:lnTo>
                    <a:lnTo>
                      <a:pt x="4408" y="1056"/>
                    </a:lnTo>
                    <a:lnTo>
                      <a:pt x="4534" y="1134"/>
                    </a:lnTo>
                    <a:lnTo>
                      <a:pt x="4657" y="1218"/>
                    </a:lnTo>
                    <a:lnTo>
                      <a:pt x="4776" y="1307"/>
                    </a:lnTo>
                    <a:lnTo>
                      <a:pt x="4890" y="1403"/>
                    </a:lnTo>
                    <a:lnTo>
                      <a:pt x="4946" y="1455"/>
                    </a:lnTo>
                    <a:lnTo>
                      <a:pt x="4969" y="1477"/>
                    </a:lnTo>
                    <a:lnTo>
                      <a:pt x="5023" y="1509"/>
                    </a:lnTo>
                    <a:lnTo>
                      <a:pt x="5082" y="1532"/>
                    </a:lnTo>
                    <a:lnTo>
                      <a:pt x="5142" y="1542"/>
                    </a:lnTo>
                    <a:lnTo>
                      <a:pt x="5203" y="1542"/>
                    </a:lnTo>
                    <a:lnTo>
                      <a:pt x="5263" y="1532"/>
                    </a:lnTo>
                    <a:lnTo>
                      <a:pt x="5322" y="1509"/>
                    </a:lnTo>
                    <a:lnTo>
                      <a:pt x="5375" y="1477"/>
                    </a:lnTo>
                    <a:lnTo>
                      <a:pt x="5399" y="1455"/>
                    </a:lnTo>
                    <a:lnTo>
                      <a:pt x="5422" y="1432"/>
                    </a:lnTo>
                    <a:lnTo>
                      <a:pt x="5456" y="1383"/>
                    </a:lnTo>
                    <a:lnTo>
                      <a:pt x="5481" y="1328"/>
                    </a:lnTo>
                    <a:lnTo>
                      <a:pt x="5492" y="1272"/>
                    </a:lnTo>
                    <a:lnTo>
                      <a:pt x="5492" y="1215"/>
                    </a:lnTo>
                    <a:lnTo>
                      <a:pt x="5481" y="1157"/>
                    </a:lnTo>
                    <a:lnTo>
                      <a:pt x="5456" y="1102"/>
                    </a:lnTo>
                    <a:lnTo>
                      <a:pt x="5422" y="1053"/>
                    </a:lnTo>
                    <a:lnTo>
                      <a:pt x="5399" y="1030"/>
                    </a:lnTo>
                    <a:close/>
                    <a:moveTo>
                      <a:pt x="2743" y="1202"/>
                    </a:moveTo>
                    <a:lnTo>
                      <a:pt x="2604" y="1203"/>
                    </a:lnTo>
                    <a:lnTo>
                      <a:pt x="2332" y="1230"/>
                    </a:lnTo>
                    <a:lnTo>
                      <a:pt x="2066" y="1282"/>
                    </a:lnTo>
                    <a:lnTo>
                      <a:pt x="1807" y="1360"/>
                    </a:lnTo>
                    <a:lnTo>
                      <a:pt x="1557" y="1462"/>
                    </a:lnTo>
                    <a:lnTo>
                      <a:pt x="1320" y="1589"/>
                    </a:lnTo>
                    <a:lnTo>
                      <a:pt x="1094" y="1739"/>
                    </a:lnTo>
                    <a:lnTo>
                      <a:pt x="882" y="1912"/>
                    </a:lnTo>
                    <a:lnTo>
                      <a:pt x="782" y="2008"/>
                    </a:lnTo>
                    <a:lnTo>
                      <a:pt x="759" y="2033"/>
                    </a:lnTo>
                    <a:lnTo>
                      <a:pt x="722" y="2088"/>
                    </a:lnTo>
                    <a:lnTo>
                      <a:pt x="698" y="2148"/>
                    </a:lnTo>
                    <a:lnTo>
                      <a:pt x="686" y="2211"/>
                    </a:lnTo>
                    <a:lnTo>
                      <a:pt x="686" y="2275"/>
                    </a:lnTo>
                    <a:lnTo>
                      <a:pt x="698" y="2337"/>
                    </a:lnTo>
                    <a:lnTo>
                      <a:pt x="722" y="2397"/>
                    </a:lnTo>
                    <a:lnTo>
                      <a:pt x="759" y="2452"/>
                    </a:lnTo>
                    <a:lnTo>
                      <a:pt x="782" y="2478"/>
                    </a:lnTo>
                    <a:lnTo>
                      <a:pt x="808" y="2501"/>
                    </a:lnTo>
                    <a:lnTo>
                      <a:pt x="863" y="2537"/>
                    </a:lnTo>
                    <a:lnTo>
                      <a:pt x="924" y="2561"/>
                    </a:lnTo>
                    <a:lnTo>
                      <a:pt x="987" y="2574"/>
                    </a:lnTo>
                    <a:lnTo>
                      <a:pt x="1019" y="2576"/>
                    </a:lnTo>
                    <a:lnTo>
                      <a:pt x="1052" y="2574"/>
                    </a:lnTo>
                    <a:lnTo>
                      <a:pt x="1115" y="2561"/>
                    </a:lnTo>
                    <a:lnTo>
                      <a:pt x="1176" y="2537"/>
                    </a:lnTo>
                    <a:lnTo>
                      <a:pt x="1230" y="2501"/>
                    </a:lnTo>
                    <a:lnTo>
                      <a:pt x="1256" y="2478"/>
                    </a:lnTo>
                    <a:lnTo>
                      <a:pt x="1331" y="2404"/>
                    </a:lnTo>
                    <a:lnTo>
                      <a:pt x="1493" y="2272"/>
                    </a:lnTo>
                    <a:lnTo>
                      <a:pt x="1664" y="2155"/>
                    </a:lnTo>
                    <a:lnTo>
                      <a:pt x="1844" y="2056"/>
                    </a:lnTo>
                    <a:lnTo>
                      <a:pt x="2033" y="1974"/>
                    </a:lnTo>
                    <a:lnTo>
                      <a:pt x="2229" y="1910"/>
                    </a:lnTo>
                    <a:lnTo>
                      <a:pt x="2432" y="1869"/>
                    </a:lnTo>
                    <a:lnTo>
                      <a:pt x="2638" y="1847"/>
                    </a:lnTo>
                    <a:lnTo>
                      <a:pt x="2743" y="1844"/>
                    </a:lnTo>
                    <a:lnTo>
                      <a:pt x="2848" y="1847"/>
                    </a:lnTo>
                    <a:lnTo>
                      <a:pt x="3055" y="1869"/>
                    </a:lnTo>
                    <a:lnTo>
                      <a:pt x="3257" y="1910"/>
                    </a:lnTo>
                    <a:lnTo>
                      <a:pt x="3453" y="1974"/>
                    </a:lnTo>
                    <a:lnTo>
                      <a:pt x="3643" y="2056"/>
                    </a:lnTo>
                    <a:lnTo>
                      <a:pt x="3823" y="2155"/>
                    </a:lnTo>
                    <a:lnTo>
                      <a:pt x="3994" y="2272"/>
                    </a:lnTo>
                    <a:lnTo>
                      <a:pt x="4154" y="2404"/>
                    </a:lnTo>
                    <a:lnTo>
                      <a:pt x="4230" y="2478"/>
                    </a:lnTo>
                    <a:lnTo>
                      <a:pt x="4255" y="2501"/>
                    </a:lnTo>
                    <a:lnTo>
                      <a:pt x="4311" y="2537"/>
                    </a:lnTo>
                    <a:lnTo>
                      <a:pt x="4372" y="2561"/>
                    </a:lnTo>
                    <a:lnTo>
                      <a:pt x="4435" y="2574"/>
                    </a:lnTo>
                    <a:lnTo>
                      <a:pt x="4500" y="2574"/>
                    </a:lnTo>
                    <a:lnTo>
                      <a:pt x="4562" y="2561"/>
                    </a:lnTo>
                    <a:lnTo>
                      <a:pt x="4622" y="2537"/>
                    </a:lnTo>
                    <a:lnTo>
                      <a:pt x="4678" y="2501"/>
                    </a:lnTo>
                    <a:lnTo>
                      <a:pt x="4703" y="2478"/>
                    </a:lnTo>
                    <a:lnTo>
                      <a:pt x="4727" y="2452"/>
                    </a:lnTo>
                    <a:lnTo>
                      <a:pt x="4763" y="2397"/>
                    </a:lnTo>
                    <a:lnTo>
                      <a:pt x="4788" y="2337"/>
                    </a:lnTo>
                    <a:lnTo>
                      <a:pt x="4801" y="2275"/>
                    </a:lnTo>
                    <a:lnTo>
                      <a:pt x="4801" y="2211"/>
                    </a:lnTo>
                    <a:lnTo>
                      <a:pt x="4788" y="2148"/>
                    </a:lnTo>
                    <a:lnTo>
                      <a:pt x="4763" y="2088"/>
                    </a:lnTo>
                    <a:lnTo>
                      <a:pt x="4727" y="2033"/>
                    </a:lnTo>
                    <a:lnTo>
                      <a:pt x="4703" y="2008"/>
                    </a:lnTo>
                    <a:lnTo>
                      <a:pt x="4603" y="1912"/>
                    </a:lnTo>
                    <a:lnTo>
                      <a:pt x="4392" y="1739"/>
                    </a:lnTo>
                    <a:lnTo>
                      <a:pt x="4167" y="1589"/>
                    </a:lnTo>
                    <a:lnTo>
                      <a:pt x="3928" y="1462"/>
                    </a:lnTo>
                    <a:lnTo>
                      <a:pt x="3679" y="1360"/>
                    </a:lnTo>
                    <a:lnTo>
                      <a:pt x="3421" y="1282"/>
                    </a:lnTo>
                    <a:lnTo>
                      <a:pt x="3155" y="1230"/>
                    </a:lnTo>
                    <a:lnTo>
                      <a:pt x="2881" y="1203"/>
                    </a:lnTo>
                    <a:lnTo>
                      <a:pt x="2743" y="1202"/>
                    </a:lnTo>
                    <a:close/>
                    <a:moveTo>
                      <a:pt x="2746" y="2403"/>
                    </a:moveTo>
                    <a:lnTo>
                      <a:pt x="2668" y="2404"/>
                    </a:lnTo>
                    <a:lnTo>
                      <a:pt x="2514" y="2420"/>
                    </a:lnTo>
                    <a:lnTo>
                      <a:pt x="2362" y="2451"/>
                    </a:lnTo>
                    <a:lnTo>
                      <a:pt x="2217" y="2497"/>
                    </a:lnTo>
                    <a:lnTo>
                      <a:pt x="2076" y="2556"/>
                    </a:lnTo>
                    <a:lnTo>
                      <a:pt x="1940" y="2631"/>
                    </a:lnTo>
                    <a:lnTo>
                      <a:pt x="1814" y="2719"/>
                    </a:lnTo>
                    <a:lnTo>
                      <a:pt x="1694" y="2819"/>
                    </a:lnTo>
                    <a:lnTo>
                      <a:pt x="1637" y="2876"/>
                    </a:lnTo>
                    <a:lnTo>
                      <a:pt x="1615" y="2900"/>
                    </a:lnTo>
                    <a:lnTo>
                      <a:pt x="1580" y="2955"/>
                    </a:lnTo>
                    <a:lnTo>
                      <a:pt x="1557" y="3012"/>
                    </a:lnTo>
                    <a:lnTo>
                      <a:pt x="1546" y="3074"/>
                    </a:lnTo>
                    <a:lnTo>
                      <a:pt x="1546" y="3136"/>
                    </a:lnTo>
                    <a:lnTo>
                      <a:pt x="1557" y="3197"/>
                    </a:lnTo>
                    <a:lnTo>
                      <a:pt x="1580" y="3256"/>
                    </a:lnTo>
                    <a:lnTo>
                      <a:pt x="1615" y="3309"/>
                    </a:lnTo>
                    <a:lnTo>
                      <a:pt x="1637" y="3334"/>
                    </a:lnTo>
                    <a:lnTo>
                      <a:pt x="1661" y="3357"/>
                    </a:lnTo>
                    <a:lnTo>
                      <a:pt x="1713" y="3393"/>
                    </a:lnTo>
                    <a:lnTo>
                      <a:pt x="1769" y="3416"/>
                    </a:lnTo>
                    <a:lnTo>
                      <a:pt x="1830" y="3427"/>
                    </a:lnTo>
                    <a:lnTo>
                      <a:pt x="1860" y="3429"/>
                    </a:lnTo>
                    <a:lnTo>
                      <a:pt x="1890" y="3427"/>
                    </a:lnTo>
                    <a:lnTo>
                      <a:pt x="1949" y="3416"/>
                    </a:lnTo>
                    <a:lnTo>
                      <a:pt x="2005" y="3393"/>
                    </a:lnTo>
                    <a:lnTo>
                      <a:pt x="2057" y="3357"/>
                    </a:lnTo>
                    <a:lnTo>
                      <a:pt x="2082" y="3334"/>
                    </a:lnTo>
                    <a:lnTo>
                      <a:pt x="2115" y="3300"/>
                    </a:lnTo>
                    <a:lnTo>
                      <a:pt x="2187" y="3239"/>
                    </a:lnTo>
                    <a:lnTo>
                      <a:pt x="2263" y="3184"/>
                    </a:lnTo>
                    <a:lnTo>
                      <a:pt x="2344" y="3138"/>
                    </a:lnTo>
                    <a:lnTo>
                      <a:pt x="2429" y="3100"/>
                    </a:lnTo>
                    <a:lnTo>
                      <a:pt x="2517" y="3070"/>
                    </a:lnTo>
                    <a:lnTo>
                      <a:pt x="2607" y="3051"/>
                    </a:lnTo>
                    <a:lnTo>
                      <a:pt x="2699" y="3041"/>
                    </a:lnTo>
                    <a:lnTo>
                      <a:pt x="2746" y="3040"/>
                    </a:lnTo>
                    <a:lnTo>
                      <a:pt x="2793" y="3040"/>
                    </a:lnTo>
                    <a:lnTo>
                      <a:pt x="2885" y="3051"/>
                    </a:lnTo>
                    <a:lnTo>
                      <a:pt x="2976" y="3070"/>
                    </a:lnTo>
                    <a:lnTo>
                      <a:pt x="3064" y="3100"/>
                    </a:lnTo>
                    <a:lnTo>
                      <a:pt x="3147" y="3138"/>
                    </a:lnTo>
                    <a:lnTo>
                      <a:pt x="3228" y="3184"/>
                    </a:lnTo>
                    <a:lnTo>
                      <a:pt x="3304" y="3239"/>
                    </a:lnTo>
                    <a:lnTo>
                      <a:pt x="3376" y="3300"/>
                    </a:lnTo>
                    <a:lnTo>
                      <a:pt x="3411" y="3334"/>
                    </a:lnTo>
                    <a:lnTo>
                      <a:pt x="3434" y="3357"/>
                    </a:lnTo>
                    <a:lnTo>
                      <a:pt x="3487" y="3393"/>
                    </a:lnTo>
                    <a:lnTo>
                      <a:pt x="3543" y="3416"/>
                    </a:lnTo>
                    <a:lnTo>
                      <a:pt x="3603" y="3427"/>
                    </a:lnTo>
                    <a:lnTo>
                      <a:pt x="3663" y="3427"/>
                    </a:lnTo>
                    <a:lnTo>
                      <a:pt x="3722" y="3416"/>
                    </a:lnTo>
                    <a:lnTo>
                      <a:pt x="3780" y="3393"/>
                    </a:lnTo>
                    <a:lnTo>
                      <a:pt x="3832" y="3357"/>
                    </a:lnTo>
                    <a:lnTo>
                      <a:pt x="3855" y="3334"/>
                    </a:lnTo>
                    <a:lnTo>
                      <a:pt x="3878" y="3309"/>
                    </a:lnTo>
                    <a:lnTo>
                      <a:pt x="3912" y="3256"/>
                    </a:lnTo>
                    <a:lnTo>
                      <a:pt x="3934" y="3197"/>
                    </a:lnTo>
                    <a:lnTo>
                      <a:pt x="3945" y="3136"/>
                    </a:lnTo>
                    <a:lnTo>
                      <a:pt x="3945" y="3074"/>
                    </a:lnTo>
                    <a:lnTo>
                      <a:pt x="3934" y="3012"/>
                    </a:lnTo>
                    <a:lnTo>
                      <a:pt x="3912" y="2955"/>
                    </a:lnTo>
                    <a:lnTo>
                      <a:pt x="3878" y="2900"/>
                    </a:lnTo>
                    <a:lnTo>
                      <a:pt x="3855" y="2876"/>
                    </a:lnTo>
                    <a:lnTo>
                      <a:pt x="3798" y="2819"/>
                    </a:lnTo>
                    <a:lnTo>
                      <a:pt x="3679" y="2719"/>
                    </a:lnTo>
                    <a:lnTo>
                      <a:pt x="3551" y="2631"/>
                    </a:lnTo>
                    <a:lnTo>
                      <a:pt x="3417" y="2556"/>
                    </a:lnTo>
                    <a:lnTo>
                      <a:pt x="3276" y="2497"/>
                    </a:lnTo>
                    <a:lnTo>
                      <a:pt x="3130" y="2451"/>
                    </a:lnTo>
                    <a:lnTo>
                      <a:pt x="2979" y="2420"/>
                    </a:lnTo>
                    <a:lnTo>
                      <a:pt x="2825" y="2404"/>
                    </a:lnTo>
                    <a:lnTo>
                      <a:pt x="2746" y="24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1" name="Google Shape;301;p7"/>
              <p:cNvSpPr/>
              <p:nvPr/>
            </p:nvSpPr>
            <p:spPr>
              <a:xfrm>
                <a:off x="9512757" y="369386"/>
                <a:ext cx="693969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PPTBIZCAM</a:t>
                </a:r>
                <a:endParaRPr sz="1200">
                  <a:solidFill>
                    <a:srgbClr val="44546A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302" name="Google Shape;302;p7"/>
            <p:cNvSpPr/>
            <p:nvPr/>
          </p:nvSpPr>
          <p:spPr>
            <a:xfrm>
              <a:off x="11377471" y="133570"/>
              <a:ext cx="176990" cy="176990"/>
            </a:xfrm>
            <a:prstGeom prst="ellipse">
              <a:avLst/>
            </a:prstGeom>
            <a:solidFill>
              <a:srgbClr val="90DA80"/>
            </a:solidFill>
            <a:ln>
              <a:noFill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5</a:t>
              </a:r>
              <a:endPara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303" name="Google Shape;303;p7"/>
            <p:cNvGrpSpPr/>
            <p:nvPr/>
          </p:nvGrpSpPr>
          <p:grpSpPr>
            <a:xfrm>
              <a:off x="653849" y="193034"/>
              <a:ext cx="343364" cy="344856"/>
              <a:chOff x="1157487" y="184451"/>
              <a:chExt cx="489882" cy="492010"/>
            </a:xfrm>
          </p:grpSpPr>
          <p:sp>
            <p:nvSpPr>
              <p:cNvPr id="304" name="Google Shape;304;p7"/>
              <p:cNvSpPr/>
              <p:nvPr/>
            </p:nvSpPr>
            <p:spPr>
              <a:xfrm>
                <a:off x="1157487" y="184454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5" name="Google Shape;305;p7"/>
              <p:cNvSpPr/>
              <p:nvPr/>
            </p:nvSpPr>
            <p:spPr>
              <a:xfrm>
                <a:off x="1483366" y="184451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6" name="Google Shape;306;p7"/>
              <p:cNvSpPr/>
              <p:nvPr/>
            </p:nvSpPr>
            <p:spPr>
              <a:xfrm>
                <a:off x="1319363" y="348454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7" name="Google Shape;307;p7"/>
              <p:cNvSpPr/>
              <p:nvPr/>
            </p:nvSpPr>
            <p:spPr>
              <a:xfrm>
                <a:off x="1483366" y="348453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8" name="Google Shape;308;p7"/>
              <p:cNvSpPr/>
              <p:nvPr/>
            </p:nvSpPr>
            <p:spPr>
              <a:xfrm>
                <a:off x="1157487" y="512458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9" name="Google Shape;309;p7"/>
              <p:cNvSpPr/>
              <p:nvPr/>
            </p:nvSpPr>
            <p:spPr>
              <a:xfrm>
                <a:off x="1483366" y="512455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310" name="Google Shape;310;p7"/>
          <p:cNvGraphicFramePr/>
          <p:nvPr/>
        </p:nvGraphicFramePr>
        <p:xfrm>
          <a:off x="824785" y="113701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{0CC56F43-9452-4077-B354-4207EBC8FF08}</a:tableStyleId>
              </a:tblPr>
              <a:tblGrid>
                <a:gridCol w="216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훈련생</a:t>
                      </a:r>
                      <a:endParaRPr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8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역할</a:t>
                      </a:r>
                      <a:endParaRPr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8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담당 업무</a:t>
                      </a:r>
                      <a:endParaRPr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8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김선현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ko-KR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팀장</a:t>
                      </a:r>
                      <a:endParaRPr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ko-KR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비속어 판별 모델 학습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ko-KR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웹 서비스 구현</a:t>
                      </a:r>
                      <a:endParaRPr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5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문지민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ko-KR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팀원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ko-KR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비속어 판별모델 학습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ko-KR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데이터 수집 및 전처리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5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서민지</a:t>
                      </a:r>
                      <a:endParaRPr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ko-KR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팀원</a:t>
                      </a:r>
                      <a:endParaRPr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ko-KR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경제기사 긍정/부정 판별모델 학습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ko-KR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경제기사 댓글 데이터 수집 및 전처리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5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이유나</a:t>
                      </a:r>
                      <a:endParaRPr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ko-KR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팀원</a:t>
                      </a:r>
                      <a:endParaRPr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ko-KR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비속어 판별모델 학습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ko-KR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데이터 수집 및 전처리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박민석</a:t>
                      </a:r>
                      <a:endParaRPr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ko-KR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팀원</a:t>
                      </a:r>
                      <a:endParaRPr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ko-KR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웹 서비스 구현</a:t>
                      </a:r>
                      <a:endParaRPr sz="16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DFD9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315;p8"/>
          <p:cNvGrpSpPr/>
          <p:nvPr/>
        </p:nvGrpSpPr>
        <p:grpSpPr>
          <a:xfrm>
            <a:off x="150812" y="0"/>
            <a:ext cx="11890375" cy="6680200"/>
            <a:chOff x="150812" y="0"/>
            <a:chExt cx="11890375" cy="6680200"/>
          </a:xfrm>
        </p:grpSpPr>
        <p:sp>
          <p:nvSpPr>
            <p:cNvPr id="316" name="Google Shape;316;p8"/>
            <p:cNvSpPr/>
            <p:nvPr/>
          </p:nvSpPr>
          <p:spPr>
            <a:xfrm>
              <a:off x="150812" y="0"/>
              <a:ext cx="11890375" cy="6680200"/>
            </a:xfrm>
            <a:prstGeom prst="round2SameRect">
              <a:avLst>
                <a:gd name="adj1" fmla="val 0"/>
                <a:gd name="adj2" fmla="val 5079"/>
              </a:avLst>
            </a:prstGeom>
            <a:solidFill>
              <a:srgbClr val="E4F7F5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8"/>
            <p:cNvSpPr/>
            <p:nvPr/>
          </p:nvSpPr>
          <p:spPr>
            <a:xfrm>
              <a:off x="286543" y="0"/>
              <a:ext cx="11618912" cy="6509543"/>
            </a:xfrm>
            <a:prstGeom prst="round2SameRect">
              <a:avLst>
                <a:gd name="adj1" fmla="val 0"/>
                <a:gd name="adj2" fmla="val 3479"/>
              </a:avLst>
            </a:prstGeom>
            <a:solidFill>
              <a:schemeClr val="lt1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8"/>
            <p:cNvSpPr/>
            <p:nvPr/>
          </p:nvSpPr>
          <p:spPr>
            <a:xfrm>
              <a:off x="286544" y="0"/>
              <a:ext cx="11618912" cy="771525"/>
            </a:xfrm>
            <a:prstGeom prst="round2SameRect">
              <a:avLst>
                <a:gd name="adj1" fmla="val 0"/>
                <a:gd name="adj2" fmla="val 29630"/>
              </a:avLst>
            </a:prstGeom>
            <a:solidFill>
              <a:schemeClr val="lt1"/>
            </a:solidFill>
            <a:ln>
              <a:noFill/>
            </a:ln>
            <a:effectLst>
              <a:outerShdw blurRad="165100" dist="38100" dir="5400000" algn="t" rotWithShape="0">
                <a:srgbClr val="000000">
                  <a:alpha val="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3. 프로젝트 수행 절차 및 방법</a:t>
              </a:r>
              <a:endParaRPr/>
            </a:p>
          </p:txBody>
        </p:sp>
        <p:grpSp>
          <p:nvGrpSpPr>
            <p:cNvPr id="319" name="Google Shape;319;p8"/>
            <p:cNvGrpSpPr/>
            <p:nvPr/>
          </p:nvGrpSpPr>
          <p:grpSpPr>
            <a:xfrm>
              <a:off x="11067369" y="185874"/>
              <a:ext cx="429876" cy="429876"/>
              <a:chOff x="215317" y="343634"/>
              <a:chExt cx="684000" cy="684000"/>
            </a:xfrm>
          </p:grpSpPr>
          <p:sp>
            <p:nvSpPr>
              <p:cNvPr id="320" name="Google Shape;320;p8"/>
              <p:cNvSpPr/>
              <p:nvPr/>
            </p:nvSpPr>
            <p:spPr>
              <a:xfrm>
                <a:off x="215317" y="343634"/>
                <a:ext cx="684000" cy="684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9F3FC"/>
                  </a:gs>
                  <a:gs pos="86000">
                    <a:srgbClr val="E9F3FC"/>
                  </a:gs>
                  <a:gs pos="100000">
                    <a:srgbClr val="4E5DA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542925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rgbClr val="323F4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21" name="Google Shape;321;p8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2555" y="386637"/>
                <a:ext cx="546554" cy="5465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22" name="Google Shape;322;p8"/>
            <p:cNvGrpSpPr/>
            <p:nvPr/>
          </p:nvGrpSpPr>
          <p:grpSpPr>
            <a:xfrm>
              <a:off x="8951163" y="320145"/>
              <a:ext cx="1550689" cy="169277"/>
              <a:chOff x="9512757" y="369386"/>
              <a:chExt cx="2051714" cy="223970"/>
            </a:xfrm>
          </p:grpSpPr>
          <p:grpSp>
            <p:nvGrpSpPr>
              <p:cNvPr id="323" name="Google Shape;323;p8"/>
              <p:cNvGrpSpPr/>
              <p:nvPr/>
            </p:nvGrpSpPr>
            <p:grpSpPr>
              <a:xfrm>
                <a:off x="10750964" y="406846"/>
                <a:ext cx="132372" cy="140525"/>
                <a:chOff x="4594" y="900"/>
                <a:chExt cx="276" cy="293"/>
              </a:xfrm>
            </p:grpSpPr>
            <p:sp>
              <p:nvSpPr>
                <p:cNvPr id="324" name="Google Shape;324;p8"/>
                <p:cNvSpPr/>
                <p:nvPr/>
              </p:nvSpPr>
              <p:spPr>
                <a:xfrm>
                  <a:off x="4594" y="900"/>
                  <a:ext cx="102" cy="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3" extrusionOk="0">
                      <a:moveTo>
                        <a:pt x="72" y="263"/>
                      </a:moveTo>
                      <a:lnTo>
                        <a:pt x="91" y="236"/>
                      </a:lnTo>
                      <a:lnTo>
                        <a:pt x="139" y="187"/>
                      </a:lnTo>
                      <a:lnTo>
                        <a:pt x="193" y="148"/>
                      </a:lnTo>
                      <a:lnTo>
                        <a:pt x="255" y="119"/>
                      </a:lnTo>
                      <a:lnTo>
                        <a:pt x="290" y="110"/>
                      </a:lnTo>
                      <a:lnTo>
                        <a:pt x="299" y="106"/>
                      </a:lnTo>
                      <a:lnTo>
                        <a:pt x="305" y="97"/>
                      </a:lnTo>
                      <a:lnTo>
                        <a:pt x="307" y="87"/>
                      </a:lnTo>
                      <a:lnTo>
                        <a:pt x="303" y="77"/>
                      </a:lnTo>
                      <a:lnTo>
                        <a:pt x="292" y="60"/>
                      </a:lnTo>
                      <a:lnTo>
                        <a:pt x="263" y="33"/>
                      </a:lnTo>
                      <a:lnTo>
                        <a:pt x="227" y="13"/>
                      </a:lnTo>
                      <a:lnTo>
                        <a:pt x="186" y="1"/>
                      </a:lnTo>
                      <a:lnTo>
                        <a:pt x="165" y="0"/>
                      </a:lnTo>
                      <a:lnTo>
                        <a:pt x="131" y="3"/>
                      </a:lnTo>
                      <a:lnTo>
                        <a:pt x="72" y="27"/>
                      </a:lnTo>
                      <a:lnTo>
                        <a:pt x="27" y="72"/>
                      </a:lnTo>
                      <a:lnTo>
                        <a:pt x="3" y="131"/>
                      </a:lnTo>
                      <a:lnTo>
                        <a:pt x="0" y="164"/>
                      </a:lnTo>
                      <a:lnTo>
                        <a:pt x="1" y="192"/>
                      </a:lnTo>
                      <a:lnTo>
                        <a:pt x="20" y="243"/>
                      </a:lnTo>
                      <a:lnTo>
                        <a:pt x="36" y="266"/>
                      </a:lnTo>
                      <a:lnTo>
                        <a:pt x="43" y="273"/>
                      </a:lnTo>
                      <a:lnTo>
                        <a:pt x="53" y="273"/>
                      </a:lnTo>
                      <a:lnTo>
                        <a:pt x="65" y="271"/>
                      </a:lnTo>
                      <a:lnTo>
                        <a:pt x="72" y="2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" name="Google Shape;325;p8"/>
                <p:cNvSpPr/>
                <p:nvPr/>
              </p:nvSpPr>
              <p:spPr>
                <a:xfrm>
                  <a:off x="4768" y="900"/>
                  <a:ext cx="102" cy="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1" extrusionOk="0">
                      <a:moveTo>
                        <a:pt x="143" y="0"/>
                      </a:moveTo>
                      <a:lnTo>
                        <a:pt x="121" y="1"/>
                      </a:lnTo>
                      <a:lnTo>
                        <a:pt x="81" y="11"/>
                      </a:lnTo>
                      <a:lnTo>
                        <a:pt x="46" y="31"/>
                      </a:lnTo>
                      <a:lnTo>
                        <a:pt x="16" y="60"/>
                      </a:lnTo>
                      <a:lnTo>
                        <a:pt x="4" y="76"/>
                      </a:lnTo>
                      <a:lnTo>
                        <a:pt x="0" y="86"/>
                      </a:lnTo>
                      <a:lnTo>
                        <a:pt x="3" y="96"/>
                      </a:lnTo>
                      <a:lnTo>
                        <a:pt x="9" y="106"/>
                      </a:lnTo>
                      <a:lnTo>
                        <a:pt x="19" y="110"/>
                      </a:lnTo>
                      <a:lnTo>
                        <a:pt x="52" y="119"/>
                      </a:lnTo>
                      <a:lnTo>
                        <a:pt x="115" y="148"/>
                      </a:lnTo>
                      <a:lnTo>
                        <a:pt x="170" y="187"/>
                      </a:lnTo>
                      <a:lnTo>
                        <a:pt x="218" y="234"/>
                      </a:lnTo>
                      <a:lnTo>
                        <a:pt x="237" y="261"/>
                      </a:lnTo>
                      <a:lnTo>
                        <a:pt x="245" y="270"/>
                      </a:lnTo>
                      <a:lnTo>
                        <a:pt x="255" y="271"/>
                      </a:lnTo>
                      <a:lnTo>
                        <a:pt x="266" y="270"/>
                      </a:lnTo>
                      <a:lnTo>
                        <a:pt x="274" y="263"/>
                      </a:lnTo>
                      <a:lnTo>
                        <a:pt x="289" y="241"/>
                      </a:lnTo>
                      <a:lnTo>
                        <a:pt x="306" y="191"/>
                      </a:lnTo>
                      <a:lnTo>
                        <a:pt x="307" y="164"/>
                      </a:lnTo>
                      <a:lnTo>
                        <a:pt x="306" y="131"/>
                      </a:lnTo>
                      <a:lnTo>
                        <a:pt x="280" y="72"/>
                      </a:lnTo>
                      <a:lnTo>
                        <a:pt x="235" y="27"/>
                      </a:lnTo>
                      <a:lnTo>
                        <a:pt x="178" y="3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" name="Google Shape;326;p8"/>
                <p:cNvSpPr/>
                <p:nvPr/>
              </p:nvSpPr>
              <p:spPr>
                <a:xfrm>
                  <a:off x="4612" y="947"/>
                  <a:ext cx="241" cy="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37" extrusionOk="0">
                      <a:moveTo>
                        <a:pt x="725" y="361"/>
                      </a:moveTo>
                      <a:lnTo>
                        <a:pt x="722" y="313"/>
                      </a:lnTo>
                      <a:lnTo>
                        <a:pt x="699" y="225"/>
                      </a:lnTo>
                      <a:lnTo>
                        <a:pt x="679" y="187"/>
                      </a:lnTo>
                      <a:lnTo>
                        <a:pt x="659" y="151"/>
                      </a:lnTo>
                      <a:lnTo>
                        <a:pt x="604" y="90"/>
                      </a:lnTo>
                      <a:lnTo>
                        <a:pt x="536" y="44"/>
                      </a:lnTo>
                      <a:lnTo>
                        <a:pt x="459" y="13"/>
                      </a:lnTo>
                      <a:lnTo>
                        <a:pt x="418" y="4"/>
                      </a:lnTo>
                      <a:lnTo>
                        <a:pt x="390" y="1"/>
                      </a:lnTo>
                      <a:lnTo>
                        <a:pt x="363" y="0"/>
                      </a:lnTo>
                      <a:lnTo>
                        <a:pt x="334" y="1"/>
                      </a:lnTo>
                      <a:lnTo>
                        <a:pt x="305" y="5"/>
                      </a:lnTo>
                      <a:lnTo>
                        <a:pt x="263" y="13"/>
                      </a:lnTo>
                      <a:lnTo>
                        <a:pt x="187" y="44"/>
                      </a:lnTo>
                      <a:lnTo>
                        <a:pt x="120" y="92"/>
                      </a:lnTo>
                      <a:lnTo>
                        <a:pt x="67" y="152"/>
                      </a:lnTo>
                      <a:lnTo>
                        <a:pt x="45" y="188"/>
                      </a:lnTo>
                      <a:lnTo>
                        <a:pt x="25" y="227"/>
                      </a:lnTo>
                      <a:lnTo>
                        <a:pt x="3" y="313"/>
                      </a:lnTo>
                      <a:lnTo>
                        <a:pt x="0" y="361"/>
                      </a:lnTo>
                      <a:lnTo>
                        <a:pt x="2" y="399"/>
                      </a:lnTo>
                      <a:lnTo>
                        <a:pt x="19" y="476"/>
                      </a:lnTo>
                      <a:lnTo>
                        <a:pt x="51" y="543"/>
                      </a:lnTo>
                      <a:lnTo>
                        <a:pt x="96" y="604"/>
                      </a:lnTo>
                      <a:lnTo>
                        <a:pt x="123" y="630"/>
                      </a:lnTo>
                      <a:lnTo>
                        <a:pt x="93" y="673"/>
                      </a:lnTo>
                      <a:lnTo>
                        <a:pt x="84" y="687"/>
                      </a:lnTo>
                      <a:lnTo>
                        <a:pt x="90" y="719"/>
                      </a:lnTo>
                      <a:lnTo>
                        <a:pt x="103" y="729"/>
                      </a:lnTo>
                      <a:lnTo>
                        <a:pt x="113" y="736"/>
                      </a:lnTo>
                      <a:lnTo>
                        <a:pt x="126" y="737"/>
                      </a:lnTo>
                      <a:lnTo>
                        <a:pt x="136" y="736"/>
                      </a:lnTo>
                      <a:lnTo>
                        <a:pt x="153" y="727"/>
                      </a:lnTo>
                      <a:lnTo>
                        <a:pt x="159" y="720"/>
                      </a:lnTo>
                      <a:lnTo>
                        <a:pt x="189" y="677"/>
                      </a:lnTo>
                      <a:lnTo>
                        <a:pt x="230" y="696"/>
                      </a:lnTo>
                      <a:lnTo>
                        <a:pt x="316" y="719"/>
                      </a:lnTo>
                      <a:lnTo>
                        <a:pt x="363" y="720"/>
                      </a:lnTo>
                      <a:lnTo>
                        <a:pt x="409" y="719"/>
                      </a:lnTo>
                      <a:lnTo>
                        <a:pt x="495" y="696"/>
                      </a:lnTo>
                      <a:lnTo>
                        <a:pt x="536" y="677"/>
                      </a:lnTo>
                      <a:lnTo>
                        <a:pt x="566" y="720"/>
                      </a:lnTo>
                      <a:lnTo>
                        <a:pt x="572" y="727"/>
                      </a:lnTo>
                      <a:lnTo>
                        <a:pt x="589" y="736"/>
                      </a:lnTo>
                      <a:lnTo>
                        <a:pt x="599" y="737"/>
                      </a:lnTo>
                      <a:lnTo>
                        <a:pt x="612" y="736"/>
                      </a:lnTo>
                      <a:lnTo>
                        <a:pt x="622" y="729"/>
                      </a:lnTo>
                      <a:lnTo>
                        <a:pt x="635" y="719"/>
                      </a:lnTo>
                      <a:lnTo>
                        <a:pt x="640" y="687"/>
                      </a:lnTo>
                      <a:lnTo>
                        <a:pt x="633" y="673"/>
                      </a:lnTo>
                      <a:lnTo>
                        <a:pt x="602" y="630"/>
                      </a:lnTo>
                      <a:lnTo>
                        <a:pt x="630" y="604"/>
                      </a:lnTo>
                      <a:lnTo>
                        <a:pt x="674" y="543"/>
                      </a:lnTo>
                      <a:lnTo>
                        <a:pt x="706" y="476"/>
                      </a:lnTo>
                      <a:lnTo>
                        <a:pt x="723" y="399"/>
                      </a:lnTo>
                      <a:lnTo>
                        <a:pt x="725" y="361"/>
                      </a:lnTo>
                      <a:close/>
                      <a:moveTo>
                        <a:pt x="363" y="619"/>
                      </a:moveTo>
                      <a:lnTo>
                        <a:pt x="335" y="619"/>
                      </a:lnTo>
                      <a:lnTo>
                        <a:pt x="285" y="608"/>
                      </a:lnTo>
                      <a:lnTo>
                        <a:pt x="239" y="589"/>
                      </a:lnTo>
                      <a:lnTo>
                        <a:pt x="197" y="561"/>
                      </a:lnTo>
                      <a:lnTo>
                        <a:pt x="161" y="526"/>
                      </a:lnTo>
                      <a:lnTo>
                        <a:pt x="133" y="484"/>
                      </a:lnTo>
                      <a:lnTo>
                        <a:pt x="113" y="438"/>
                      </a:lnTo>
                      <a:lnTo>
                        <a:pt x="103" y="386"/>
                      </a:lnTo>
                      <a:lnTo>
                        <a:pt x="101" y="361"/>
                      </a:lnTo>
                      <a:lnTo>
                        <a:pt x="103" y="328"/>
                      </a:lnTo>
                      <a:lnTo>
                        <a:pt x="120" y="266"/>
                      </a:lnTo>
                      <a:lnTo>
                        <a:pt x="133" y="237"/>
                      </a:lnTo>
                      <a:lnTo>
                        <a:pt x="149" y="211"/>
                      </a:lnTo>
                      <a:lnTo>
                        <a:pt x="188" y="166"/>
                      </a:lnTo>
                      <a:lnTo>
                        <a:pt x="237" y="133"/>
                      </a:lnTo>
                      <a:lnTo>
                        <a:pt x="292" y="110"/>
                      </a:lnTo>
                      <a:lnTo>
                        <a:pt x="322" y="105"/>
                      </a:lnTo>
                      <a:lnTo>
                        <a:pt x="342" y="102"/>
                      </a:lnTo>
                      <a:lnTo>
                        <a:pt x="363" y="100"/>
                      </a:lnTo>
                      <a:lnTo>
                        <a:pt x="381" y="102"/>
                      </a:lnTo>
                      <a:lnTo>
                        <a:pt x="400" y="103"/>
                      </a:lnTo>
                      <a:lnTo>
                        <a:pt x="431" y="109"/>
                      </a:lnTo>
                      <a:lnTo>
                        <a:pt x="487" y="132"/>
                      </a:lnTo>
                      <a:lnTo>
                        <a:pt x="536" y="166"/>
                      </a:lnTo>
                      <a:lnTo>
                        <a:pt x="576" y="211"/>
                      </a:lnTo>
                      <a:lnTo>
                        <a:pt x="592" y="237"/>
                      </a:lnTo>
                      <a:lnTo>
                        <a:pt x="605" y="264"/>
                      </a:lnTo>
                      <a:lnTo>
                        <a:pt x="622" y="328"/>
                      </a:lnTo>
                      <a:lnTo>
                        <a:pt x="624" y="361"/>
                      </a:lnTo>
                      <a:lnTo>
                        <a:pt x="622" y="386"/>
                      </a:lnTo>
                      <a:lnTo>
                        <a:pt x="612" y="438"/>
                      </a:lnTo>
                      <a:lnTo>
                        <a:pt x="592" y="484"/>
                      </a:lnTo>
                      <a:lnTo>
                        <a:pt x="563" y="526"/>
                      </a:lnTo>
                      <a:lnTo>
                        <a:pt x="529" y="561"/>
                      </a:lnTo>
                      <a:lnTo>
                        <a:pt x="487" y="589"/>
                      </a:lnTo>
                      <a:lnTo>
                        <a:pt x="441" y="608"/>
                      </a:lnTo>
                      <a:lnTo>
                        <a:pt x="389" y="619"/>
                      </a:lnTo>
                      <a:lnTo>
                        <a:pt x="363" y="6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" name="Google Shape;327;p8"/>
                <p:cNvSpPr/>
                <p:nvPr/>
              </p:nvSpPr>
              <p:spPr>
                <a:xfrm>
                  <a:off x="4716" y="1006"/>
                  <a:ext cx="7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98" extrusionOk="0">
                      <a:moveTo>
                        <a:pt x="194" y="245"/>
                      </a:moveTo>
                      <a:lnTo>
                        <a:pt x="95" y="183"/>
                      </a:lnTo>
                      <a:lnTo>
                        <a:pt x="91" y="167"/>
                      </a:lnTo>
                      <a:lnTo>
                        <a:pt x="78" y="156"/>
                      </a:lnTo>
                      <a:lnTo>
                        <a:pt x="83" y="31"/>
                      </a:lnTo>
                      <a:lnTo>
                        <a:pt x="82" y="19"/>
                      </a:lnTo>
                      <a:lnTo>
                        <a:pt x="66" y="3"/>
                      </a:lnTo>
                      <a:lnTo>
                        <a:pt x="54" y="0"/>
                      </a:lnTo>
                      <a:lnTo>
                        <a:pt x="43" y="2"/>
                      </a:lnTo>
                      <a:lnTo>
                        <a:pt x="27" y="18"/>
                      </a:lnTo>
                      <a:lnTo>
                        <a:pt x="26" y="29"/>
                      </a:lnTo>
                      <a:lnTo>
                        <a:pt x="20" y="153"/>
                      </a:lnTo>
                      <a:lnTo>
                        <a:pt x="11" y="160"/>
                      </a:lnTo>
                      <a:lnTo>
                        <a:pt x="1" y="180"/>
                      </a:lnTo>
                      <a:lnTo>
                        <a:pt x="0" y="192"/>
                      </a:lnTo>
                      <a:lnTo>
                        <a:pt x="1" y="202"/>
                      </a:lnTo>
                      <a:lnTo>
                        <a:pt x="8" y="219"/>
                      </a:lnTo>
                      <a:lnTo>
                        <a:pt x="21" y="232"/>
                      </a:lnTo>
                      <a:lnTo>
                        <a:pt x="39" y="239"/>
                      </a:lnTo>
                      <a:lnTo>
                        <a:pt x="49" y="241"/>
                      </a:lnTo>
                      <a:lnTo>
                        <a:pt x="59" y="239"/>
                      </a:lnTo>
                      <a:lnTo>
                        <a:pt x="69" y="235"/>
                      </a:lnTo>
                      <a:lnTo>
                        <a:pt x="164" y="294"/>
                      </a:lnTo>
                      <a:lnTo>
                        <a:pt x="171" y="298"/>
                      </a:lnTo>
                      <a:lnTo>
                        <a:pt x="180" y="298"/>
                      </a:lnTo>
                      <a:lnTo>
                        <a:pt x="187" y="298"/>
                      </a:lnTo>
                      <a:lnTo>
                        <a:pt x="199" y="291"/>
                      </a:lnTo>
                      <a:lnTo>
                        <a:pt x="205" y="285"/>
                      </a:lnTo>
                      <a:lnTo>
                        <a:pt x="209" y="274"/>
                      </a:lnTo>
                      <a:lnTo>
                        <a:pt x="203" y="252"/>
                      </a:lnTo>
                      <a:lnTo>
                        <a:pt x="194" y="2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8" name="Google Shape;328;p8"/>
              <p:cNvGrpSpPr/>
              <p:nvPr/>
            </p:nvGrpSpPr>
            <p:grpSpPr>
              <a:xfrm>
                <a:off x="10506302" y="406846"/>
                <a:ext cx="140525" cy="140525"/>
                <a:chOff x="1747" y="423"/>
                <a:chExt cx="575" cy="575"/>
              </a:xfrm>
            </p:grpSpPr>
            <p:sp>
              <p:nvSpPr>
                <p:cNvPr id="329" name="Google Shape;329;p8"/>
                <p:cNvSpPr/>
                <p:nvPr/>
              </p:nvSpPr>
              <p:spPr>
                <a:xfrm>
                  <a:off x="1899" y="577"/>
                  <a:ext cx="271" cy="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811" extrusionOk="0">
                      <a:moveTo>
                        <a:pt x="663" y="0"/>
                      </a:moveTo>
                      <a:lnTo>
                        <a:pt x="148" y="0"/>
                      </a:lnTo>
                      <a:lnTo>
                        <a:pt x="118" y="1"/>
                      </a:lnTo>
                      <a:lnTo>
                        <a:pt x="65" y="24"/>
                      </a:lnTo>
                      <a:lnTo>
                        <a:pt x="24" y="65"/>
                      </a:lnTo>
                      <a:lnTo>
                        <a:pt x="1" y="118"/>
                      </a:lnTo>
                      <a:lnTo>
                        <a:pt x="0" y="148"/>
                      </a:lnTo>
                      <a:lnTo>
                        <a:pt x="0" y="663"/>
                      </a:lnTo>
                      <a:lnTo>
                        <a:pt x="1" y="693"/>
                      </a:lnTo>
                      <a:lnTo>
                        <a:pt x="24" y="746"/>
                      </a:lnTo>
                      <a:lnTo>
                        <a:pt x="65" y="787"/>
                      </a:lnTo>
                      <a:lnTo>
                        <a:pt x="118" y="808"/>
                      </a:lnTo>
                      <a:lnTo>
                        <a:pt x="148" y="811"/>
                      </a:lnTo>
                      <a:lnTo>
                        <a:pt x="663" y="811"/>
                      </a:lnTo>
                      <a:lnTo>
                        <a:pt x="693" y="808"/>
                      </a:lnTo>
                      <a:lnTo>
                        <a:pt x="746" y="787"/>
                      </a:lnTo>
                      <a:lnTo>
                        <a:pt x="787" y="746"/>
                      </a:lnTo>
                      <a:lnTo>
                        <a:pt x="810" y="693"/>
                      </a:lnTo>
                      <a:lnTo>
                        <a:pt x="811" y="663"/>
                      </a:lnTo>
                      <a:lnTo>
                        <a:pt x="811" y="148"/>
                      </a:lnTo>
                      <a:lnTo>
                        <a:pt x="810" y="118"/>
                      </a:lnTo>
                      <a:lnTo>
                        <a:pt x="787" y="65"/>
                      </a:lnTo>
                      <a:lnTo>
                        <a:pt x="746" y="24"/>
                      </a:lnTo>
                      <a:lnTo>
                        <a:pt x="693" y="1"/>
                      </a:lnTo>
                      <a:lnTo>
                        <a:pt x="663" y="0"/>
                      </a:lnTo>
                      <a:close/>
                      <a:moveTo>
                        <a:pt x="405" y="673"/>
                      </a:moveTo>
                      <a:lnTo>
                        <a:pt x="377" y="671"/>
                      </a:lnTo>
                      <a:lnTo>
                        <a:pt x="326" y="661"/>
                      </a:lnTo>
                      <a:lnTo>
                        <a:pt x="278" y="640"/>
                      </a:lnTo>
                      <a:lnTo>
                        <a:pt x="235" y="611"/>
                      </a:lnTo>
                      <a:lnTo>
                        <a:pt x="199" y="575"/>
                      </a:lnTo>
                      <a:lnTo>
                        <a:pt x="170" y="533"/>
                      </a:lnTo>
                      <a:lnTo>
                        <a:pt x="150" y="484"/>
                      </a:lnTo>
                      <a:lnTo>
                        <a:pt x="140" y="432"/>
                      </a:lnTo>
                      <a:lnTo>
                        <a:pt x="138" y="405"/>
                      </a:lnTo>
                      <a:lnTo>
                        <a:pt x="140" y="377"/>
                      </a:lnTo>
                      <a:lnTo>
                        <a:pt x="150" y="326"/>
                      </a:lnTo>
                      <a:lnTo>
                        <a:pt x="170" y="278"/>
                      </a:lnTo>
                      <a:lnTo>
                        <a:pt x="199" y="235"/>
                      </a:lnTo>
                      <a:lnTo>
                        <a:pt x="235" y="199"/>
                      </a:lnTo>
                      <a:lnTo>
                        <a:pt x="278" y="170"/>
                      </a:lnTo>
                      <a:lnTo>
                        <a:pt x="326" y="150"/>
                      </a:lnTo>
                      <a:lnTo>
                        <a:pt x="377" y="138"/>
                      </a:lnTo>
                      <a:lnTo>
                        <a:pt x="405" y="138"/>
                      </a:lnTo>
                      <a:lnTo>
                        <a:pt x="432" y="138"/>
                      </a:lnTo>
                      <a:lnTo>
                        <a:pt x="486" y="150"/>
                      </a:lnTo>
                      <a:lnTo>
                        <a:pt x="533" y="170"/>
                      </a:lnTo>
                      <a:lnTo>
                        <a:pt x="575" y="199"/>
                      </a:lnTo>
                      <a:lnTo>
                        <a:pt x="612" y="235"/>
                      </a:lnTo>
                      <a:lnTo>
                        <a:pt x="641" y="278"/>
                      </a:lnTo>
                      <a:lnTo>
                        <a:pt x="661" y="326"/>
                      </a:lnTo>
                      <a:lnTo>
                        <a:pt x="671" y="377"/>
                      </a:lnTo>
                      <a:lnTo>
                        <a:pt x="673" y="405"/>
                      </a:lnTo>
                      <a:lnTo>
                        <a:pt x="671" y="432"/>
                      </a:lnTo>
                      <a:lnTo>
                        <a:pt x="661" y="484"/>
                      </a:lnTo>
                      <a:lnTo>
                        <a:pt x="641" y="533"/>
                      </a:lnTo>
                      <a:lnTo>
                        <a:pt x="612" y="575"/>
                      </a:lnTo>
                      <a:lnTo>
                        <a:pt x="575" y="611"/>
                      </a:lnTo>
                      <a:lnTo>
                        <a:pt x="533" y="640"/>
                      </a:lnTo>
                      <a:lnTo>
                        <a:pt x="486" y="661"/>
                      </a:lnTo>
                      <a:lnTo>
                        <a:pt x="432" y="671"/>
                      </a:lnTo>
                      <a:lnTo>
                        <a:pt x="405" y="673"/>
                      </a:lnTo>
                      <a:close/>
                      <a:moveTo>
                        <a:pt x="682" y="193"/>
                      </a:moveTo>
                      <a:lnTo>
                        <a:pt x="669" y="193"/>
                      </a:lnTo>
                      <a:lnTo>
                        <a:pt x="646" y="183"/>
                      </a:lnTo>
                      <a:lnTo>
                        <a:pt x="628" y="166"/>
                      </a:lnTo>
                      <a:lnTo>
                        <a:pt x="620" y="143"/>
                      </a:lnTo>
                      <a:lnTo>
                        <a:pt x="618" y="130"/>
                      </a:lnTo>
                      <a:lnTo>
                        <a:pt x="620" y="117"/>
                      </a:lnTo>
                      <a:lnTo>
                        <a:pt x="628" y="95"/>
                      </a:lnTo>
                      <a:lnTo>
                        <a:pt x="646" y="78"/>
                      </a:lnTo>
                      <a:lnTo>
                        <a:pt x="669" y="68"/>
                      </a:lnTo>
                      <a:lnTo>
                        <a:pt x="682" y="66"/>
                      </a:lnTo>
                      <a:lnTo>
                        <a:pt x="695" y="68"/>
                      </a:lnTo>
                      <a:lnTo>
                        <a:pt x="716" y="78"/>
                      </a:lnTo>
                      <a:lnTo>
                        <a:pt x="733" y="95"/>
                      </a:lnTo>
                      <a:lnTo>
                        <a:pt x="744" y="117"/>
                      </a:lnTo>
                      <a:lnTo>
                        <a:pt x="745" y="130"/>
                      </a:lnTo>
                      <a:lnTo>
                        <a:pt x="744" y="143"/>
                      </a:lnTo>
                      <a:lnTo>
                        <a:pt x="733" y="166"/>
                      </a:lnTo>
                      <a:lnTo>
                        <a:pt x="716" y="183"/>
                      </a:lnTo>
                      <a:lnTo>
                        <a:pt x="695" y="193"/>
                      </a:lnTo>
                      <a:lnTo>
                        <a:pt x="682" y="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" name="Google Shape;330;p8"/>
                <p:cNvSpPr/>
                <p:nvPr/>
              </p:nvSpPr>
              <p:spPr>
                <a:xfrm>
                  <a:off x="1983" y="660"/>
                  <a:ext cx="103" cy="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" h="308" extrusionOk="0">
                      <a:moveTo>
                        <a:pt x="154" y="0"/>
                      </a:moveTo>
                      <a:lnTo>
                        <a:pt x="124" y="3"/>
                      </a:lnTo>
                      <a:lnTo>
                        <a:pt x="67" y="26"/>
                      </a:lnTo>
                      <a:lnTo>
                        <a:pt x="26" y="67"/>
                      </a:lnTo>
                      <a:lnTo>
                        <a:pt x="3" y="122"/>
                      </a:lnTo>
                      <a:lnTo>
                        <a:pt x="0" y="154"/>
                      </a:lnTo>
                      <a:lnTo>
                        <a:pt x="3" y="185"/>
                      </a:lnTo>
                      <a:lnTo>
                        <a:pt x="26" y="240"/>
                      </a:lnTo>
                      <a:lnTo>
                        <a:pt x="67" y="283"/>
                      </a:lnTo>
                      <a:lnTo>
                        <a:pt x="124" y="307"/>
                      </a:lnTo>
                      <a:lnTo>
                        <a:pt x="154" y="308"/>
                      </a:lnTo>
                      <a:lnTo>
                        <a:pt x="186" y="307"/>
                      </a:lnTo>
                      <a:lnTo>
                        <a:pt x="242" y="283"/>
                      </a:lnTo>
                      <a:lnTo>
                        <a:pt x="284" y="240"/>
                      </a:lnTo>
                      <a:lnTo>
                        <a:pt x="307" y="185"/>
                      </a:lnTo>
                      <a:lnTo>
                        <a:pt x="308" y="154"/>
                      </a:lnTo>
                      <a:lnTo>
                        <a:pt x="307" y="122"/>
                      </a:lnTo>
                      <a:lnTo>
                        <a:pt x="284" y="67"/>
                      </a:lnTo>
                      <a:lnTo>
                        <a:pt x="242" y="26"/>
                      </a:lnTo>
                      <a:lnTo>
                        <a:pt x="186" y="3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" name="Google Shape;331;p8"/>
                <p:cNvSpPr/>
                <p:nvPr/>
              </p:nvSpPr>
              <p:spPr>
                <a:xfrm>
                  <a:off x="1747" y="423"/>
                  <a:ext cx="575" cy="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725" extrusionOk="0">
                      <a:moveTo>
                        <a:pt x="862" y="0"/>
                      </a:moveTo>
                      <a:lnTo>
                        <a:pt x="819" y="2"/>
                      </a:lnTo>
                      <a:lnTo>
                        <a:pt x="731" y="10"/>
                      </a:lnTo>
                      <a:lnTo>
                        <a:pt x="647" y="28"/>
                      </a:lnTo>
                      <a:lnTo>
                        <a:pt x="566" y="52"/>
                      </a:lnTo>
                      <a:lnTo>
                        <a:pt x="489" y="85"/>
                      </a:lnTo>
                      <a:lnTo>
                        <a:pt x="415" y="126"/>
                      </a:lnTo>
                      <a:lnTo>
                        <a:pt x="346" y="172"/>
                      </a:lnTo>
                      <a:lnTo>
                        <a:pt x="282" y="225"/>
                      </a:lnTo>
                      <a:lnTo>
                        <a:pt x="223" y="283"/>
                      </a:lnTo>
                      <a:lnTo>
                        <a:pt x="172" y="346"/>
                      </a:lnTo>
                      <a:lnTo>
                        <a:pt x="124" y="415"/>
                      </a:lnTo>
                      <a:lnTo>
                        <a:pt x="85" y="489"/>
                      </a:lnTo>
                      <a:lnTo>
                        <a:pt x="52" y="567"/>
                      </a:lnTo>
                      <a:lnTo>
                        <a:pt x="27" y="647"/>
                      </a:lnTo>
                      <a:lnTo>
                        <a:pt x="10" y="731"/>
                      </a:lnTo>
                      <a:lnTo>
                        <a:pt x="1" y="819"/>
                      </a:lnTo>
                      <a:lnTo>
                        <a:pt x="0" y="863"/>
                      </a:lnTo>
                      <a:lnTo>
                        <a:pt x="1" y="907"/>
                      </a:lnTo>
                      <a:lnTo>
                        <a:pt x="10" y="994"/>
                      </a:lnTo>
                      <a:lnTo>
                        <a:pt x="27" y="1078"/>
                      </a:lnTo>
                      <a:lnTo>
                        <a:pt x="52" y="1159"/>
                      </a:lnTo>
                      <a:lnTo>
                        <a:pt x="85" y="1237"/>
                      </a:lnTo>
                      <a:lnTo>
                        <a:pt x="124" y="1310"/>
                      </a:lnTo>
                      <a:lnTo>
                        <a:pt x="172" y="1379"/>
                      </a:lnTo>
                      <a:lnTo>
                        <a:pt x="223" y="1443"/>
                      </a:lnTo>
                      <a:lnTo>
                        <a:pt x="282" y="1502"/>
                      </a:lnTo>
                      <a:lnTo>
                        <a:pt x="346" y="1553"/>
                      </a:lnTo>
                      <a:lnTo>
                        <a:pt x="415" y="1601"/>
                      </a:lnTo>
                      <a:lnTo>
                        <a:pt x="489" y="1640"/>
                      </a:lnTo>
                      <a:lnTo>
                        <a:pt x="566" y="1673"/>
                      </a:lnTo>
                      <a:lnTo>
                        <a:pt x="647" y="1698"/>
                      </a:lnTo>
                      <a:lnTo>
                        <a:pt x="731" y="1715"/>
                      </a:lnTo>
                      <a:lnTo>
                        <a:pt x="819" y="1724"/>
                      </a:lnTo>
                      <a:lnTo>
                        <a:pt x="862" y="1725"/>
                      </a:lnTo>
                      <a:lnTo>
                        <a:pt x="907" y="1724"/>
                      </a:lnTo>
                      <a:lnTo>
                        <a:pt x="994" y="1715"/>
                      </a:lnTo>
                      <a:lnTo>
                        <a:pt x="1078" y="1698"/>
                      </a:lnTo>
                      <a:lnTo>
                        <a:pt x="1159" y="1673"/>
                      </a:lnTo>
                      <a:lnTo>
                        <a:pt x="1237" y="1640"/>
                      </a:lnTo>
                      <a:lnTo>
                        <a:pt x="1310" y="1601"/>
                      </a:lnTo>
                      <a:lnTo>
                        <a:pt x="1379" y="1553"/>
                      </a:lnTo>
                      <a:lnTo>
                        <a:pt x="1443" y="1502"/>
                      </a:lnTo>
                      <a:lnTo>
                        <a:pt x="1500" y="1443"/>
                      </a:lnTo>
                      <a:lnTo>
                        <a:pt x="1554" y="1379"/>
                      </a:lnTo>
                      <a:lnTo>
                        <a:pt x="1600" y="1310"/>
                      </a:lnTo>
                      <a:lnTo>
                        <a:pt x="1640" y="1237"/>
                      </a:lnTo>
                      <a:lnTo>
                        <a:pt x="1673" y="1159"/>
                      </a:lnTo>
                      <a:lnTo>
                        <a:pt x="1698" y="1078"/>
                      </a:lnTo>
                      <a:lnTo>
                        <a:pt x="1715" y="994"/>
                      </a:lnTo>
                      <a:lnTo>
                        <a:pt x="1724" y="907"/>
                      </a:lnTo>
                      <a:lnTo>
                        <a:pt x="1725" y="863"/>
                      </a:lnTo>
                      <a:lnTo>
                        <a:pt x="1724" y="819"/>
                      </a:lnTo>
                      <a:lnTo>
                        <a:pt x="1715" y="731"/>
                      </a:lnTo>
                      <a:lnTo>
                        <a:pt x="1698" y="647"/>
                      </a:lnTo>
                      <a:lnTo>
                        <a:pt x="1673" y="567"/>
                      </a:lnTo>
                      <a:lnTo>
                        <a:pt x="1640" y="489"/>
                      </a:lnTo>
                      <a:lnTo>
                        <a:pt x="1600" y="415"/>
                      </a:lnTo>
                      <a:lnTo>
                        <a:pt x="1554" y="346"/>
                      </a:lnTo>
                      <a:lnTo>
                        <a:pt x="1500" y="283"/>
                      </a:lnTo>
                      <a:lnTo>
                        <a:pt x="1443" y="225"/>
                      </a:lnTo>
                      <a:lnTo>
                        <a:pt x="1379" y="172"/>
                      </a:lnTo>
                      <a:lnTo>
                        <a:pt x="1310" y="126"/>
                      </a:lnTo>
                      <a:lnTo>
                        <a:pt x="1237" y="85"/>
                      </a:lnTo>
                      <a:lnTo>
                        <a:pt x="1159" y="52"/>
                      </a:lnTo>
                      <a:lnTo>
                        <a:pt x="1078" y="28"/>
                      </a:lnTo>
                      <a:lnTo>
                        <a:pt x="994" y="10"/>
                      </a:lnTo>
                      <a:lnTo>
                        <a:pt x="907" y="2"/>
                      </a:lnTo>
                      <a:lnTo>
                        <a:pt x="862" y="0"/>
                      </a:lnTo>
                      <a:close/>
                      <a:moveTo>
                        <a:pt x="1381" y="1123"/>
                      </a:moveTo>
                      <a:lnTo>
                        <a:pt x="1381" y="1149"/>
                      </a:lnTo>
                      <a:lnTo>
                        <a:pt x="1369" y="1201"/>
                      </a:lnTo>
                      <a:lnTo>
                        <a:pt x="1350" y="1247"/>
                      </a:lnTo>
                      <a:lnTo>
                        <a:pt x="1322" y="1288"/>
                      </a:lnTo>
                      <a:lnTo>
                        <a:pt x="1286" y="1324"/>
                      </a:lnTo>
                      <a:lnTo>
                        <a:pt x="1244" y="1352"/>
                      </a:lnTo>
                      <a:lnTo>
                        <a:pt x="1198" y="1372"/>
                      </a:lnTo>
                      <a:lnTo>
                        <a:pt x="1146" y="1383"/>
                      </a:lnTo>
                      <a:lnTo>
                        <a:pt x="1120" y="1383"/>
                      </a:lnTo>
                      <a:lnTo>
                        <a:pt x="605" y="1383"/>
                      </a:lnTo>
                      <a:lnTo>
                        <a:pt x="578" y="1383"/>
                      </a:lnTo>
                      <a:lnTo>
                        <a:pt x="527" y="1372"/>
                      </a:lnTo>
                      <a:lnTo>
                        <a:pt x="480" y="1352"/>
                      </a:lnTo>
                      <a:lnTo>
                        <a:pt x="438" y="1324"/>
                      </a:lnTo>
                      <a:lnTo>
                        <a:pt x="404" y="1288"/>
                      </a:lnTo>
                      <a:lnTo>
                        <a:pt x="375" y="1247"/>
                      </a:lnTo>
                      <a:lnTo>
                        <a:pt x="355" y="1201"/>
                      </a:lnTo>
                      <a:lnTo>
                        <a:pt x="344" y="1149"/>
                      </a:lnTo>
                      <a:lnTo>
                        <a:pt x="343" y="1123"/>
                      </a:lnTo>
                      <a:lnTo>
                        <a:pt x="343" y="608"/>
                      </a:lnTo>
                      <a:lnTo>
                        <a:pt x="344" y="581"/>
                      </a:lnTo>
                      <a:lnTo>
                        <a:pt x="355" y="531"/>
                      </a:lnTo>
                      <a:lnTo>
                        <a:pt x="375" y="483"/>
                      </a:lnTo>
                      <a:lnTo>
                        <a:pt x="404" y="441"/>
                      </a:lnTo>
                      <a:lnTo>
                        <a:pt x="438" y="407"/>
                      </a:lnTo>
                      <a:lnTo>
                        <a:pt x="480" y="378"/>
                      </a:lnTo>
                      <a:lnTo>
                        <a:pt x="527" y="358"/>
                      </a:lnTo>
                      <a:lnTo>
                        <a:pt x="578" y="348"/>
                      </a:lnTo>
                      <a:lnTo>
                        <a:pt x="605" y="346"/>
                      </a:lnTo>
                      <a:lnTo>
                        <a:pt x="1120" y="346"/>
                      </a:lnTo>
                      <a:lnTo>
                        <a:pt x="1146" y="348"/>
                      </a:lnTo>
                      <a:lnTo>
                        <a:pt x="1198" y="358"/>
                      </a:lnTo>
                      <a:lnTo>
                        <a:pt x="1244" y="378"/>
                      </a:lnTo>
                      <a:lnTo>
                        <a:pt x="1286" y="407"/>
                      </a:lnTo>
                      <a:lnTo>
                        <a:pt x="1322" y="441"/>
                      </a:lnTo>
                      <a:lnTo>
                        <a:pt x="1350" y="483"/>
                      </a:lnTo>
                      <a:lnTo>
                        <a:pt x="1369" y="531"/>
                      </a:lnTo>
                      <a:lnTo>
                        <a:pt x="1381" y="581"/>
                      </a:lnTo>
                      <a:lnTo>
                        <a:pt x="1381" y="608"/>
                      </a:lnTo>
                      <a:lnTo>
                        <a:pt x="1381" y="112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32" name="Google Shape;332;p8"/>
              <p:cNvSpPr/>
              <p:nvPr/>
            </p:nvSpPr>
            <p:spPr>
              <a:xfrm rot="5400000">
                <a:off x="11360858" y="343758"/>
                <a:ext cx="140525" cy="26670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617" extrusionOk="0">
                    <a:moveTo>
                      <a:pt x="711" y="92"/>
                    </a:moveTo>
                    <a:lnTo>
                      <a:pt x="586" y="92"/>
                    </a:lnTo>
                    <a:lnTo>
                      <a:pt x="586" y="0"/>
                    </a:lnTo>
                    <a:lnTo>
                      <a:pt x="258" y="0"/>
                    </a:lnTo>
                    <a:lnTo>
                      <a:pt x="258" y="92"/>
                    </a:lnTo>
                    <a:lnTo>
                      <a:pt x="140" y="92"/>
                    </a:lnTo>
                    <a:lnTo>
                      <a:pt x="111" y="95"/>
                    </a:lnTo>
                    <a:lnTo>
                      <a:pt x="61" y="117"/>
                    </a:lnTo>
                    <a:lnTo>
                      <a:pt x="23" y="154"/>
                    </a:lnTo>
                    <a:lnTo>
                      <a:pt x="1" y="205"/>
                    </a:lnTo>
                    <a:lnTo>
                      <a:pt x="0" y="233"/>
                    </a:lnTo>
                    <a:lnTo>
                      <a:pt x="0" y="1477"/>
                    </a:lnTo>
                    <a:lnTo>
                      <a:pt x="1" y="1506"/>
                    </a:lnTo>
                    <a:lnTo>
                      <a:pt x="23" y="1556"/>
                    </a:lnTo>
                    <a:lnTo>
                      <a:pt x="61" y="1594"/>
                    </a:lnTo>
                    <a:lnTo>
                      <a:pt x="111" y="1615"/>
                    </a:lnTo>
                    <a:lnTo>
                      <a:pt x="140" y="1617"/>
                    </a:lnTo>
                    <a:lnTo>
                      <a:pt x="711" y="1617"/>
                    </a:lnTo>
                    <a:lnTo>
                      <a:pt x="740" y="1615"/>
                    </a:lnTo>
                    <a:lnTo>
                      <a:pt x="790" y="1594"/>
                    </a:lnTo>
                    <a:lnTo>
                      <a:pt x="828" y="1556"/>
                    </a:lnTo>
                    <a:lnTo>
                      <a:pt x="850" y="1506"/>
                    </a:lnTo>
                    <a:lnTo>
                      <a:pt x="851" y="1477"/>
                    </a:lnTo>
                    <a:lnTo>
                      <a:pt x="851" y="233"/>
                    </a:lnTo>
                    <a:lnTo>
                      <a:pt x="850" y="205"/>
                    </a:lnTo>
                    <a:lnTo>
                      <a:pt x="828" y="154"/>
                    </a:lnTo>
                    <a:lnTo>
                      <a:pt x="790" y="117"/>
                    </a:lnTo>
                    <a:lnTo>
                      <a:pt x="740" y="95"/>
                    </a:lnTo>
                    <a:lnTo>
                      <a:pt x="711" y="92"/>
                    </a:lnTo>
                    <a:close/>
                    <a:moveTo>
                      <a:pt x="757" y="1477"/>
                    </a:moveTo>
                    <a:lnTo>
                      <a:pt x="757" y="1487"/>
                    </a:lnTo>
                    <a:lnTo>
                      <a:pt x="750" y="1503"/>
                    </a:lnTo>
                    <a:lnTo>
                      <a:pt x="737" y="1516"/>
                    </a:lnTo>
                    <a:lnTo>
                      <a:pt x="721" y="1523"/>
                    </a:lnTo>
                    <a:lnTo>
                      <a:pt x="711" y="1525"/>
                    </a:lnTo>
                    <a:lnTo>
                      <a:pt x="140" y="1525"/>
                    </a:lnTo>
                    <a:lnTo>
                      <a:pt x="131" y="1523"/>
                    </a:lnTo>
                    <a:lnTo>
                      <a:pt x="114" y="1516"/>
                    </a:lnTo>
                    <a:lnTo>
                      <a:pt x="101" y="1503"/>
                    </a:lnTo>
                    <a:lnTo>
                      <a:pt x="94" y="1487"/>
                    </a:lnTo>
                    <a:lnTo>
                      <a:pt x="94" y="1477"/>
                    </a:lnTo>
                    <a:lnTo>
                      <a:pt x="94" y="233"/>
                    </a:lnTo>
                    <a:lnTo>
                      <a:pt x="94" y="223"/>
                    </a:lnTo>
                    <a:lnTo>
                      <a:pt x="101" y="206"/>
                    </a:lnTo>
                    <a:lnTo>
                      <a:pt x="114" y="194"/>
                    </a:lnTo>
                    <a:lnTo>
                      <a:pt x="131" y="187"/>
                    </a:lnTo>
                    <a:lnTo>
                      <a:pt x="140" y="186"/>
                    </a:lnTo>
                    <a:lnTo>
                      <a:pt x="711" y="186"/>
                    </a:lnTo>
                    <a:lnTo>
                      <a:pt x="721" y="187"/>
                    </a:lnTo>
                    <a:lnTo>
                      <a:pt x="737" y="194"/>
                    </a:lnTo>
                    <a:lnTo>
                      <a:pt x="750" y="206"/>
                    </a:lnTo>
                    <a:lnTo>
                      <a:pt x="757" y="223"/>
                    </a:lnTo>
                    <a:lnTo>
                      <a:pt x="757" y="233"/>
                    </a:lnTo>
                    <a:lnTo>
                      <a:pt x="757" y="1477"/>
                    </a:lnTo>
                    <a:close/>
                    <a:moveTo>
                      <a:pt x="707" y="1468"/>
                    </a:moveTo>
                    <a:lnTo>
                      <a:pt x="144" y="1468"/>
                    </a:lnTo>
                    <a:lnTo>
                      <a:pt x="144" y="1264"/>
                    </a:lnTo>
                    <a:lnTo>
                      <a:pt x="707" y="1264"/>
                    </a:lnTo>
                    <a:lnTo>
                      <a:pt x="707" y="1468"/>
                    </a:lnTo>
                    <a:close/>
                    <a:moveTo>
                      <a:pt x="707" y="1213"/>
                    </a:moveTo>
                    <a:lnTo>
                      <a:pt x="144" y="1213"/>
                    </a:lnTo>
                    <a:lnTo>
                      <a:pt x="144" y="1009"/>
                    </a:lnTo>
                    <a:lnTo>
                      <a:pt x="707" y="1009"/>
                    </a:lnTo>
                    <a:lnTo>
                      <a:pt x="707" y="1213"/>
                    </a:lnTo>
                    <a:close/>
                    <a:moveTo>
                      <a:pt x="707" y="958"/>
                    </a:moveTo>
                    <a:lnTo>
                      <a:pt x="144" y="958"/>
                    </a:lnTo>
                    <a:lnTo>
                      <a:pt x="144" y="754"/>
                    </a:lnTo>
                    <a:lnTo>
                      <a:pt x="707" y="754"/>
                    </a:lnTo>
                    <a:lnTo>
                      <a:pt x="707" y="958"/>
                    </a:lnTo>
                    <a:close/>
                    <a:moveTo>
                      <a:pt x="707" y="703"/>
                    </a:moveTo>
                    <a:lnTo>
                      <a:pt x="144" y="703"/>
                    </a:lnTo>
                    <a:lnTo>
                      <a:pt x="144" y="499"/>
                    </a:lnTo>
                    <a:lnTo>
                      <a:pt x="707" y="499"/>
                    </a:lnTo>
                    <a:lnTo>
                      <a:pt x="707" y="703"/>
                    </a:lnTo>
                    <a:close/>
                    <a:moveTo>
                      <a:pt x="707" y="448"/>
                    </a:moveTo>
                    <a:lnTo>
                      <a:pt x="144" y="448"/>
                    </a:lnTo>
                    <a:lnTo>
                      <a:pt x="144" y="243"/>
                    </a:lnTo>
                    <a:lnTo>
                      <a:pt x="707" y="243"/>
                    </a:lnTo>
                    <a:lnTo>
                      <a:pt x="707" y="4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8"/>
              <p:cNvSpPr/>
              <p:nvPr/>
            </p:nvSpPr>
            <p:spPr>
              <a:xfrm>
                <a:off x="10885020" y="369386"/>
                <a:ext cx="454304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100%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10212196" y="406846"/>
                <a:ext cx="17980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293" extrusionOk="0">
                    <a:moveTo>
                      <a:pt x="2747" y="3607"/>
                    </a:moveTo>
                    <a:lnTo>
                      <a:pt x="2711" y="3609"/>
                    </a:lnTo>
                    <a:lnTo>
                      <a:pt x="2645" y="3622"/>
                    </a:lnTo>
                    <a:lnTo>
                      <a:pt x="2583" y="3649"/>
                    </a:lnTo>
                    <a:lnTo>
                      <a:pt x="2528" y="3685"/>
                    </a:lnTo>
                    <a:lnTo>
                      <a:pt x="2481" y="3733"/>
                    </a:lnTo>
                    <a:lnTo>
                      <a:pt x="2443" y="3787"/>
                    </a:lnTo>
                    <a:lnTo>
                      <a:pt x="2417" y="3848"/>
                    </a:lnTo>
                    <a:lnTo>
                      <a:pt x="2403" y="3916"/>
                    </a:lnTo>
                    <a:lnTo>
                      <a:pt x="2403" y="3950"/>
                    </a:lnTo>
                    <a:lnTo>
                      <a:pt x="2403" y="3986"/>
                    </a:lnTo>
                    <a:lnTo>
                      <a:pt x="2417" y="4052"/>
                    </a:lnTo>
                    <a:lnTo>
                      <a:pt x="2443" y="4114"/>
                    </a:lnTo>
                    <a:lnTo>
                      <a:pt x="2481" y="4169"/>
                    </a:lnTo>
                    <a:lnTo>
                      <a:pt x="2527" y="4215"/>
                    </a:lnTo>
                    <a:lnTo>
                      <a:pt x="2583" y="4253"/>
                    </a:lnTo>
                    <a:lnTo>
                      <a:pt x="2645" y="4279"/>
                    </a:lnTo>
                    <a:lnTo>
                      <a:pt x="2711" y="4293"/>
                    </a:lnTo>
                    <a:lnTo>
                      <a:pt x="2747" y="4293"/>
                    </a:lnTo>
                    <a:lnTo>
                      <a:pt x="2783" y="4293"/>
                    </a:lnTo>
                    <a:lnTo>
                      <a:pt x="2849" y="4279"/>
                    </a:lnTo>
                    <a:lnTo>
                      <a:pt x="2911" y="4253"/>
                    </a:lnTo>
                    <a:lnTo>
                      <a:pt x="2966" y="4215"/>
                    </a:lnTo>
                    <a:lnTo>
                      <a:pt x="3013" y="4169"/>
                    </a:lnTo>
                    <a:lnTo>
                      <a:pt x="3051" y="4114"/>
                    </a:lnTo>
                    <a:lnTo>
                      <a:pt x="3077" y="4052"/>
                    </a:lnTo>
                    <a:lnTo>
                      <a:pt x="3090" y="3986"/>
                    </a:lnTo>
                    <a:lnTo>
                      <a:pt x="3091" y="3950"/>
                    </a:lnTo>
                    <a:lnTo>
                      <a:pt x="3090" y="3916"/>
                    </a:lnTo>
                    <a:lnTo>
                      <a:pt x="3077" y="3848"/>
                    </a:lnTo>
                    <a:lnTo>
                      <a:pt x="3051" y="3787"/>
                    </a:lnTo>
                    <a:lnTo>
                      <a:pt x="3013" y="3733"/>
                    </a:lnTo>
                    <a:lnTo>
                      <a:pt x="2966" y="3685"/>
                    </a:lnTo>
                    <a:lnTo>
                      <a:pt x="2911" y="3648"/>
                    </a:lnTo>
                    <a:lnTo>
                      <a:pt x="2849" y="3622"/>
                    </a:lnTo>
                    <a:lnTo>
                      <a:pt x="2783" y="3609"/>
                    </a:lnTo>
                    <a:lnTo>
                      <a:pt x="2747" y="3607"/>
                    </a:lnTo>
                    <a:close/>
                    <a:moveTo>
                      <a:pt x="5399" y="1030"/>
                    </a:moveTo>
                    <a:lnTo>
                      <a:pt x="5332" y="968"/>
                    </a:lnTo>
                    <a:lnTo>
                      <a:pt x="5194" y="852"/>
                    </a:lnTo>
                    <a:lnTo>
                      <a:pt x="5050" y="741"/>
                    </a:lnTo>
                    <a:lnTo>
                      <a:pt x="4902" y="638"/>
                    </a:lnTo>
                    <a:lnTo>
                      <a:pt x="4749" y="542"/>
                    </a:lnTo>
                    <a:lnTo>
                      <a:pt x="4592" y="454"/>
                    </a:lnTo>
                    <a:lnTo>
                      <a:pt x="4431" y="373"/>
                    </a:lnTo>
                    <a:lnTo>
                      <a:pt x="4266" y="300"/>
                    </a:lnTo>
                    <a:lnTo>
                      <a:pt x="4098" y="235"/>
                    </a:lnTo>
                    <a:lnTo>
                      <a:pt x="3927" y="178"/>
                    </a:lnTo>
                    <a:lnTo>
                      <a:pt x="3751" y="127"/>
                    </a:lnTo>
                    <a:lnTo>
                      <a:pt x="3574" y="85"/>
                    </a:lnTo>
                    <a:lnTo>
                      <a:pt x="3394" y="52"/>
                    </a:lnTo>
                    <a:lnTo>
                      <a:pt x="3211" y="26"/>
                    </a:lnTo>
                    <a:lnTo>
                      <a:pt x="3026" y="10"/>
                    </a:lnTo>
                    <a:lnTo>
                      <a:pt x="2839" y="2"/>
                    </a:lnTo>
                    <a:lnTo>
                      <a:pt x="2746" y="0"/>
                    </a:lnTo>
                    <a:lnTo>
                      <a:pt x="2652" y="2"/>
                    </a:lnTo>
                    <a:lnTo>
                      <a:pt x="2466" y="10"/>
                    </a:lnTo>
                    <a:lnTo>
                      <a:pt x="2282" y="26"/>
                    </a:lnTo>
                    <a:lnTo>
                      <a:pt x="2099" y="52"/>
                    </a:lnTo>
                    <a:lnTo>
                      <a:pt x="1919" y="85"/>
                    </a:lnTo>
                    <a:lnTo>
                      <a:pt x="1740" y="127"/>
                    </a:lnTo>
                    <a:lnTo>
                      <a:pt x="1566" y="178"/>
                    </a:lnTo>
                    <a:lnTo>
                      <a:pt x="1395" y="235"/>
                    </a:lnTo>
                    <a:lnTo>
                      <a:pt x="1226" y="300"/>
                    </a:lnTo>
                    <a:lnTo>
                      <a:pt x="1060" y="373"/>
                    </a:lnTo>
                    <a:lnTo>
                      <a:pt x="899" y="454"/>
                    </a:lnTo>
                    <a:lnTo>
                      <a:pt x="742" y="542"/>
                    </a:lnTo>
                    <a:lnTo>
                      <a:pt x="590" y="638"/>
                    </a:lnTo>
                    <a:lnTo>
                      <a:pt x="441" y="741"/>
                    </a:lnTo>
                    <a:lnTo>
                      <a:pt x="299" y="852"/>
                    </a:lnTo>
                    <a:lnTo>
                      <a:pt x="160" y="970"/>
                    </a:lnTo>
                    <a:lnTo>
                      <a:pt x="93" y="1030"/>
                    </a:lnTo>
                    <a:lnTo>
                      <a:pt x="71" y="1053"/>
                    </a:lnTo>
                    <a:lnTo>
                      <a:pt x="35" y="1104"/>
                    </a:lnTo>
                    <a:lnTo>
                      <a:pt x="12" y="1157"/>
                    </a:lnTo>
                    <a:lnTo>
                      <a:pt x="0" y="1215"/>
                    </a:lnTo>
                    <a:lnTo>
                      <a:pt x="0" y="1272"/>
                    </a:lnTo>
                    <a:lnTo>
                      <a:pt x="12" y="1328"/>
                    </a:lnTo>
                    <a:lnTo>
                      <a:pt x="35" y="1383"/>
                    </a:lnTo>
                    <a:lnTo>
                      <a:pt x="71" y="1432"/>
                    </a:lnTo>
                    <a:lnTo>
                      <a:pt x="93" y="1455"/>
                    </a:lnTo>
                    <a:lnTo>
                      <a:pt x="117" y="1477"/>
                    </a:lnTo>
                    <a:lnTo>
                      <a:pt x="170" y="1510"/>
                    </a:lnTo>
                    <a:lnTo>
                      <a:pt x="228" y="1532"/>
                    </a:lnTo>
                    <a:lnTo>
                      <a:pt x="288" y="1543"/>
                    </a:lnTo>
                    <a:lnTo>
                      <a:pt x="319" y="1543"/>
                    </a:lnTo>
                    <a:lnTo>
                      <a:pt x="350" y="1543"/>
                    </a:lnTo>
                    <a:lnTo>
                      <a:pt x="411" y="1532"/>
                    </a:lnTo>
                    <a:lnTo>
                      <a:pt x="469" y="1510"/>
                    </a:lnTo>
                    <a:lnTo>
                      <a:pt x="522" y="1477"/>
                    </a:lnTo>
                    <a:lnTo>
                      <a:pt x="546" y="1455"/>
                    </a:lnTo>
                    <a:lnTo>
                      <a:pt x="601" y="1405"/>
                    </a:lnTo>
                    <a:lnTo>
                      <a:pt x="716" y="1308"/>
                    </a:lnTo>
                    <a:lnTo>
                      <a:pt x="834" y="1218"/>
                    </a:lnTo>
                    <a:lnTo>
                      <a:pt x="958" y="1134"/>
                    </a:lnTo>
                    <a:lnTo>
                      <a:pt x="1085" y="1056"/>
                    </a:lnTo>
                    <a:lnTo>
                      <a:pt x="1215" y="986"/>
                    </a:lnTo>
                    <a:lnTo>
                      <a:pt x="1349" y="922"/>
                    </a:lnTo>
                    <a:lnTo>
                      <a:pt x="1485" y="865"/>
                    </a:lnTo>
                    <a:lnTo>
                      <a:pt x="1625" y="813"/>
                    </a:lnTo>
                    <a:lnTo>
                      <a:pt x="1768" y="768"/>
                    </a:lnTo>
                    <a:lnTo>
                      <a:pt x="1985" y="712"/>
                    </a:lnTo>
                    <a:lnTo>
                      <a:pt x="2285" y="662"/>
                    </a:lnTo>
                    <a:lnTo>
                      <a:pt x="2590" y="636"/>
                    </a:lnTo>
                    <a:lnTo>
                      <a:pt x="2746" y="633"/>
                    </a:lnTo>
                    <a:lnTo>
                      <a:pt x="2901" y="636"/>
                    </a:lnTo>
                    <a:lnTo>
                      <a:pt x="3208" y="662"/>
                    </a:lnTo>
                    <a:lnTo>
                      <a:pt x="3506" y="712"/>
                    </a:lnTo>
                    <a:lnTo>
                      <a:pt x="3725" y="768"/>
                    </a:lnTo>
                    <a:lnTo>
                      <a:pt x="3868" y="813"/>
                    </a:lnTo>
                    <a:lnTo>
                      <a:pt x="4007" y="865"/>
                    </a:lnTo>
                    <a:lnTo>
                      <a:pt x="4144" y="922"/>
                    </a:lnTo>
                    <a:lnTo>
                      <a:pt x="4277" y="986"/>
                    </a:lnTo>
                    <a:lnTo>
                      <a:pt x="4408" y="1056"/>
                    </a:lnTo>
                    <a:lnTo>
                      <a:pt x="4534" y="1134"/>
                    </a:lnTo>
                    <a:lnTo>
                      <a:pt x="4657" y="1218"/>
                    </a:lnTo>
                    <a:lnTo>
                      <a:pt x="4776" y="1307"/>
                    </a:lnTo>
                    <a:lnTo>
                      <a:pt x="4890" y="1403"/>
                    </a:lnTo>
                    <a:lnTo>
                      <a:pt x="4946" y="1455"/>
                    </a:lnTo>
                    <a:lnTo>
                      <a:pt x="4969" y="1477"/>
                    </a:lnTo>
                    <a:lnTo>
                      <a:pt x="5023" y="1509"/>
                    </a:lnTo>
                    <a:lnTo>
                      <a:pt x="5082" y="1532"/>
                    </a:lnTo>
                    <a:lnTo>
                      <a:pt x="5142" y="1542"/>
                    </a:lnTo>
                    <a:lnTo>
                      <a:pt x="5203" y="1542"/>
                    </a:lnTo>
                    <a:lnTo>
                      <a:pt x="5263" y="1532"/>
                    </a:lnTo>
                    <a:lnTo>
                      <a:pt x="5322" y="1509"/>
                    </a:lnTo>
                    <a:lnTo>
                      <a:pt x="5375" y="1477"/>
                    </a:lnTo>
                    <a:lnTo>
                      <a:pt x="5399" y="1455"/>
                    </a:lnTo>
                    <a:lnTo>
                      <a:pt x="5422" y="1432"/>
                    </a:lnTo>
                    <a:lnTo>
                      <a:pt x="5456" y="1383"/>
                    </a:lnTo>
                    <a:lnTo>
                      <a:pt x="5481" y="1328"/>
                    </a:lnTo>
                    <a:lnTo>
                      <a:pt x="5492" y="1272"/>
                    </a:lnTo>
                    <a:lnTo>
                      <a:pt x="5492" y="1215"/>
                    </a:lnTo>
                    <a:lnTo>
                      <a:pt x="5481" y="1157"/>
                    </a:lnTo>
                    <a:lnTo>
                      <a:pt x="5456" y="1102"/>
                    </a:lnTo>
                    <a:lnTo>
                      <a:pt x="5422" y="1053"/>
                    </a:lnTo>
                    <a:lnTo>
                      <a:pt x="5399" y="1030"/>
                    </a:lnTo>
                    <a:close/>
                    <a:moveTo>
                      <a:pt x="2743" y="1202"/>
                    </a:moveTo>
                    <a:lnTo>
                      <a:pt x="2604" y="1203"/>
                    </a:lnTo>
                    <a:lnTo>
                      <a:pt x="2332" y="1230"/>
                    </a:lnTo>
                    <a:lnTo>
                      <a:pt x="2066" y="1282"/>
                    </a:lnTo>
                    <a:lnTo>
                      <a:pt x="1807" y="1360"/>
                    </a:lnTo>
                    <a:lnTo>
                      <a:pt x="1557" y="1462"/>
                    </a:lnTo>
                    <a:lnTo>
                      <a:pt x="1320" y="1589"/>
                    </a:lnTo>
                    <a:lnTo>
                      <a:pt x="1094" y="1739"/>
                    </a:lnTo>
                    <a:lnTo>
                      <a:pt x="882" y="1912"/>
                    </a:lnTo>
                    <a:lnTo>
                      <a:pt x="782" y="2008"/>
                    </a:lnTo>
                    <a:lnTo>
                      <a:pt x="759" y="2033"/>
                    </a:lnTo>
                    <a:lnTo>
                      <a:pt x="722" y="2088"/>
                    </a:lnTo>
                    <a:lnTo>
                      <a:pt x="698" y="2148"/>
                    </a:lnTo>
                    <a:lnTo>
                      <a:pt x="686" y="2211"/>
                    </a:lnTo>
                    <a:lnTo>
                      <a:pt x="686" y="2275"/>
                    </a:lnTo>
                    <a:lnTo>
                      <a:pt x="698" y="2337"/>
                    </a:lnTo>
                    <a:lnTo>
                      <a:pt x="722" y="2397"/>
                    </a:lnTo>
                    <a:lnTo>
                      <a:pt x="759" y="2452"/>
                    </a:lnTo>
                    <a:lnTo>
                      <a:pt x="782" y="2478"/>
                    </a:lnTo>
                    <a:lnTo>
                      <a:pt x="808" y="2501"/>
                    </a:lnTo>
                    <a:lnTo>
                      <a:pt x="863" y="2537"/>
                    </a:lnTo>
                    <a:lnTo>
                      <a:pt x="924" y="2561"/>
                    </a:lnTo>
                    <a:lnTo>
                      <a:pt x="987" y="2574"/>
                    </a:lnTo>
                    <a:lnTo>
                      <a:pt x="1019" y="2576"/>
                    </a:lnTo>
                    <a:lnTo>
                      <a:pt x="1052" y="2574"/>
                    </a:lnTo>
                    <a:lnTo>
                      <a:pt x="1115" y="2561"/>
                    </a:lnTo>
                    <a:lnTo>
                      <a:pt x="1176" y="2537"/>
                    </a:lnTo>
                    <a:lnTo>
                      <a:pt x="1230" y="2501"/>
                    </a:lnTo>
                    <a:lnTo>
                      <a:pt x="1256" y="2478"/>
                    </a:lnTo>
                    <a:lnTo>
                      <a:pt x="1331" y="2404"/>
                    </a:lnTo>
                    <a:lnTo>
                      <a:pt x="1493" y="2272"/>
                    </a:lnTo>
                    <a:lnTo>
                      <a:pt x="1664" y="2155"/>
                    </a:lnTo>
                    <a:lnTo>
                      <a:pt x="1844" y="2056"/>
                    </a:lnTo>
                    <a:lnTo>
                      <a:pt x="2033" y="1974"/>
                    </a:lnTo>
                    <a:lnTo>
                      <a:pt x="2229" y="1910"/>
                    </a:lnTo>
                    <a:lnTo>
                      <a:pt x="2432" y="1869"/>
                    </a:lnTo>
                    <a:lnTo>
                      <a:pt x="2638" y="1847"/>
                    </a:lnTo>
                    <a:lnTo>
                      <a:pt x="2743" y="1844"/>
                    </a:lnTo>
                    <a:lnTo>
                      <a:pt x="2848" y="1847"/>
                    </a:lnTo>
                    <a:lnTo>
                      <a:pt x="3055" y="1869"/>
                    </a:lnTo>
                    <a:lnTo>
                      <a:pt x="3257" y="1910"/>
                    </a:lnTo>
                    <a:lnTo>
                      <a:pt x="3453" y="1974"/>
                    </a:lnTo>
                    <a:lnTo>
                      <a:pt x="3643" y="2056"/>
                    </a:lnTo>
                    <a:lnTo>
                      <a:pt x="3823" y="2155"/>
                    </a:lnTo>
                    <a:lnTo>
                      <a:pt x="3994" y="2272"/>
                    </a:lnTo>
                    <a:lnTo>
                      <a:pt x="4154" y="2404"/>
                    </a:lnTo>
                    <a:lnTo>
                      <a:pt x="4230" y="2478"/>
                    </a:lnTo>
                    <a:lnTo>
                      <a:pt x="4255" y="2501"/>
                    </a:lnTo>
                    <a:lnTo>
                      <a:pt x="4311" y="2537"/>
                    </a:lnTo>
                    <a:lnTo>
                      <a:pt x="4372" y="2561"/>
                    </a:lnTo>
                    <a:lnTo>
                      <a:pt x="4435" y="2574"/>
                    </a:lnTo>
                    <a:lnTo>
                      <a:pt x="4500" y="2574"/>
                    </a:lnTo>
                    <a:lnTo>
                      <a:pt x="4562" y="2561"/>
                    </a:lnTo>
                    <a:lnTo>
                      <a:pt x="4622" y="2537"/>
                    </a:lnTo>
                    <a:lnTo>
                      <a:pt x="4678" y="2501"/>
                    </a:lnTo>
                    <a:lnTo>
                      <a:pt x="4703" y="2478"/>
                    </a:lnTo>
                    <a:lnTo>
                      <a:pt x="4727" y="2452"/>
                    </a:lnTo>
                    <a:lnTo>
                      <a:pt x="4763" y="2397"/>
                    </a:lnTo>
                    <a:lnTo>
                      <a:pt x="4788" y="2337"/>
                    </a:lnTo>
                    <a:lnTo>
                      <a:pt x="4801" y="2275"/>
                    </a:lnTo>
                    <a:lnTo>
                      <a:pt x="4801" y="2211"/>
                    </a:lnTo>
                    <a:lnTo>
                      <a:pt x="4788" y="2148"/>
                    </a:lnTo>
                    <a:lnTo>
                      <a:pt x="4763" y="2088"/>
                    </a:lnTo>
                    <a:lnTo>
                      <a:pt x="4727" y="2033"/>
                    </a:lnTo>
                    <a:lnTo>
                      <a:pt x="4703" y="2008"/>
                    </a:lnTo>
                    <a:lnTo>
                      <a:pt x="4603" y="1912"/>
                    </a:lnTo>
                    <a:lnTo>
                      <a:pt x="4392" y="1739"/>
                    </a:lnTo>
                    <a:lnTo>
                      <a:pt x="4167" y="1589"/>
                    </a:lnTo>
                    <a:lnTo>
                      <a:pt x="3928" y="1462"/>
                    </a:lnTo>
                    <a:lnTo>
                      <a:pt x="3679" y="1360"/>
                    </a:lnTo>
                    <a:lnTo>
                      <a:pt x="3421" y="1282"/>
                    </a:lnTo>
                    <a:lnTo>
                      <a:pt x="3155" y="1230"/>
                    </a:lnTo>
                    <a:lnTo>
                      <a:pt x="2881" y="1203"/>
                    </a:lnTo>
                    <a:lnTo>
                      <a:pt x="2743" y="1202"/>
                    </a:lnTo>
                    <a:close/>
                    <a:moveTo>
                      <a:pt x="2746" y="2403"/>
                    </a:moveTo>
                    <a:lnTo>
                      <a:pt x="2668" y="2404"/>
                    </a:lnTo>
                    <a:lnTo>
                      <a:pt x="2514" y="2420"/>
                    </a:lnTo>
                    <a:lnTo>
                      <a:pt x="2362" y="2451"/>
                    </a:lnTo>
                    <a:lnTo>
                      <a:pt x="2217" y="2497"/>
                    </a:lnTo>
                    <a:lnTo>
                      <a:pt x="2076" y="2556"/>
                    </a:lnTo>
                    <a:lnTo>
                      <a:pt x="1940" y="2631"/>
                    </a:lnTo>
                    <a:lnTo>
                      <a:pt x="1814" y="2719"/>
                    </a:lnTo>
                    <a:lnTo>
                      <a:pt x="1694" y="2819"/>
                    </a:lnTo>
                    <a:lnTo>
                      <a:pt x="1637" y="2876"/>
                    </a:lnTo>
                    <a:lnTo>
                      <a:pt x="1615" y="2900"/>
                    </a:lnTo>
                    <a:lnTo>
                      <a:pt x="1580" y="2955"/>
                    </a:lnTo>
                    <a:lnTo>
                      <a:pt x="1557" y="3012"/>
                    </a:lnTo>
                    <a:lnTo>
                      <a:pt x="1546" y="3074"/>
                    </a:lnTo>
                    <a:lnTo>
                      <a:pt x="1546" y="3136"/>
                    </a:lnTo>
                    <a:lnTo>
                      <a:pt x="1557" y="3197"/>
                    </a:lnTo>
                    <a:lnTo>
                      <a:pt x="1580" y="3256"/>
                    </a:lnTo>
                    <a:lnTo>
                      <a:pt x="1615" y="3309"/>
                    </a:lnTo>
                    <a:lnTo>
                      <a:pt x="1637" y="3334"/>
                    </a:lnTo>
                    <a:lnTo>
                      <a:pt x="1661" y="3357"/>
                    </a:lnTo>
                    <a:lnTo>
                      <a:pt x="1713" y="3393"/>
                    </a:lnTo>
                    <a:lnTo>
                      <a:pt x="1769" y="3416"/>
                    </a:lnTo>
                    <a:lnTo>
                      <a:pt x="1830" y="3427"/>
                    </a:lnTo>
                    <a:lnTo>
                      <a:pt x="1860" y="3429"/>
                    </a:lnTo>
                    <a:lnTo>
                      <a:pt x="1890" y="3427"/>
                    </a:lnTo>
                    <a:lnTo>
                      <a:pt x="1949" y="3416"/>
                    </a:lnTo>
                    <a:lnTo>
                      <a:pt x="2005" y="3393"/>
                    </a:lnTo>
                    <a:lnTo>
                      <a:pt x="2057" y="3357"/>
                    </a:lnTo>
                    <a:lnTo>
                      <a:pt x="2082" y="3334"/>
                    </a:lnTo>
                    <a:lnTo>
                      <a:pt x="2115" y="3300"/>
                    </a:lnTo>
                    <a:lnTo>
                      <a:pt x="2187" y="3239"/>
                    </a:lnTo>
                    <a:lnTo>
                      <a:pt x="2263" y="3184"/>
                    </a:lnTo>
                    <a:lnTo>
                      <a:pt x="2344" y="3138"/>
                    </a:lnTo>
                    <a:lnTo>
                      <a:pt x="2429" y="3100"/>
                    </a:lnTo>
                    <a:lnTo>
                      <a:pt x="2517" y="3070"/>
                    </a:lnTo>
                    <a:lnTo>
                      <a:pt x="2607" y="3051"/>
                    </a:lnTo>
                    <a:lnTo>
                      <a:pt x="2699" y="3041"/>
                    </a:lnTo>
                    <a:lnTo>
                      <a:pt x="2746" y="3040"/>
                    </a:lnTo>
                    <a:lnTo>
                      <a:pt x="2793" y="3040"/>
                    </a:lnTo>
                    <a:lnTo>
                      <a:pt x="2885" y="3051"/>
                    </a:lnTo>
                    <a:lnTo>
                      <a:pt x="2976" y="3070"/>
                    </a:lnTo>
                    <a:lnTo>
                      <a:pt x="3064" y="3100"/>
                    </a:lnTo>
                    <a:lnTo>
                      <a:pt x="3147" y="3138"/>
                    </a:lnTo>
                    <a:lnTo>
                      <a:pt x="3228" y="3184"/>
                    </a:lnTo>
                    <a:lnTo>
                      <a:pt x="3304" y="3239"/>
                    </a:lnTo>
                    <a:lnTo>
                      <a:pt x="3376" y="3300"/>
                    </a:lnTo>
                    <a:lnTo>
                      <a:pt x="3411" y="3334"/>
                    </a:lnTo>
                    <a:lnTo>
                      <a:pt x="3434" y="3357"/>
                    </a:lnTo>
                    <a:lnTo>
                      <a:pt x="3487" y="3393"/>
                    </a:lnTo>
                    <a:lnTo>
                      <a:pt x="3543" y="3416"/>
                    </a:lnTo>
                    <a:lnTo>
                      <a:pt x="3603" y="3427"/>
                    </a:lnTo>
                    <a:lnTo>
                      <a:pt x="3663" y="3427"/>
                    </a:lnTo>
                    <a:lnTo>
                      <a:pt x="3722" y="3416"/>
                    </a:lnTo>
                    <a:lnTo>
                      <a:pt x="3780" y="3393"/>
                    </a:lnTo>
                    <a:lnTo>
                      <a:pt x="3832" y="3357"/>
                    </a:lnTo>
                    <a:lnTo>
                      <a:pt x="3855" y="3334"/>
                    </a:lnTo>
                    <a:lnTo>
                      <a:pt x="3878" y="3309"/>
                    </a:lnTo>
                    <a:lnTo>
                      <a:pt x="3912" y="3256"/>
                    </a:lnTo>
                    <a:lnTo>
                      <a:pt x="3934" y="3197"/>
                    </a:lnTo>
                    <a:lnTo>
                      <a:pt x="3945" y="3136"/>
                    </a:lnTo>
                    <a:lnTo>
                      <a:pt x="3945" y="3074"/>
                    </a:lnTo>
                    <a:lnTo>
                      <a:pt x="3934" y="3012"/>
                    </a:lnTo>
                    <a:lnTo>
                      <a:pt x="3912" y="2955"/>
                    </a:lnTo>
                    <a:lnTo>
                      <a:pt x="3878" y="2900"/>
                    </a:lnTo>
                    <a:lnTo>
                      <a:pt x="3855" y="2876"/>
                    </a:lnTo>
                    <a:lnTo>
                      <a:pt x="3798" y="2819"/>
                    </a:lnTo>
                    <a:lnTo>
                      <a:pt x="3679" y="2719"/>
                    </a:lnTo>
                    <a:lnTo>
                      <a:pt x="3551" y="2631"/>
                    </a:lnTo>
                    <a:lnTo>
                      <a:pt x="3417" y="2556"/>
                    </a:lnTo>
                    <a:lnTo>
                      <a:pt x="3276" y="2497"/>
                    </a:lnTo>
                    <a:lnTo>
                      <a:pt x="3130" y="2451"/>
                    </a:lnTo>
                    <a:lnTo>
                      <a:pt x="2979" y="2420"/>
                    </a:lnTo>
                    <a:lnTo>
                      <a:pt x="2825" y="2404"/>
                    </a:lnTo>
                    <a:lnTo>
                      <a:pt x="2746" y="24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9512757" y="369386"/>
                <a:ext cx="715178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PPTBIZCAM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6" name="Google Shape;336;p8"/>
            <p:cNvSpPr/>
            <p:nvPr/>
          </p:nvSpPr>
          <p:spPr>
            <a:xfrm>
              <a:off x="11377471" y="133570"/>
              <a:ext cx="176990" cy="176990"/>
            </a:xfrm>
            <a:prstGeom prst="ellipse">
              <a:avLst/>
            </a:prstGeom>
            <a:solidFill>
              <a:srgbClr val="90DA80"/>
            </a:solidFill>
            <a:ln>
              <a:noFill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7" name="Google Shape;337;p8"/>
            <p:cNvGrpSpPr/>
            <p:nvPr/>
          </p:nvGrpSpPr>
          <p:grpSpPr>
            <a:xfrm>
              <a:off x="653849" y="193034"/>
              <a:ext cx="343364" cy="344856"/>
              <a:chOff x="1157487" y="184451"/>
              <a:chExt cx="489882" cy="492010"/>
            </a:xfrm>
          </p:grpSpPr>
          <p:sp>
            <p:nvSpPr>
              <p:cNvPr id="338" name="Google Shape;338;p8"/>
              <p:cNvSpPr/>
              <p:nvPr/>
            </p:nvSpPr>
            <p:spPr>
              <a:xfrm>
                <a:off x="1157487" y="184454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8"/>
              <p:cNvSpPr/>
              <p:nvPr/>
            </p:nvSpPr>
            <p:spPr>
              <a:xfrm>
                <a:off x="1483366" y="184451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8"/>
              <p:cNvSpPr/>
              <p:nvPr/>
            </p:nvSpPr>
            <p:spPr>
              <a:xfrm>
                <a:off x="1319363" y="348454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8"/>
              <p:cNvSpPr/>
              <p:nvPr/>
            </p:nvSpPr>
            <p:spPr>
              <a:xfrm>
                <a:off x="1483366" y="348453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8"/>
              <p:cNvSpPr/>
              <p:nvPr/>
            </p:nvSpPr>
            <p:spPr>
              <a:xfrm>
                <a:off x="1157487" y="512458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1483366" y="512455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aphicFrame>
        <p:nvGraphicFramePr>
          <p:cNvPr id="344" name="Google Shape;344;p8"/>
          <p:cNvGraphicFramePr/>
          <p:nvPr/>
        </p:nvGraphicFramePr>
        <p:xfrm>
          <a:off x="711325" y="124816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{0CC56F43-9452-4077-B354-4207EBC8FF08}</a:tableStyleId>
              </a:tblPr>
              <a:tblGrid>
                <a:gridCol w="19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4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/>
                    </a:p>
                  </a:txBody>
                  <a:tcPr marL="84925" marR="84925" marT="42475" marB="42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8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기간</a:t>
                      </a:r>
                      <a:endParaRPr/>
                    </a:p>
                  </a:txBody>
                  <a:tcPr marL="84925" marR="84925" marT="42475" marB="42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8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활동</a:t>
                      </a:r>
                      <a:endParaRPr/>
                    </a:p>
                  </a:txBody>
                  <a:tcPr marL="84925" marR="84925" marT="42475" marB="42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8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/>
                    </a:p>
                  </a:txBody>
                  <a:tcPr marL="84925" marR="84925" marT="42475" marB="42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5B8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사전 기획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925" marR="84925" marT="42475" marB="42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9/20(화)</a:t>
                      </a:r>
                      <a:endParaRPr/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프로젝트 기획 및 주제 선정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기획안 작성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아이디어 선정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데이터 수집</a:t>
                      </a:r>
                      <a:endParaRPr/>
                    </a:p>
                  </a:txBody>
                  <a:tcPr marL="84925" marR="84925" marT="42475" marB="42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9/20(화)</a:t>
                      </a:r>
                      <a:endParaRPr/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필요 데이터  및 수집 절차 정의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외부 데이터 수집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데이터 전처리</a:t>
                      </a:r>
                      <a:endParaRPr/>
                    </a:p>
                  </a:txBody>
                  <a:tcPr marL="84925" marR="84925" marT="42475" marB="42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9/20(화)</a:t>
                      </a:r>
                      <a:endParaRPr/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데이터 정제 및 정규화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6985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모델링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4925" marR="84925" marT="42475" marB="42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9/20(화)</a:t>
                      </a:r>
                      <a:endParaRPr/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모형 구현</a:t>
                      </a:r>
                      <a:endParaRPr/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팀별 중간보고 실시</a:t>
                      </a:r>
                      <a:endParaRPr/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서비스 구축</a:t>
                      </a:r>
                      <a:endParaRPr/>
                    </a:p>
                  </a:txBody>
                  <a:tcPr marL="84925" marR="84925" marT="42475" marB="42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9/21(수)</a:t>
                      </a:r>
                      <a:endParaRPr/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모바일 서비스 시스템 설계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모바일 플랫폼 구현</a:t>
                      </a:r>
                      <a:endParaRPr/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최적화, 오류 수정</a:t>
                      </a:r>
                      <a:endParaRPr/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6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총 개발기간</a:t>
                      </a:r>
                      <a:endParaRPr/>
                    </a:p>
                  </a:txBody>
                  <a:tcPr marL="84925" marR="84925" marT="42475" marB="42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▶ 9/20(화) ~ 9/21(수)(총 2 일)</a:t>
                      </a:r>
                      <a:endParaRPr/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ko-KR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DFD9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9"/>
          <p:cNvGrpSpPr/>
          <p:nvPr/>
        </p:nvGrpSpPr>
        <p:grpSpPr>
          <a:xfrm>
            <a:off x="150812" y="0"/>
            <a:ext cx="11890375" cy="6680200"/>
            <a:chOff x="150812" y="0"/>
            <a:chExt cx="11890375" cy="6680200"/>
          </a:xfrm>
        </p:grpSpPr>
        <p:sp>
          <p:nvSpPr>
            <p:cNvPr id="351" name="Google Shape;351;p9"/>
            <p:cNvSpPr/>
            <p:nvPr/>
          </p:nvSpPr>
          <p:spPr>
            <a:xfrm>
              <a:off x="150812" y="0"/>
              <a:ext cx="11890375" cy="6680200"/>
            </a:xfrm>
            <a:prstGeom prst="round2SameRect">
              <a:avLst>
                <a:gd name="adj1" fmla="val 0"/>
                <a:gd name="adj2" fmla="val 5079"/>
              </a:avLst>
            </a:prstGeom>
            <a:solidFill>
              <a:srgbClr val="E4F7F5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286543" y="0"/>
              <a:ext cx="11618912" cy="6509543"/>
            </a:xfrm>
            <a:prstGeom prst="round2SameRect">
              <a:avLst>
                <a:gd name="adj1" fmla="val 0"/>
                <a:gd name="adj2" fmla="val 3479"/>
              </a:avLst>
            </a:prstGeom>
            <a:solidFill>
              <a:schemeClr val="lt1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286544" y="0"/>
              <a:ext cx="11618912" cy="771525"/>
            </a:xfrm>
            <a:prstGeom prst="round2SameRect">
              <a:avLst>
                <a:gd name="adj1" fmla="val 0"/>
                <a:gd name="adj2" fmla="val 29630"/>
              </a:avLst>
            </a:prstGeom>
            <a:solidFill>
              <a:schemeClr val="lt1"/>
            </a:solidFill>
            <a:ln>
              <a:noFill/>
            </a:ln>
            <a:effectLst>
              <a:outerShdw blurRad="165100" dist="38100" dir="5400000" algn="t" rotWithShape="0">
                <a:srgbClr val="000000">
                  <a:alpha val="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4. 프로젝트 수행 결과</a:t>
              </a:r>
              <a:endParaRPr/>
            </a:p>
          </p:txBody>
        </p:sp>
        <p:grpSp>
          <p:nvGrpSpPr>
            <p:cNvPr id="354" name="Google Shape;354;p9"/>
            <p:cNvGrpSpPr/>
            <p:nvPr/>
          </p:nvGrpSpPr>
          <p:grpSpPr>
            <a:xfrm>
              <a:off x="11067369" y="185874"/>
              <a:ext cx="429876" cy="429876"/>
              <a:chOff x="215317" y="343634"/>
              <a:chExt cx="684000" cy="684000"/>
            </a:xfrm>
          </p:grpSpPr>
          <p:sp>
            <p:nvSpPr>
              <p:cNvPr id="355" name="Google Shape;355;p9"/>
              <p:cNvSpPr/>
              <p:nvPr/>
            </p:nvSpPr>
            <p:spPr>
              <a:xfrm>
                <a:off x="215317" y="343634"/>
                <a:ext cx="684000" cy="684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9F3FC"/>
                  </a:gs>
                  <a:gs pos="86000">
                    <a:srgbClr val="E9F3FC"/>
                  </a:gs>
                  <a:gs pos="100000">
                    <a:srgbClr val="4E5DA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542925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rgbClr val="323F4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56" name="Google Shape;356;p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2555" y="386637"/>
                <a:ext cx="546554" cy="5465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57" name="Google Shape;357;p9"/>
            <p:cNvGrpSpPr/>
            <p:nvPr/>
          </p:nvGrpSpPr>
          <p:grpSpPr>
            <a:xfrm>
              <a:off x="8951163" y="320145"/>
              <a:ext cx="1550689" cy="169277"/>
              <a:chOff x="9512757" y="369386"/>
              <a:chExt cx="2051714" cy="223970"/>
            </a:xfrm>
          </p:grpSpPr>
          <p:grpSp>
            <p:nvGrpSpPr>
              <p:cNvPr id="358" name="Google Shape;358;p9"/>
              <p:cNvGrpSpPr/>
              <p:nvPr/>
            </p:nvGrpSpPr>
            <p:grpSpPr>
              <a:xfrm>
                <a:off x="10750964" y="406846"/>
                <a:ext cx="132372" cy="140525"/>
                <a:chOff x="4594" y="900"/>
                <a:chExt cx="276" cy="293"/>
              </a:xfrm>
            </p:grpSpPr>
            <p:sp>
              <p:nvSpPr>
                <p:cNvPr id="359" name="Google Shape;359;p9"/>
                <p:cNvSpPr/>
                <p:nvPr/>
              </p:nvSpPr>
              <p:spPr>
                <a:xfrm>
                  <a:off x="4594" y="900"/>
                  <a:ext cx="102" cy="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3" extrusionOk="0">
                      <a:moveTo>
                        <a:pt x="72" y="263"/>
                      </a:moveTo>
                      <a:lnTo>
                        <a:pt x="91" y="236"/>
                      </a:lnTo>
                      <a:lnTo>
                        <a:pt x="139" y="187"/>
                      </a:lnTo>
                      <a:lnTo>
                        <a:pt x="193" y="148"/>
                      </a:lnTo>
                      <a:lnTo>
                        <a:pt x="255" y="119"/>
                      </a:lnTo>
                      <a:lnTo>
                        <a:pt x="290" y="110"/>
                      </a:lnTo>
                      <a:lnTo>
                        <a:pt x="299" y="106"/>
                      </a:lnTo>
                      <a:lnTo>
                        <a:pt x="305" y="97"/>
                      </a:lnTo>
                      <a:lnTo>
                        <a:pt x="307" y="87"/>
                      </a:lnTo>
                      <a:lnTo>
                        <a:pt x="303" y="77"/>
                      </a:lnTo>
                      <a:lnTo>
                        <a:pt x="292" y="60"/>
                      </a:lnTo>
                      <a:lnTo>
                        <a:pt x="263" y="33"/>
                      </a:lnTo>
                      <a:lnTo>
                        <a:pt x="227" y="13"/>
                      </a:lnTo>
                      <a:lnTo>
                        <a:pt x="186" y="1"/>
                      </a:lnTo>
                      <a:lnTo>
                        <a:pt x="165" y="0"/>
                      </a:lnTo>
                      <a:lnTo>
                        <a:pt x="131" y="3"/>
                      </a:lnTo>
                      <a:lnTo>
                        <a:pt x="72" y="27"/>
                      </a:lnTo>
                      <a:lnTo>
                        <a:pt x="27" y="72"/>
                      </a:lnTo>
                      <a:lnTo>
                        <a:pt x="3" y="131"/>
                      </a:lnTo>
                      <a:lnTo>
                        <a:pt x="0" y="164"/>
                      </a:lnTo>
                      <a:lnTo>
                        <a:pt x="1" y="192"/>
                      </a:lnTo>
                      <a:lnTo>
                        <a:pt x="20" y="243"/>
                      </a:lnTo>
                      <a:lnTo>
                        <a:pt x="36" y="266"/>
                      </a:lnTo>
                      <a:lnTo>
                        <a:pt x="43" y="273"/>
                      </a:lnTo>
                      <a:lnTo>
                        <a:pt x="53" y="273"/>
                      </a:lnTo>
                      <a:lnTo>
                        <a:pt x="65" y="271"/>
                      </a:lnTo>
                      <a:lnTo>
                        <a:pt x="72" y="2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0" name="Google Shape;360;p9"/>
                <p:cNvSpPr/>
                <p:nvPr/>
              </p:nvSpPr>
              <p:spPr>
                <a:xfrm>
                  <a:off x="4768" y="900"/>
                  <a:ext cx="102" cy="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1" extrusionOk="0">
                      <a:moveTo>
                        <a:pt x="143" y="0"/>
                      </a:moveTo>
                      <a:lnTo>
                        <a:pt x="121" y="1"/>
                      </a:lnTo>
                      <a:lnTo>
                        <a:pt x="81" y="11"/>
                      </a:lnTo>
                      <a:lnTo>
                        <a:pt x="46" y="31"/>
                      </a:lnTo>
                      <a:lnTo>
                        <a:pt x="16" y="60"/>
                      </a:lnTo>
                      <a:lnTo>
                        <a:pt x="4" y="76"/>
                      </a:lnTo>
                      <a:lnTo>
                        <a:pt x="0" y="86"/>
                      </a:lnTo>
                      <a:lnTo>
                        <a:pt x="3" y="96"/>
                      </a:lnTo>
                      <a:lnTo>
                        <a:pt x="9" y="106"/>
                      </a:lnTo>
                      <a:lnTo>
                        <a:pt x="19" y="110"/>
                      </a:lnTo>
                      <a:lnTo>
                        <a:pt x="52" y="119"/>
                      </a:lnTo>
                      <a:lnTo>
                        <a:pt x="115" y="148"/>
                      </a:lnTo>
                      <a:lnTo>
                        <a:pt x="170" y="187"/>
                      </a:lnTo>
                      <a:lnTo>
                        <a:pt x="218" y="234"/>
                      </a:lnTo>
                      <a:lnTo>
                        <a:pt x="237" y="261"/>
                      </a:lnTo>
                      <a:lnTo>
                        <a:pt x="245" y="270"/>
                      </a:lnTo>
                      <a:lnTo>
                        <a:pt x="255" y="271"/>
                      </a:lnTo>
                      <a:lnTo>
                        <a:pt x="266" y="270"/>
                      </a:lnTo>
                      <a:lnTo>
                        <a:pt x="274" y="263"/>
                      </a:lnTo>
                      <a:lnTo>
                        <a:pt x="289" y="241"/>
                      </a:lnTo>
                      <a:lnTo>
                        <a:pt x="306" y="191"/>
                      </a:lnTo>
                      <a:lnTo>
                        <a:pt x="307" y="164"/>
                      </a:lnTo>
                      <a:lnTo>
                        <a:pt x="306" y="131"/>
                      </a:lnTo>
                      <a:lnTo>
                        <a:pt x="280" y="72"/>
                      </a:lnTo>
                      <a:lnTo>
                        <a:pt x="235" y="27"/>
                      </a:lnTo>
                      <a:lnTo>
                        <a:pt x="178" y="3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1" name="Google Shape;361;p9"/>
                <p:cNvSpPr/>
                <p:nvPr/>
              </p:nvSpPr>
              <p:spPr>
                <a:xfrm>
                  <a:off x="4612" y="947"/>
                  <a:ext cx="241" cy="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37" extrusionOk="0">
                      <a:moveTo>
                        <a:pt x="725" y="361"/>
                      </a:moveTo>
                      <a:lnTo>
                        <a:pt x="722" y="313"/>
                      </a:lnTo>
                      <a:lnTo>
                        <a:pt x="699" y="225"/>
                      </a:lnTo>
                      <a:lnTo>
                        <a:pt x="679" y="187"/>
                      </a:lnTo>
                      <a:lnTo>
                        <a:pt x="659" y="151"/>
                      </a:lnTo>
                      <a:lnTo>
                        <a:pt x="604" y="90"/>
                      </a:lnTo>
                      <a:lnTo>
                        <a:pt x="536" y="44"/>
                      </a:lnTo>
                      <a:lnTo>
                        <a:pt x="459" y="13"/>
                      </a:lnTo>
                      <a:lnTo>
                        <a:pt x="418" y="4"/>
                      </a:lnTo>
                      <a:lnTo>
                        <a:pt x="390" y="1"/>
                      </a:lnTo>
                      <a:lnTo>
                        <a:pt x="363" y="0"/>
                      </a:lnTo>
                      <a:lnTo>
                        <a:pt x="334" y="1"/>
                      </a:lnTo>
                      <a:lnTo>
                        <a:pt x="305" y="5"/>
                      </a:lnTo>
                      <a:lnTo>
                        <a:pt x="263" y="13"/>
                      </a:lnTo>
                      <a:lnTo>
                        <a:pt x="187" y="44"/>
                      </a:lnTo>
                      <a:lnTo>
                        <a:pt x="120" y="92"/>
                      </a:lnTo>
                      <a:lnTo>
                        <a:pt x="67" y="152"/>
                      </a:lnTo>
                      <a:lnTo>
                        <a:pt x="45" y="188"/>
                      </a:lnTo>
                      <a:lnTo>
                        <a:pt x="25" y="227"/>
                      </a:lnTo>
                      <a:lnTo>
                        <a:pt x="3" y="313"/>
                      </a:lnTo>
                      <a:lnTo>
                        <a:pt x="0" y="361"/>
                      </a:lnTo>
                      <a:lnTo>
                        <a:pt x="2" y="399"/>
                      </a:lnTo>
                      <a:lnTo>
                        <a:pt x="19" y="476"/>
                      </a:lnTo>
                      <a:lnTo>
                        <a:pt x="51" y="543"/>
                      </a:lnTo>
                      <a:lnTo>
                        <a:pt x="96" y="604"/>
                      </a:lnTo>
                      <a:lnTo>
                        <a:pt x="123" y="630"/>
                      </a:lnTo>
                      <a:lnTo>
                        <a:pt x="93" y="673"/>
                      </a:lnTo>
                      <a:lnTo>
                        <a:pt x="84" y="687"/>
                      </a:lnTo>
                      <a:lnTo>
                        <a:pt x="90" y="719"/>
                      </a:lnTo>
                      <a:lnTo>
                        <a:pt x="103" y="729"/>
                      </a:lnTo>
                      <a:lnTo>
                        <a:pt x="113" y="736"/>
                      </a:lnTo>
                      <a:lnTo>
                        <a:pt x="126" y="737"/>
                      </a:lnTo>
                      <a:lnTo>
                        <a:pt x="136" y="736"/>
                      </a:lnTo>
                      <a:lnTo>
                        <a:pt x="153" y="727"/>
                      </a:lnTo>
                      <a:lnTo>
                        <a:pt x="159" y="720"/>
                      </a:lnTo>
                      <a:lnTo>
                        <a:pt x="189" y="677"/>
                      </a:lnTo>
                      <a:lnTo>
                        <a:pt x="230" y="696"/>
                      </a:lnTo>
                      <a:lnTo>
                        <a:pt x="316" y="719"/>
                      </a:lnTo>
                      <a:lnTo>
                        <a:pt x="363" y="720"/>
                      </a:lnTo>
                      <a:lnTo>
                        <a:pt x="409" y="719"/>
                      </a:lnTo>
                      <a:lnTo>
                        <a:pt x="495" y="696"/>
                      </a:lnTo>
                      <a:lnTo>
                        <a:pt x="536" y="677"/>
                      </a:lnTo>
                      <a:lnTo>
                        <a:pt x="566" y="720"/>
                      </a:lnTo>
                      <a:lnTo>
                        <a:pt x="572" y="727"/>
                      </a:lnTo>
                      <a:lnTo>
                        <a:pt x="589" y="736"/>
                      </a:lnTo>
                      <a:lnTo>
                        <a:pt x="599" y="737"/>
                      </a:lnTo>
                      <a:lnTo>
                        <a:pt x="612" y="736"/>
                      </a:lnTo>
                      <a:lnTo>
                        <a:pt x="622" y="729"/>
                      </a:lnTo>
                      <a:lnTo>
                        <a:pt x="635" y="719"/>
                      </a:lnTo>
                      <a:lnTo>
                        <a:pt x="640" y="687"/>
                      </a:lnTo>
                      <a:lnTo>
                        <a:pt x="633" y="673"/>
                      </a:lnTo>
                      <a:lnTo>
                        <a:pt x="602" y="630"/>
                      </a:lnTo>
                      <a:lnTo>
                        <a:pt x="630" y="604"/>
                      </a:lnTo>
                      <a:lnTo>
                        <a:pt x="674" y="543"/>
                      </a:lnTo>
                      <a:lnTo>
                        <a:pt x="706" y="476"/>
                      </a:lnTo>
                      <a:lnTo>
                        <a:pt x="723" y="399"/>
                      </a:lnTo>
                      <a:lnTo>
                        <a:pt x="725" y="361"/>
                      </a:lnTo>
                      <a:close/>
                      <a:moveTo>
                        <a:pt x="363" y="619"/>
                      </a:moveTo>
                      <a:lnTo>
                        <a:pt x="335" y="619"/>
                      </a:lnTo>
                      <a:lnTo>
                        <a:pt x="285" y="608"/>
                      </a:lnTo>
                      <a:lnTo>
                        <a:pt x="239" y="589"/>
                      </a:lnTo>
                      <a:lnTo>
                        <a:pt x="197" y="561"/>
                      </a:lnTo>
                      <a:lnTo>
                        <a:pt x="161" y="526"/>
                      </a:lnTo>
                      <a:lnTo>
                        <a:pt x="133" y="484"/>
                      </a:lnTo>
                      <a:lnTo>
                        <a:pt x="113" y="438"/>
                      </a:lnTo>
                      <a:lnTo>
                        <a:pt x="103" y="386"/>
                      </a:lnTo>
                      <a:lnTo>
                        <a:pt x="101" y="361"/>
                      </a:lnTo>
                      <a:lnTo>
                        <a:pt x="103" y="328"/>
                      </a:lnTo>
                      <a:lnTo>
                        <a:pt x="120" y="266"/>
                      </a:lnTo>
                      <a:lnTo>
                        <a:pt x="133" y="237"/>
                      </a:lnTo>
                      <a:lnTo>
                        <a:pt x="149" y="211"/>
                      </a:lnTo>
                      <a:lnTo>
                        <a:pt x="188" y="166"/>
                      </a:lnTo>
                      <a:lnTo>
                        <a:pt x="237" y="133"/>
                      </a:lnTo>
                      <a:lnTo>
                        <a:pt x="292" y="110"/>
                      </a:lnTo>
                      <a:lnTo>
                        <a:pt x="322" y="105"/>
                      </a:lnTo>
                      <a:lnTo>
                        <a:pt x="342" y="102"/>
                      </a:lnTo>
                      <a:lnTo>
                        <a:pt x="363" y="100"/>
                      </a:lnTo>
                      <a:lnTo>
                        <a:pt x="381" y="102"/>
                      </a:lnTo>
                      <a:lnTo>
                        <a:pt x="400" y="103"/>
                      </a:lnTo>
                      <a:lnTo>
                        <a:pt x="431" y="109"/>
                      </a:lnTo>
                      <a:lnTo>
                        <a:pt x="487" y="132"/>
                      </a:lnTo>
                      <a:lnTo>
                        <a:pt x="536" y="166"/>
                      </a:lnTo>
                      <a:lnTo>
                        <a:pt x="576" y="211"/>
                      </a:lnTo>
                      <a:lnTo>
                        <a:pt x="592" y="237"/>
                      </a:lnTo>
                      <a:lnTo>
                        <a:pt x="605" y="264"/>
                      </a:lnTo>
                      <a:lnTo>
                        <a:pt x="622" y="328"/>
                      </a:lnTo>
                      <a:lnTo>
                        <a:pt x="624" y="361"/>
                      </a:lnTo>
                      <a:lnTo>
                        <a:pt x="622" y="386"/>
                      </a:lnTo>
                      <a:lnTo>
                        <a:pt x="612" y="438"/>
                      </a:lnTo>
                      <a:lnTo>
                        <a:pt x="592" y="484"/>
                      </a:lnTo>
                      <a:lnTo>
                        <a:pt x="563" y="526"/>
                      </a:lnTo>
                      <a:lnTo>
                        <a:pt x="529" y="561"/>
                      </a:lnTo>
                      <a:lnTo>
                        <a:pt x="487" y="589"/>
                      </a:lnTo>
                      <a:lnTo>
                        <a:pt x="441" y="608"/>
                      </a:lnTo>
                      <a:lnTo>
                        <a:pt x="389" y="619"/>
                      </a:lnTo>
                      <a:lnTo>
                        <a:pt x="363" y="6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" name="Google Shape;362;p9"/>
                <p:cNvSpPr/>
                <p:nvPr/>
              </p:nvSpPr>
              <p:spPr>
                <a:xfrm>
                  <a:off x="4716" y="1006"/>
                  <a:ext cx="7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98" extrusionOk="0">
                      <a:moveTo>
                        <a:pt x="194" y="245"/>
                      </a:moveTo>
                      <a:lnTo>
                        <a:pt x="95" y="183"/>
                      </a:lnTo>
                      <a:lnTo>
                        <a:pt x="91" y="167"/>
                      </a:lnTo>
                      <a:lnTo>
                        <a:pt x="78" y="156"/>
                      </a:lnTo>
                      <a:lnTo>
                        <a:pt x="83" y="31"/>
                      </a:lnTo>
                      <a:lnTo>
                        <a:pt x="82" y="19"/>
                      </a:lnTo>
                      <a:lnTo>
                        <a:pt x="66" y="3"/>
                      </a:lnTo>
                      <a:lnTo>
                        <a:pt x="54" y="0"/>
                      </a:lnTo>
                      <a:lnTo>
                        <a:pt x="43" y="2"/>
                      </a:lnTo>
                      <a:lnTo>
                        <a:pt x="27" y="18"/>
                      </a:lnTo>
                      <a:lnTo>
                        <a:pt x="26" y="29"/>
                      </a:lnTo>
                      <a:lnTo>
                        <a:pt x="20" y="153"/>
                      </a:lnTo>
                      <a:lnTo>
                        <a:pt x="11" y="160"/>
                      </a:lnTo>
                      <a:lnTo>
                        <a:pt x="1" y="180"/>
                      </a:lnTo>
                      <a:lnTo>
                        <a:pt x="0" y="192"/>
                      </a:lnTo>
                      <a:lnTo>
                        <a:pt x="1" y="202"/>
                      </a:lnTo>
                      <a:lnTo>
                        <a:pt x="8" y="219"/>
                      </a:lnTo>
                      <a:lnTo>
                        <a:pt x="21" y="232"/>
                      </a:lnTo>
                      <a:lnTo>
                        <a:pt x="39" y="239"/>
                      </a:lnTo>
                      <a:lnTo>
                        <a:pt x="49" y="241"/>
                      </a:lnTo>
                      <a:lnTo>
                        <a:pt x="59" y="239"/>
                      </a:lnTo>
                      <a:lnTo>
                        <a:pt x="69" y="235"/>
                      </a:lnTo>
                      <a:lnTo>
                        <a:pt x="164" y="294"/>
                      </a:lnTo>
                      <a:lnTo>
                        <a:pt x="171" y="298"/>
                      </a:lnTo>
                      <a:lnTo>
                        <a:pt x="180" y="298"/>
                      </a:lnTo>
                      <a:lnTo>
                        <a:pt x="187" y="298"/>
                      </a:lnTo>
                      <a:lnTo>
                        <a:pt x="199" y="291"/>
                      </a:lnTo>
                      <a:lnTo>
                        <a:pt x="205" y="285"/>
                      </a:lnTo>
                      <a:lnTo>
                        <a:pt x="209" y="274"/>
                      </a:lnTo>
                      <a:lnTo>
                        <a:pt x="203" y="252"/>
                      </a:lnTo>
                      <a:lnTo>
                        <a:pt x="194" y="2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3" name="Google Shape;363;p9"/>
              <p:cNvGrpSpPr/>
              <p:nvPr/>
            </p:nvGrpSpPr>
            <p:grpSpPr>
              <a:xfrm>
                <a:off x="10506302" y="406846"/>
                <a:ext cx="140525" cy="140525"/>
                <a:chOff x="1747" y="423"/>
                <a:chExt cx="575" cy="575"/>
              </a:xfrm>
            </p:grpSpPr>
            <p:sp>
              <p:nvSpPr>
                <p:cNvPr id="364" name="Google Shape;364;p9"/>
                <p:cNvSpPr/>
                <p:nvPr/>
              </p:nvSpPr>
              <p:spPr>
                <a:xfrm>
                  <a:off x="1899" y="577"/>
                  <a:ext cx="271" cy="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811" extrusionOk="0">
                      <a:moveTo>
                        <a:pt x="663" y="0"/>
                      </a:moveTo>
                      <a:lnTo>
                        <a:pt x="148" y="0"/>
                      </a:lnTo>
                      <a:lnTo>
                        <a:pt x="118" y="1"/>
                      </a:lnTo>
                      <a:lnTo>
                        <a:pt x="65" y="24"/>
                      </a:lnTo>
                      <a:lnTo>
                        <a:pt x="24" y="65"/>
                      </a:lnTo>
                      <a:lnTo>
                        <a:pt x="1" y="118"/>
                      </a:lnTo>
                      <a:lnTo>
                        <a:pt x="0" y="148"/>
                      </a:lnTo>
                      <a:lnTo>
                        <a:pt x="0" y="663"/>
                      </a:lnTo>
                      <a:lnTo>
                        <a:pt x="1" y="693"/>
                      </a:lnTo>
                      <a:lnTo>
                        <a:pt x="24" y="746"/>
                      </a:lnTo>
                      <a:lnTo>
                        <a:pt x="65" y="787"/>
                      </a:lnTo>
                      <a:lnTo>
                        <a:pt x="118" y="808"/>
                      </a:lnTo>
                      <a:lnTo>
                        <a:pt x="148" y="811"/>
                      </a:lnTo>
                      <a:lnTo>
                        <a:pt x="663" y="811"/>
                      </a:lnTo>
                      <a:lnTo>
                        <a:pt x="693" y="808"/>
                      </a:lnTo>
                      <a:lnTo>
                        <a:pt x="746" y="787"/>
                      </a:lnTo>
                      <a:lnTo>
                        <a:pt x="787" y="746"/>
                      </a:lnTo>
                      <a:lnTo>
                        <a:pt x="810" y="693"/>
                      </a:lnTo>
                      <a:lnTo>
                        <a:pt x="811" y="663"/>
                      </a:lnTo>
                      <a:lnTo>
                        <a:pt x="811" y="148"/>
                      </a:lnTo>
                      <a:lnTo>
                        <a:pt x="810" y="118"/>
                      </a:lnTo>
                      <a:lnTo>
                        <a:pt x="787" y="65"/>
                      </a:lnTo>
                      <a:lnTo>
                        <a:pt x="746" y="24"/>
                      </a:lnTo>
                      <a:lnTo>
                        <a:pt x="693" y="1"/>
                      </a:lnTo>
                      <a:lnTo>
                        <a:pt x="663" y="0"/>
                      </a:lnTo>
                      <a:close/>
                      <a:moveTo>
                        <a:pt x="405" y="673"/>
                      </a:moveTo>
                      <a:lnTo>
                        <a:pt x="377" y="671"/>
                      </a:lnTo>
                      <a:lnTo>
                        <a:pt x="326" y="661"/>
                      </a:lnTo>
                      <a:lnTo>
                        <a:pt x="278" y="640"/>
                      </a:lnTo>
                      <a:lnTo>
                        <a:pt x="235" y="611"/>
                      </a:lnTo>
                      <a:lnTo>
                        <a:pt x="199" y="575"/>
                      </a:lnTo>
                      <a:lnTo>
                        <a:pt x="170" y="533"/>
                      </a:lnTo>
                      <a:lnTo>
                        <a:pt x="150" y="484"/>
                      </a:lnTo>
                      <a:lnTo>
                        <a:pt x="140" y="432"/>
                      </a:lnTo>
                      <a:lnTo>
                        <a:pt x="138" y="405"/>
                      </a:lnTo>
                      <a:lnTo>
                        <a:pt x="140" y="377"/>
                      </a:lnTo>
                      <a:lnTo>
                        <a:pt x="150" y="326"/>
                      </a:lnTo>
                      <a:lnTo>
                        <a:pt x="170" y="278"/>
                      </a:lnTo>
                      <a:lnTo>
                        <a:pt x="199" y="235"/>
                      </a:lnTo>
                      <a:lnTo>
                        <a:pt x="235" y="199"/>
                      </a:lnTo>
                      <a:lnTo>
                        <a:pt x="278" y="170"/>
                      </a:lnTo>
                      <a:lnTo>
                        <a:pt x="326" y="150"/>
                      </a:lnTo>
                      <a:lnTo>
                        <a:pt x="377" y="138"/>
                      </a:lnTo>
                      <a:lnTo>
                        <a:pt x="405" y="138"/>
                      </a:lnTo>
                      <a:lnTo>
                        <a:pt x="432" y="138"/>
                      </a:lnTo>
                      <a:lnTo>
                        <a:pt x="486" y="150"/>
                      </a:lnTo>
                      <a:lnTo>
                        <a:pt x="533" y="170"/>
                      </a:lnTo>
                      <a:lnTo>
                        <a:pt x="575" y="199"/>
                      </a:lnTo>
                      <a:lnTo>
                        <a:pt x="612" y="235"/>
                      </a:lnTo>
                      <a:lnTo>
                        <a:pt x="641" y="278"/>
                      </a:lnTo>
                      <a:lnTo>
                        <a:pt x="661" y="326"/>
                      </a:lnTo>
                      <a:lnTo>
                        <a:pt x="671" y="377"/>
                      </a:lnTo>
                      <a:lnTo>
                        <a:pt x="673" y="405"/>
                      </a:lnTo>
                      <a:lnTo>
                        <a:pt x="671" y="432"/>
                      </a:lnTo>
                      <a:lnTo>
                        <a:pt x="661" y="484"/>
                      </a:lnTo>
                      <a:lnTo>
                        <a:pt x="641" y="533"/>
                      </a:lnTo>
                      <a:lnTo>
                        <a:pt x="612" y="575"/>
                      </a:lnTo>
                      <a:lnTo>
                        <a:pt x="575" y="611"/>
                      </a:lnTo>
                      <a:lnTo>
                        <a:pt x="533" y="640"/>
                      </a:lnTo>
                      <a:lnTo>
                        <a:pt x="486" y="661"/>
                      </a:lnTo>
                      <a:lnTo>
                        <a:pt x="432" y="671"/>
                      </a:lnTo>
                      <a:lnTo>
                        <a:pt x="405" y="673"/>
                      </a:lnTo>
                      <a:close/>
                      <a:moveTo>
                        <a:pt x="682" y="193"/>
                      </a:moveTo>
                      <a:lnTo>
                        <a:pt x="669" y="193"/>
                      </a:lnTo>
                      <a:lnTo>
                        <a:pt x="646" y="183"/>
                      </a:lnTo>
                      <a:lnTo>
                        <a:pt x="628" y="166"/>
                      </a:lnTo>
                      <a:lnTo>
                        <a:pt x="620" y="143"/>
                      </a:lnTo>
                      <a:lnTo>
                        <a:pt x="618" y="130"/>
                      </a:lnTo>
                      <a:lnTo>
                        <a:pt x="620" y="117"/>
                      </a:lnTo>
                      <a:lnTo>
                        <a:pt x="628" y="95"/>
                      </a:lnTo>
                      <a:lnTo>
                        <a:pt x="646" y="78"/>
                      </a:lnTo>
                      <a:lnTo>
                        <a:pt x="669" y="68"/>
                      </a:lnTo>
                      <a:lnTo>
                        <a:pt x="682" y="66"/>
                      </a:lnTo>
                      <a:lnTo>
                        <a:pt x="695" y="68"/>
                      </a:lnTo>
                      <a:lnTo>
                        <a:pt x="716" y="78"/>
                      </a:lnTo>
                      <a:lnTo>
                        <a:pt x="733" y="95"/>
                      </a:lnTo>
                      <a:lnTo>
                        <a:pt x="744" y="117"/>
                      </a:lnTo>
                      <a:lnTo>
                        <a:pt x="745" y="130"/>
                      </a:lnTo>
                      <a:lnTo>
                        <a:pt x="744" y="143"/>
                      </a:lnTo>
                      <a:lnTo>
                        <a:pt x="733" y="166"/>
                      </a:lnTo>
                      <a:lnTo>
                        <a:pt x="716" y="183"/>
                      </a:lnTo>
                      <a:lnTo>
                        <a:pt x="695" y="193"/>
                      </a:lnTo>
                      <a:lnTo>
                        <a:pt x="682" y="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" name="Google Shape;365;p9"/>
                <p:cNvSpPr/>
                <p:nvPr/>
              </p:nvSpPr>
              <p:spPr>
                <a:xfrm>
                  <a:off x="1983" y="660"/>
                  <a:ext cx="103" cy="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" h="308" extrusionOk="0">
                      <a:moveTo>
                        <a:pt x="154" y="0"/>
                      </a:moveTo>
                      <a:lnTo>
                        <a:pt x="124" y="3"/>
                      </a:lnTo>
                      <a:lnTo>
                        <a:pt x="67" y="26"/>
                      </a:lnTo>
                      <a:lnTo>
                        <a:pt x="26" y="67"/>
                      </a:lnTo>
                      <a:lnTo>
                        <a:pt x="3" y="122"/>
                      </a:lnTo>
                      <a:lnTo>
                        <a:pt x="0" y="154"/>
                      </a:lnTo>
                      <a:lnTo>
                        <a:pt x="3" y="185"/>
                      </a:lnTo>
                      <a:lnTo>
                        <a:pt x="26" y="240"/>
                      </a:lnTo>
                      <a:lnTo>
                        <a:pt x="67" y="283"/>
                      </a:lnTo>
                      <a:lnTo>
                        <a:pt x="124" y="307"/>
                      </a:lnTo>
                      <a:lnTo>
                        <a:pt x="154" y="308"/>
                      </a:lnTo>
                      <a:lnTo>
                        <a:pt x="186" y="307"/>
                      </a:lnTo>
                      <a:lnTo>
                        <a:pt x="242" y="283"/>
                      </a:lnTo>
                      <a:lnTo>
                        <a:pt x="284" y="240"/>
                      </a:lnTo>
                      <a:lnTo>
                        <a:pt x="307" y="185"/>
                      </a:lnTo>
                      <a:lnTo>
                        <a:pt x="308" y="154"/>
                      </a:lnTo>
                      <a:lnTo>
                        <a:pt x="307" y="122"/>
                      </a:lnTo>
                      <a:lnTo>
                        <a:pt x="284" y="67"/>
                      </a:lnTo>
                      <a:lnTo>
                        <a:pt x="242" y="26"/>
                      </a:lnTo>
                      <a:lnTo>
                        <a:pt x="186" y="3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" name="Google Shape;366;p9"/>
                <p:cNvSpPr/>
                <p:nvPr/>
              </p:nvSpPr>
              <p:spPr>
                <a:xfrm>
                  <a:off x="1747" y="423"/>
                  <a:ext cx="575" cy="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725" extrusionOk="0">
                      <a:moveTo>
                        <a:pt x="862" y="0"/>
                      </a:moveTo>
                      <a:lnTo>
                        <a:pt x="819" y="2"/>
                      </a:lnTo>
                      <a:lnTo>
                        <a:pt x="731" y="10"/>
                      </a:lnTo>
                      <a:lnTo>
                        <a:pt x="647" y="28"/>
                      </a:lnTo>
                      <a:lnTo>
                        <a:pt x="566" y="52"/>
                      </a:lnTo>
                      <a:lnTo>
                        <a:pt x="489" y="85"/>
                      </a:lnTo>
                      <a:lnTo>
                        <a:pt x="415" y="126"/>
                      </a:lnTo>
                      <a:lnTo>
                        <a:pt x="346" y="172"/>
                      </a:lnTo>
                      <a:lnTo>
                        <a:pt x="282" y="225"/>
                      </a:lnTo>
                      <a:lnTo>
                        <a:pt x="223" y="283"/>
                      </a:lnTo>
                      <a:lnTo>
                        <a:pt x="172" y="346"/>
                      </a:lnTo>
                      <a:lnTo>
                        <a:pt x="124" y="415"/>
                      </a:lnTo>
                      <a:lnTo>
                        <a:pt x="85" y="489"/>
                      </a:lnTo>
                      <a:lnTo>
                        <a:pt x="52" y="567"/>
                      </a:lnTo>
                      <a:lnTo>
                        <a:pt x="27" y="647"/>
                      </a:lnTo>
                      <a:lnTo>
                        <a:pt x="10" y="731"/>
                      </a:lnTo>
                      <a:lnTo>
                        <a:pt x="1" y="819"/>
                      </a:lnTo>
                      <a:lnTo>
                        <a:pt x="0" y="863"/>
                      </a:lnTo>
                      <a:lnTo>
                        <a:pt x="1" y="907"/>
                      </a:lnTo>
                      <a:lnTo>
                        <a:pt x="10" y="994"/>
                      </a:lnTo>
                      <a:lnTo>
                        <a:pt x="27" y="1078"/>
                      </a:lnTo>
                      <a:lnTo>
                        <a:pt x="52" y="1159"/>
                      </a:lnTo>
                      <a:lnTo>
                        <a:pt x="85" y="1237"/>
                      </a:lnTo>
                      <a:lnTo>
                        <a:pt x="124" y="1310"/>
                      </a:lnTo>
                      <a:lnTo>
                        <a:pt x="172" y="1379"/>
                      </a:lnTo>
                      <a:lnTo>
                        <a:pt x="223" y="1443"/>
                      </a:lnTo>
                      <a:lnTo>
                        <a:pt x="282" y="1502"/>
                      </a:lnTo>
                      <a:lnTo>
                        <a:pt x="346" y="1553"/>
                      </a:lnTo>
                      <a:lnTo>
                        <a:pt x="415" y="1601"/>
                      </a:lnTo>
                      <a:lnTo>
                        <a:pt x="489" y="1640"/>
                      </a:lnTo>
                      <a:lnTo>
                        <a:pt x="566" y="1673"/>
                      </a:lnTo>
                      <a:lnTo>
                        <a:pt x="647" y="1698"/>
                      </a:lnTo>
                      <a:lnTo>
                        <a:pt x="731" y="1715"/>
                      </a:lnTo>
                      <a:lnTo>
                        <a:pt x="819" y="1724"/>
                      </a:lnTo>
                      <a:lnTo>
                        <a:pt x="862" y="1725"/>
                      </a:lnTo>
                      <a:lnTo>
                        <a:pt x="907" y="1724"/>
                      </a:lnTo>
                      <a:lnTo>
                        <a:pt x="994" y="1715"/>
                      </a:lnTo>
                      <a:lnTo>
                        <a:pt x="1078" y="1698"/>
                      </a:lnTo>
                      <a:lnTo>
                        <a:pt x="1159" y="1673"/>
                      </a:lnTo>
                      <a:lnTo>
                        <a:pt x="1237" y="1640"/>
                      </a:lnTo>
                      <a:lnTo>
                        <a:pt x="1310" y="1601"/>
                      </a:lnTo>
                      <a:lnTo>
                        <a:pt x="1379" y="1553"/>
                      </a:lnTo>
                      <a:lnTo>
                        <a:pt x="1443" y="1502"/>
                      </a:lnTo>
                      <a:lnTo>
                        <a:pt x="1500" y="1443"/>
                      </a:lnTo>
                      <a:lnTo>
                        <a:pt x="1554" y="1379"/>
                      </a:lnTo>
                      <a:lnTo>
                        <a:pt x="1600" y="1310"/>
                      </a:lnTo>
                      <a:lnTo>
                        <a:pt x="1640" y="1237"/>
                      </a:lnTo>
                      <a:lnTo>
                        <a:pt x="1673" y="1159"/>
                      </a:lnTo>
                      <a:lnTo>
                        <a:pt x="1698" y="1078"/>
                      </a:lnTo>
                      <a:lnTo>
                        <a:pt x="1715" y="994"/>
                      </a:lnTo>
                      <a:lnTo>
                        <a:pt x="1724" y="907"/>
                      </a:lnTo>
                      <a:lnTo>
                        <a:pt x="1725" y="863"/>
                      </a:lnTo>
                      <a:lnTo>
                        <a:pt x="1724" y="819"/>
                      </a:lnTo>
                      <a:lnTo>
                        <a:pt x="1715" y="731"/>
                      </a:lnTo>
                      <a:lnTo>
                        <a:pt x="1698" y="647"/>
                      </a:lnTo>
                      <a:lnTo>
                        <a:pt x="1673" y="567"/>
                      </a:lnTo>
                      <a:lnTo>
                        <a:pt x="1640" y="489"/>
                      </a:lnTo>
                      <a:lnTo>
                        <a:pt x="1600" y="415"/>
                      </a:lnTo>
                      <a:lnTo>
                        <a:pt x="1554" y="346"/>
                      </a:lnTo>
                      <a:lnTo>
                        <a:pt x="1500" y="283"/>
                      </a:lnTo>
                      <a:lnTo>
                        <a:pt x="1443" y="225"/>
                      </a:lnTo>
                      <a:lnTo>
                        <a:pt x="1379" y="172"/>
                      </a:lnTo>
                      <a:lnTo>
                        <a:pt x="1310" y="126"/>
                      </a:lnTo>
                      <a:lnTo>
                        <a:pt x="1237" y="85"/>
                      </a:lnTo>
                      <a:lnTo>
                        <a:pt x="1159" y="52"/>
                      </a:lnTo>
                      <a:lnTo>
                        <a:pt x="1078" y="28"/>
                      </a:lnTo>
                      <a:lnTo>
                        <a:pt x="994" y="10"/>
                      </a:lnTo>
                      <a:lnTo>
                        <a:pt x="907" y="2"/>
                      </a:lnTo>
                      <a:lnTo>
                        <a:pt x="862" y="0"/>
                      </a:lnTo>
                      <a:close/>
                      <a:moveTo>
                        <a:pt x="1381" y="1123"/>
                      </a:moveTo>
                      <a:lnTo>
                        <a:pt x="1381" y="1149"/>
                      </a:lnTo>
                      <a:lnTo>
                        <a:pt x="1369" y="1201"/>
                      </a:lnTo>
                      <a:lnTo>
                        <a:pt x="1350" y="1247"/>
                      </a:lnTo>
                      <a:lnTo>
                        <a:pt x="1322" y="1288"/>
                      </a:lnTo>
                      <a:lnTo>
                        <a:pt x="1286" y="1324"/>
                      </a:lnTo>
                      <a:lnTo>
                        <a:pt x="1244" y="1352"/>
                      </a:lnTo>
                      <a:lnTo>
                        <a:pt x="1198" y="1372"/>
                      </a:lnTo>
                      <a:lnTo>
                        <a:pt x="1146" y="1383"/>
                      </a:lnTo>
                      <a:lnTo>
                        <a:pt x="1120" y="1383"/>
                      </a:lnTo>
                      <a:lnTo>
                        <a:pt x="605" y="1383"/>
                      </a:lnTo>
                      <a:lnTo>
                        <a:pt x="578" y="1383"/>
                      </a:lnTo>
                      <a:lnTo>
                        <a:pt x="527" y="1372"/>
                      </a:lnTo>
                      <a:lnTo>
                        <a:pt x="480" y="1352"/>
                      </a:lnTo>
                      <a:lnTo>
                        <a:pt x="438" y="1324"/>
                      </a:lnTo>
                      <a:lnTo>
                        <a:pt x="404" y="1288"/>
                      </a:lnTo>
                      <a:lnTo>
                        <a:pt x="375" y="1247"/>
                      </a:lnTo>
                      <a:lnTo>
                        <a:pt x="355" y="1201"/>
                      </a:lnTo>
                      <a:lnTo>
                        <a:pt x="344" y="1149"/>
                      </a:lnTo>
                      <a:lnTo>
                        <a:pt x="343" y="1123"/>
                      </a:lnTo>
                      <a:lnTo>
                        <a:pt x="343" y="608"/>
                      </a:lnTo>
                      <a:lnTo>
                        <a:pt x="344" y="581"/>
                      </a:lnTo>
                      <a:lnTo>
                        <a:pt x="355" y="531"/>
                      </a:lnTo>
                      <a:lnTo>
                        <a:pt x="375" y="483"/>
                      </a:lnTo>
                      <a:lnTo>
                        <a:pt x="404" y="441"/>
                      </a:lnTo>
                      <a:lnTo>
                        <a:pt x="438" y="407"/>
                      </a:lnTo>
                      <a:lnTo>
                        <a:pt x="480" y="378"/>
                      </a:lnTo>
                      <a:lnTo>
                        <a:pt x="527" y="358"/>
                      </a:lnTo>
                      <a:lnTo>
                        <a:pt x="578" y="348"/>
                      </a:lnTo>
                      <a:lnTo>
                        <a:pt x="605" y="346"/>
                      </a:lnTo>
                      <a:lnTo>
                        <a:pt x="1120" y="346"/>
                      </a:lnTo>
                      <a:lnTo>
                        <a:pt x="1146" y="348"/>
                      </a:lnTo>
                      <a:lnTo>
                        <a:pt x="1198" y="358"/>
                      </a:lnTo>
                      <a:lnTo>
                        <a:pt x="1244" y="378"/>
                      </a:lnTo>
                      <a:lnTo>
                        <a:pt x="1286" y="407"/>
                      </a:lnTo>
                      <a:lnTo>
                        <a:pt x="1322" y="441"/>
                      </a:lnTo>
                      <a:lnTo>
                        <a:pt x="1350" y="483"/>
                      </a:lnTo>
                      <a:lnTo>
                        <a:pt x="1369" y="531"/>
                      </a:lnTo>
                      <a:lnTo>
                        <a:pt x="1381" y="581"/>
                      </a:lnTo>
                      <a:lnTo>
                        <a:pt x="1381" y="608"/>
                      </a:lnTo>
                      <a:lnTo>
                        <a:pt x="1381" y="112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7" name="Google Shape;367;p9"/>
              <p:cNvSpPr/>
              <p:nvPr/>
            </p:nvSpPr>
            <p:spPr>
              <a:xfrm rot="5400000">
                <a:off x="11360858" y="343758"/>
                <a:ext cx="140525" cy="26670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617" extrusionOk="0">
                    <a:moveTo>
                      <a:pt x="711" y="92"/>
                    </a:moveTo>
                    <a:lnTo>
                      <a:pt x="586" y="92"/>
                    </a:lnTo>
                    <a:lnTo>
                      <a:pt x="586" y="0"/>
                    </a:lnTo>
                    <a:lnTo>
                      <a:pt x="258" y="0"/>
                    </a:lnTo>
                    <a:lnTo>
                      <a:pt x="258" y="92"/>
                    </a:lnTo>
                    <a:lnTo>
                      <a:pt x="140" y="92"/>
                    </a:lnTo>
                    <a:lnTo>
                      <a:pt x="111" y="95"/>
                    </a:lnTo>
                    <a:lnTo>
                      <a:pt x="61" y="117"/>
                    </a:lnTo>
                    <a:lnTo>
                      <a:pt x="23" y="154"/>
                    </a:lnTo>
                    <a:lnTo>
                      <a:pt x="1" y="205"/>
                    </a:lnTo>
                    <a:lnTo>
                      <a:pt x="0" y="233"/>
                    </a:lnTo>
                    <a:lnTo>
                      <a:pt x="0" y="1477"/>
                    </a:lnTo>
                    <a:lnTo>
                      <a:pt x="1" y="1506"/>
                    </a:lnTo>
                    <a:lnTo>
                      <a:pt x="23" y="1556"/>
                    </a:lnTo>
                    <a:lnTo>
                      <a:pt x="61" y="1594"/>
                    </a:lnTo>
                    <a:lnTo>
                      <a:pt x="111" y="1615"/>
                    </a:lnTo>
                    <a:lnTo>
                      <a:pt x="140" y="1617"/>
                    </a:lnTo>
                    <a:lnTo>
                      <a:pt x="711" y="1617"/>
                    </a:lnTo>
                    <a:lnTo>
                      <a:pt x="740" y="1615"/>
                    </a:lnTo>
                    <a:lnTo>
                      <a:pt x="790" y="1594"/>
                    </a:lnTo>
                    <a:lnTo>
                      <a:pt x="828" y="1556"/>
                    </a:lnTo>
                    <a:lnTo>
                      <a:pt x="850" y="1506"/>
                    </a:lnTo>
                    <a:lnTo>
                      <a:pt x="851" y="1477"/>
                    </a:lnTo>
                    <a:lnTo>
                      <a:pt x="851" y="233"/>
                    </a:lnTo>
                    <a:lnTo>
                      <a:pt x="850" y="205"/>
                    </a:lnTo>
                    <a:lnTo>
                      <a:pt x="828" y="154"/>
                    </a:lnTo>
                    <a:lnTo>
                      <a:pt x="790" y="117"/>
                    </a:lnTo>
                    <a:lnTo>
                      <a:pt x="740" y="95"/>
                    </a:lnTo>
                    <a:lnTo>
                      <a:pt x="711" y="92"/>
                    </a:lnTo>
                    <a:close/>
                    <a:moveTo>
                      <a:pt x="757" y="1477"/>
                    </a:moveTo>
                    <a:lnTo>
                      <a:pt x="757" y="1487"/>
                    </a:lnTo>
                    <a:lnTo>
                      <a:pt x="750" y="1503"/>
                    </a:lnTo>
                    <a:lnTo>
                      <a:pt x="737" y="1516"/>
                    </a:lnTo>
                    <a:lnTo>
                      <a:pt x="721" y="1523"/>
                    </a:lnTo>
                    <a:lnTo>
                      <a:pt x="711" y="1525"/>
                    </a:lnTo>
                    <a:lnTo>
                      <a:pt x="140" y="1525"/>
                    </a:lnTo>
                    <a:lnTo>
                      <a:pt x="131" y="1523"/>
                    </a:lnTo>
                    <a:lnTo>
                      <a:pt x="114" y="1516"/>
                    </a:lnTo>
                    <a:lnTo>
                      <a:pt x="101" y="1503"/>
                    </a:lnTo>
                    <a:lnTo>
                      <a:pt x="94" y="1487"/>
                    </a:lnTo>
                    <a:lnTo>
                      <a:pt x="94" y="1477"/>
                    </a:lnTo>
                    <a:lnTo>
                      <a:pt x="94" y="233"/>
                    </a:lnTo>
                    <a:lnTo>
                      <a:pt x="94" y="223"/>
                    </a:lnTo>
                    <a:lnTo>
                      <a:pt x="101" y="206"/>
                    </a:lnTo>
                    <a:lnTo>
                      <a:pt x="114" y="194"/>
                    </a:lnTo>
                    <a:lnTo>
                      <a:pt x="131" y="187"/>
                    </a:lnTo>
                    <a:lnTo>
                      <a:pt x="140" y="186"/>
                    </a:lnTo>
                    <a:lnTo>
                      <a:pt x="711" y="186"/>
                    </a:lnTo>
                    <a:lnTo>
                      <a:pt x="721" y="187"/>
                    </a:lnTo>
                    <a:lnTo>
                      <a:pt x="737" y="194"/>
                    </a:lnTo>
                    <a:lnTo>
                      <a:pt x="750" y="206"/>
                    </a:lnTo>
                    <a:lnTo>
                      <a:pt x="757" y="223"/>
                    </a:lnTo>
                    <a:lnTo>
                      <a:pt x="757" y="233"/>
                    </a:lnTo>
                    <a:lnTo>
                      <a:pt x="757" y="1477"/>
                    </a:lnTo>
                    <a:close/>
                    <a:moveTo>
                      <a:pt x="707" y="1468"/>
                    </a:moveTo>
                    <a:lnTo>
                      <a:pt x="144" y="1468"/>
                    </a:lnTo>
                    <a:lnTo>
                      <a:pt x="144" y="1264"/>
                    </a:lnTo>
                    <a:lnTo>
                      <a:pt x="707" y="1264"/>
                    </a:lnTo>
                    <a:lnTo>
                      <a:pt x="707" y="1468"/>
                    </a:lnTo>
                    <a:close/>
                    <a:moveTo>
                      <a:pt x="707" y="1213"/>
                    </a:moveTo>
                    <a:lnTo>
                      <a:pt x="144" y="1213"/>
                    </a:lnTo>
                    <a:lnTo>
                      <a:pt x="144" y="1009"/>
                    </a:lnTo>
                    <a:lnTo>
                      <a:pt x="707" y="1009"/>
                    </a:lnTo>
                    <a:lnTo>
                      <a:pt x="707" y="1213"/>
                    </a:lnTo>
                    <a:close/>
                    <a:moveTo>
                      <a:pt x="707" y="958"/>
                    </a:moveTo>
                    <a:lnTo>
                      <a:pt x="144" y="958"/>
                    </a:lnTo>
                    <a:lnTo>
                      <a:pt x="144" y="754"/>
                    </a:lnTo>
                    <a:lnTo>
                      <a:pt x="707" y="754"/>
                    </a:lnTo>
                    <a:lnTo>
                      <a:pt x="707" y="958"/>
                    </a:lnTo>
                    <a:close/>
                    <a:moveTo>
                      <a:pt x="707" y="703"/>
                    </a:moveTo>
                    <a:lnTo>
                      <a:pt x="144" y="703"/>
                    </a:lnTo>
                    <a:lnTo>
                      <a:pt x="144" y="499"/>
                    </a:lnTo>
                    <a:lnTo>
                      <a:pt x="707" y="499"/>
                    </a:lnTo>
                    <a:lnTo>
                      <a:pt x="707" y="703"/>
                    </a:lnTo>
                    <a:close/>
                    <a:moveTo>
                      <a:pt x="707" y="448"/>
                    </a:moveTo>
                    <a:lnTo>
                      <a:pt x="144" y="448"/>
                    </a:lnTo>
                    <a:lnTo>
                      <a:pt x="144" y="243"/>
                    </a:lnTo>
                    <a:lnTo>
                      <a:pt x="707" y="243"/>
                    </a:lnTo>
                    <a:lnTo>
                      <a:pt x="707" y="4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9"/>
              <p:cNvSpPr/>
              <p:nvPr/>
            </p:nvSpPr>
            <p:spPr>
              <a:xfrm>
                <a:off x="10885020" y="369386"/>
                <a:ext cx="454304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100%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9"/>
              <p:cNvSpPr/>
              <p:nvPr/>
            </p:nvSpPr>
            <p:spPr>
              <a:xfrm>
                <a:off x="10212196" y="406846"/>
                <a:ext cx="17980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293" extrusionOk="0">
                    <a:moveTo>
                      <a:pt x="2747" y="3607"/>
                    </a:moveTo>
                    <a:lnTo>
                      <a:pt x="2711" y="3609"/>
                    </a:lnTo>
                    <a:lnTo>
                      <a:pt x="2645" y="3622"/>
                    </a:lnTo>
                    <a:lnTo>
                      <a:pt x="2583" y="3649"/>
                    </a:lnTo>
                    <a:lnTo>
                      <a:pt x="2528" y="3685"/>
                    </a:lnTo>
                    <a:lnTo>
                      <a:pt x="2481" y="3733"/>
                    </a:lnTo>
                    <a:lnTo>
                      <a:pt x="2443" y="3787"/>
                    </a:lnTo>
                    <a:lnTo>
                      <a:pt x="2417" y="3848"/>
                    </a:lnTo>
                    <a:lnTo>
                      <a:pt x="2403" y="3916"/>
                    </a:lnTo>
                    <a:lnTo>
                      <a:pt x="2403" y="3950"/>
                    </a:lnTo>
                    <a:lnTo>
                      <a:pt x="2403" y="3986"/>
                    </a:lnTo>
                    <a:lnTo>
                      <a:pt x="2417" y="4052"/>
                    </a:lnTo>
                    <a:lnTo>
                      <a:pt x="2443" y="4114"/>
                    </a:lnTo>
                    <a:lnTo>
                      <a:pt x="2481" y="4169"/>
                    </a:lnTo>
                    <a:lnTo>
                      <a:pt x="2527" y="4215"/>
                    </a:lnTo>
                    <a:lnTo>
                      <a:pt x="2583" y="4253"/>
                    </a:lnTo>
                    <a:lnTo>
                      <a:pt x="2645" y="4279"/>
                    </a:lnTo>
                    <a:lnTo>
                      <a:pt x="2711" y="4293"/>
                    </a:lnTo>
                    <a:lnTo>
                      <a:pt x="2747" y="4293"/>
                    </a:lnTo>
                    <a:lnTo>
                      <a:pt x="2783" y="4293"/>
                    </a:lnTo>
                    <a:lnTo>
                      <a:pt x="2849" y="4279"/>
                    </a:lnTo>
                    <a:lnTo>
                      <a:pt x="2911" y="4253"/>
                    </a:lnTo>
                    <a:lnTo>
                      <a:pt x="2966" y="4215"/>
                    </a:lnTo>
                    <a:lnTo>
                      <a:pt x="3013" y="4169"/>
                    </a:lnTo>
                    <a:lnTo>
                      <a:pt x="3051" y="4114"/>
                    </a:lnTo>
                    <a:lnTo>
                      <a:pt x="3077" y="4052"/>
                    </a:lnTo>
                    <a:lnTo>
                      <a:pt x="3090" y="3986"/>
                    </a:lnTo>
                    <a:lnTo>
                      <a:pt x="3091" y="3950"/>
                    </a:lnTo>
                    <a:lnTo>
                      <a:pt x="3090" y="3916"/>
                    </a:lnTo>
                    <a:lnTo>
                      <a:pt x="3077" y="3848"/>
                    </a:lnTo>
                    <a:lnTo>
                      <a:pt x="3051" y="3787"/>
                    </a:lnTo>
                    <a:lnTo>
                      <a:pt x="3013" y="3733"/>
                    </a:lnTo>
                    <a:lnTo>
                      <a:pt x="2966" y="3685"/>
                    </a:lnTo>
                    <a:lnTo>
                      <a:pt x="2911" y="3648"/>
                    </a:lnTo>
                    <a:lnTo>
                      <a:pt x="2849" y="3622"/>
                    </a:lnTo>
                    <a:lnTo>
                      <a:pt x="2783" y="3609"/>
                    </a:lnTo>
                    <a:lnTo>
                      <a:pt x="2747" y="3607"/>
                    </a:lnTo>
                    <a:close/>
                    <a:moveTo>
                      <a:pt x="5399" y="1030"/>
                    </a:moveTo>
                    <a:lnTo>
                      <a:pt x="5332" y="968"/>
                    </a:lnTo>
                    <a:lnTo>
                      <a:pt x="5194" y="852"/>
                    </a:lnTo>
                    <a:lnTo>
                      <a:pt x="5050" y="741"/>
                    </a:lnTo>
                    <a:lnTo>
                      <a:pt x="4902" y="638"/>
                    </a:lnTo>
                    <a:lnTo>
                      <a:pt x="4749" y="542"/>
                    </a:lnTo>
                    <a:lnTo>
                      <a:pt x="4592" y="454"/>
                    </a:lnTo>
                    <a:lnTo>
                      <a:pt x="4431" y="373"/>
                    </a:lnTo>
                    <a:lnTo>
                      <a:pt x="4266" y="300"/>
                    </a:lnTo>
                    <a:lnTo>
                      <a:pt x="4098" y="235"/>
                    </a:lnTo>
                    <a:lnTo>
                      <a:pt x="3927" y="178"/>
                    </a:lnTo>
                    <a:lnTo>
                      <a:pt x="3751" y="127"/>
                    </a:lnTo>
                    <a:lnTo>
                      <a:pt x="3574" y="85"/>
                    </a:lnTo>
                    <a:lnTo>
                      <a:pt x="3394" y="52"/>
                    </a:lnTo>
                    <a:lnTo>
                      <a:pt x="3211" y="26"/>
                    </a:lnTo>
                    <a:lnTo>
                      <a:pt x="3026" y="10"/>
                    </a:lnTo>
                    <a:lnTo>
                      <a:pt x="2839" y="2"/>
                    </a:lnTo>
                    <a:lnTo>
                      <a:pt x="2746" y="0"/>
                    </a:lnTo>
                    <a:lnTo>
                      <a:pt x="2652" y="2"/>
                    </a:lnTo>
                    <a:lnTo>
                      <a:pt x="2466" y="10"/>
                    </a:lnTo>
                    <a:lnTo>
                      <a:pt x="2282" y="26"/>
                    </a:lnTo>
                    <a:lnTo>
                      <a:pt x="2099" y="52"/>
                    </a:lnTo>
                    <a:lnTo>
                      <a:pt x="1919" y="85"/>
                    </a:lnTo>
                    <a:lnTo>
                      <a:pt x="1740" y="127"/>
                    </a:lnTo>
                    <a:lnTo>
                      <a:pt x="1566" y="178"/>
                    </a:lnTo>
                    <a:lnTo>
                      <a:pt x="1395" y="235"/>
                    </a:lnTo>
                    <a:lnTo>
                      <a:pt x="1226" y="300"/>
                    </a:lnTo>
                    <a:lnTo>
                      <a:pt x="1060" y="373"/>
                    </a:lnTo>
                    <a:lnTo>
                      <a:pt x="899" y="454"/>
                    </a:lnTo>
                    <a:lnTo>
                      <a:pt x="742" y="542"/>
                    </a:lnTo>
                    <a:lnTo>
                      <a:pt x="590" y="638"/>
                    </a:lnTo>
                    <a:lnTo>
                      <a:pt x="441" y="741"/>
                    </a:lnTo>
                    <a:lnTo>
                      <a:pt x="299" y="852"/>
                    </a:lnTo>
                    <a:lnTo>
                      <a:pt x="160" y="970"/>
                    </a:lnTo>
                    <a:lnTo>
                      <a:pt x="93" y="1030"/>
                    </a:lnTo>
                    <a:lnTo>
                      <a:pt x="71" y="1053"/>
                    </a:lnTo>
                    <a:lnTo>
                      <a:pt x="35" y="1104"/>
                    </a:lnTo>
                    <a:lnTo>
                      <a:pt x="12" y="1157"/>
                    </a:lnTo>
                    <a:lnTo>
                      <a:pt x="0" y="1215"/>
                    </a:lnTo>
                    <a:lnTo>
                      <a:pt x="0" y="1272"/>
                    </a:lnTo>
                    <a:lnTo>
                      <a:pt x="12" y="1328"/>
                    </a:lnTo>
                    <a:lnTo>
                      <a:pt x="35" y="1383"/>
                    </a:lnTo>
                    <a:lnTo>
                      <a:pt x="71" y="1432"/>
                    </a:lnTo>
                    <a:lnTo>
                      <a:pt x="93" y="1455"/>
                    </a:lnTo>
                    <a:lnTo>
                      <a:pt x="117" y="1477"/>
                    </a:lnTo>
                    <a:lnTo>
                      <a:pt x="170" y="1510"/>
                    </a:lnTo>
                    <a:lnTo>
                      <a:pt x="228" y="1532"/>
                    </a:lnTo>
                    <a:lnTo>
                      <a:pt x="288" y="1543"/>
                    </a:lnTo>
                    <a:lnTo>
                      <a:pt x="319" y="1543"/>
                    </a:lnTo>
                    <a:lnTo>
                      <a:pt x="350" y="1543"/>
                    </a:lnTo>
                    <a:lnTo>
                      <a:pt x="411" y="1532"/>
                    </a:lnTo>
                    <a:lnTo>
                      <a:pt x="469" y="1510"/>
                    </a:lnTo>
                    <a:lnTo>
                      <a:pt x="522" y="1477"/>
                    </a:lnTo>
                    <a:lnTo>
                      <a:pt x="546" y="1455"/>
                    </a:lnTo>
                    <a:lnTo>
                      <a:pt x="601" y="1405"/>
                    </a:lnTo>
                    <a:lnTo>
                      <a:pt x="716" y="1308"/>
                    </a:lnTo>
                    <a:lnTo>
                      <a:pt x="834" y="1218"/>
                    </a:lnTo>
                    <a:lnTo>
                      <a:pt x="958" y="1134"/>
                    </a:lnTo>
                    <a:lnTo>
                      <a:pt x="1085" y="1056"/>
                    </a:lnTo>
                    <a:lnTo>
                      <a:pt x="1215" y="986"/>
                    </a:lnTo>
                    <a:lnTo>
                      <a:pt x="1349" y="922"/>
                    </a:lnTo>
                    <a:lnTo>
                      <a:pt x="1485" y="865"/>
                    </a:lnTo>
                    <a:lnTo>
                      <a:pt x="1625" y="813"/>
                    </a:lnTo>
                    <a:lnTo>
                      <a:pt x="1768" y="768"/>
                    </a:lnTo>
                    <a:lnTo>
                      <a:pt x="1985" y="712"/>
                    </a:lnTo>
                    <a:lnTo>
                      <a:pt x="2285" y="662"/>
                    </a:lnTo>
                    <a:lnTo>
                      <a:pt x="2590" y="636"/>
                    </a:lnTo>
                    <a:lnTo>
                      <a:pt x="2746" y="633"/>
                    </a:lnTo>
                    <a:lnTo>
                      <a:pt x="2901" y="636"/>
                    </a:lnTo>
                    <a:lnTo>
                      <a:pt x="3208" y="662"/>
                    </a:lnTo>
                    <a:lnTo>
                      <a:pt x="3506" y="712"/>
                    </a:lnTo>
                    <a:lnTo>
                      <a:pt x="3725" y="768"/>
                    </a:lnTo>
                    <a:lnTo>
                      <a:pt x="3868" y="813"/>
                    </a:lnTo>
                    <a:lnTo>
                      <a:pt x="4007" y="865"/>
                    </a:lnTo>
                    <a:lnTo>
                      <a:pt x="4144" y="922"/>
                    </a:lnTo>
                    <a:lnTo>
                      <a:pt x="4277" y="986"/>
                    </a:lnTo>
                    <a:lnTo>
                      <a:pt x="4408" y="1056"/>
                    </a:lnTo>
                    <a:lnTo>
                      <a:pt x="4534" y="1134"/>
                    </a:lnTo>
                    <a:lnTo>
                      <a:pt x="4657" y="1218"/>
                    </a:lnTo>
                    <a:lnTo>
                      <a:pt x="4776" y="1307"/>
                    </a:lnTo>
                    <a:lnTo>
                      <a:pt x="4890" y="1403"/>
                    </a:lnTo>
                    <a:lnTo>
                      <a:pt x="4946" y="1455"/>
                    </a:lnTo>
                    <a:lnTo>
                      <a:pt x="4969" y="1477"/>
                    </a:lnTo>
                    <a:lnTo>
                      <a:pt x="5023" y="1509"/>
                    </a:lnTo>
                    <a:lnTo>
                      <a:pt x="5082" y="1532"/>
                    </a:lnTo>
                    <a:lnTo>
                      <a:pt x="5142" y="1542"/>
                    </a:lnTo>
                    <a:lnTo>
                      <a:pt x="5203" y="1542"/>
                    </a:lnTo>
                    <a:lnTo>
                      <a:pt x="5263" y="1532"/>
                    </a:lnTo>
                    <a:lnTo>
                      <a:pt x="5322" y="1509"/>
                    </a:lnTo>
                    <a:lnTo>
                      <a:pt x="5375" y="1477"/>
                    </a:lnTo>
                    <a:lnTo>
                      <a:pt x="5399" y="1455"/>
                    </a:lnTo>
                    <a:lnTo>
                      <a:pt x="5422" y="1432"/>
                    </a:lnTo>
                    <a:lnTo>
                      <a:pt x="5456" y="1383"/>
                    </a:lnTo>
                    <a:lnTo>
                      <a:pt x="5481" y="1328"/>
                    </a:lnTo>
                    <a:lnTo>
                      <a:pt x="5492" y="1272"/>
                    </a:lnTo>
                    <a:lnTo>
                      <a:pt x="5492" y="1215"/>
                    </a:lnTo>
                    <a:lnTo>
                      <a:pt x="5481" y="1157"/>
                    </a:lnTo>
                    <a:lnTo>
                      <a:pt x="5456" y="1102"/>
                    </a:lnTo>
                    <a:lnTo>
                      <a:pt x="5422" y="1053"/>
                    </a:lnTo>
                    <a:lnTo>
                      <a:pt x="5399" y="1030"/>
                    </a:lnTo>
                    <a:close/>
                    <a:moveTo>
                      <a:pt x="2743" y="1202"/>
                    </a:moveTo>
                    <a:lnTo>
                      <a:pt x="2604" y="1203"/>
                    </a:lnTo>
                    <a:lnTo>
                      <a:pt x="2332" y="1230"/>
                    </a:lnTo>
                    <a:lnTo>
                      <a:pt x="2066" y="1282"/>
                    </a:lnTo>
                    <a:lnTo>
                      <a:pt x="1807" y="1360"/>
                    </a:lnTo>
                    <a:lnTo>
                      <a:pt x="1557" y="1462"/>
                    </a:lnTo>
                    <a:lnTo>
                      <a:pt x="1320" y="1589"/>
                    </a:lnTo>
                    <a:lnTo>
                      <a:pt x="1094" y="1739"/>
                    </a:lnTo>
                    <a:lnTo>
                      <a:pt x="882" y="1912"/>
                    </a:lnTo>
                    <a:lnTo>
                      <a:pt x="782" y="2008"/>
                    </a:lnTo>
                    <a:lnTo>
                      <a:pt x="759" y="2033"/>
                    </a:lnTo>
                    <a:lnTo>
                      <a:pt x="722" y="2088"/>
                    </a:lnTo>
                    <a:lnTo>
                      <a:pt x="698" y="2148"/>
                    </a:lnTo>
                    <a:lnTo>
                      <a:pt x="686" y="2211"/>
                    </a:lnTo>
                    <a:lnTo>
                      <a:pt x="686" y="2275"/>
                    </a:lnTo>
                    <a:lnTo>
                      <a:pt x="698" y="2337"/>
                    </a:lnTo>
                    <a:lnTo>
                      <a:pt x="722" y="2397"/>
                    </a:lnTo>
                    <a:lnTo>
                      <a:pt x="759" y="2452"/>
                    </a:lnTo>
                    <a:lnTo>
                      <a:pt x="782" y="2478"/>
                    </a:lnTo>
                    <a:lnTo>
                      <a:pt x="808" y="2501"/>
                    </a:lnTo>
                    <a:lnTo>
                      <a:pt x="863" y="2537"/>
                    </a:lnTo>
                    <a:lnTo>
                      <a:pt x="924" y="2561"/>
                    </a:lnTo>
                    <a:lnTo>
                      <a:pt x="987" y="2574"/>
                    </a:lnTo>
                    <a:lnTo>
                      <a:pt x="1019" y="2576"/>
                    </a:lnTo>
                    <a:lnTo>
                      <a:pt x="1052" y="2574"/>
                    </a:lnTo>
                    <a:lnTo>
                      <a:pt x="1115" y="2561"/>
                    </a:lnTo>
                    <a:lnTo>
                      <a:pt x="1176" y="2537"/>
                    </a:lnTo>
                    <a:lnTo>
                      <a:pt x="1230" y="2501"/>
                    </a:lnTo>
                    <a:lnTo>
                      <a:pt x="1256" y="2478"/>
                    </a:lnTo>
                    <a:lnTo>
                      <a:pt x="1331" y="2404"/>
                    </a:lnTo>
                    <a:lnTo>
                      <a:pt x="1493" y="2272"/>
                    </a:lnTo>
                    <a:lnTo>
                      <a:pt x="1664" y="2155"/>
                    </a:lnTo>
                    <a:lnTo>
                      <a:pt x="1844" y="2056"/>
                    </a:lnTo>
                    <a:lnTo>
                      <a:pt x="2033" y="1974"/>
                    </a:lnTo>
                    <a:lnTo>
                      <a:pt x="2229" y="1910"/>
                    </a:lnTo>
                    <a:lnTo>
                      <a:pt x="2432" y="1869"/>
                    </a:lnTo>
                    <a:lnTo>
                      <a:pt x="2638" y="1847"/>
                    </a:lnTo>
                    <a:lnTo>
                      <a:pt x="2743" y="1844"/>
                    </a:lnTo>
                    <a:lnTo>
                      <a:pt x="2848" y="1847"/>
                    </a:lnTo>
                    <a:lnTo>
                      <a:pt x="3055" y="1869"/>
                    </a:lnTo>
                    <a:lnTo>
                      <a:pt x="3257" y="1910"/>
                    </a:lnTo>
                    <a:lnTo>
                      <a:pt x="3453" y="1974"/>
                    </a:lnTo>
                    <a:lnTo>
                      <a:pt x="3643" y="2056"/>
                    </a:lnTo>
                    <a:lnTo>
                      <a:pt x="3823" y="2155"/>
                    </a:lnTo>
                    <a:lnTo>
                      <a:pt x="3994" y="2272"/>
                    </a:lnTo>
                    <a:lnTo>
                      <a:pt x="4154" y="2404"/>
                    </a:lnTo>
                    <a:lnTo>
                      <a:pt x="4230" y="2478"/>
                    </a:lnTo>
                    <a:lnTo>
                      <a:pt x="4255" y="2501"/>
                    </a:lnTo>
                    <a:lnTo>
                      <a:pt x="4311" y="2537"/>
                    </a:lnTo>
                    <a:lnTo>
                      <a:pt x="4372" y="2561"/>
                    </a:lnTo>
                    <a:lnTo>
                      <a:pt x="4435" y="2574"/>
                    </a:lnTo>
                    <a:lnTo>
                      <a:pt x="4500" y="2574"/>
                    </a:lnTo>
                    <a:lnTo>
                      <a:pt x="4562" y="2561"/>
                    </a:lnTo>
                    <a:lnTo>
                      <a:pt x="4622" y="2537"/>
                    </a:lnTo>
                    <a:lnTo>
                      <a:pt x="4678" y="2501"/>
                    </a:lnTo>
                    <a:lnTo>
                      <a:pt x="4703" y="2478"/>
                    </a:lnTo>
                    <a:lnTo>
                      <a:pt x="4727" y="2452"/>
                    </a:lnTo>
                    <a:lnTo>
                      <a:pt x="4763" y="2397"/>
                    </a:lnTo>
                    <a:lnTo>
                      <a:pt x="4788" y="2337"/>
                    </a:lnTo>
                    <a:lnTo>
                      <a:pt x="4801" y="2275"/>
                    </a:lnTo>
                    <a:lnTo>
                      <a:pt x="4801" y="2211"/>
                    </a:lnTo>
                    <a:lnTo>
                      <a:pt x="4788" y="2148"/>
                    </a:lnTo>
                    <a:lnTo>
                      <a:pt x="4763" y="2088"/>
                    </a:lnTo>
                    <a:lnTo>
                      <a:pt x="4727" y="2033"/>
                    </a:lnTo>
                    <a:lnTo>
                      <a:pt x="4703" y="2008"/>
                    </a:lnTo>
                    <a:lnTo>
                      <a:pt x="4603" y="1912"/>
                    </a:lnTo>
                    <a:lnTo>
                      <a:pt x="4392" y="1739"/>
                    </a:lnTo>
                    <a:lnTo>
                      <a:pt x="4167" y="1589"/>
                    </a:lnTo>
                    <a:lnTo>
                      <a:pt x="3928" y="1462"/>
                    </a:lnTo>
                    <a:lnTo>
                      <a:pt x="3679" y="1360"/>
                    </a:lnTo>
                    <a:lnTo>
                      <a:pt x="3421" y="1282"/>
                    </a:lnTo>
                    <a:lnTo>
                      <a:pt x="3155" y="1230"/>
                    </a:lnTo>
                    <a:lnTo>
                      <a:pt x="2881" y="1203"/>
                    </a:lnTo>
                    <a:lnTo>
                      <a:pt x="2743" y="1202"/>
                    </a:lnTo>
                    <a:close/>
                    <a:moveTo>
                      <a:pt x="2746" y="2403"/>
                    </a:moveTo>
                    <a:lnTo>
                      <a:pt x="2668" y="2404"/>
                    </a:lnTo>
                    <a:lnTo>
                      <a:pt x="2514" y="2420"/>
                    </a:lnTo>
                    <a:lnTo>
                      <a:pt x="2362" y="2451"/>
                    </a:lnTo>
                    <a:lnTo>
                      <a:pt x="2217" y="2497"/>
                    </a:lnTo>
                    <a:lnTo>
                      <a:pt x="2076" y="2556"/>
                    </a:lnTo>
                    <a:lnTo>
                      <a:pt x="1940" y="2631"/>
                    </a:lnTo>
                    <a:lnTo>
                      <a:pt x="1814" y="2719"/>
                    </a:lnTo>
                    <a:lnTo>
                      <a:pt x="1694" y="2819"/>
                    </a:lnTo>
                    <a:lnTo>
                      <a:pt x="1637" y="2876"/>
                    </a:lnTo>
                    <a:lnTo>
                      <a:pt x="1615" y="2900"/>
                    </a:lnTo>
                    <a:lnTo>
                      <a:pt x="1580" y="2955"/>
                    </a:lnTo>
                    <a:lnTo>
                      <a:pt x="1557" y="3012"/>
                    </a:lnTo>
                    <a:lnTo>
                      <a:pt x="1546" y="3074"/>
                    </a:lnTo>
                    <a:lnTo>
                      <a:pt x="1546" y="3136"/>
                    </a:lnTo>
                    <a:lnTo>
                      <a:pt x="1557" y="3197"/>
                    </a:lnTo>
                    <a:lnTo>
                      <a:pt x="1580" y="3256"/>
                    </a:lnTo>
                    <a:lnTo>
                      <a:pt x="1615" y="3309"/>
                    </a:lnTo>
                    <a:lnTo>
                      <a:pt x="1637" y="3334"/>
                    </a:lnTo>
                    <a:lnTo>
                      <a:pt x="1661" y="3357"/>
                    </a:lnTo>
                    <a:lnTo>
                      <a:pt x="1713" y="3393"/>
                    </a:lnTo>
                    <a:lnTo>
                      <a:pt x="1769" y="3416"/>
                    </a:lnTo>
                    <a:lnTo>
                      <a:pt x="1830" y="3427"/>
                    </a:lnTo>
                    <a:lnTo>
                      <a:pt x="1860" y="3429"/>
                    </a:lnTo>
                    <a:lnTo>
                      <a:pt x="1890" y="3427"/>
                    </a:lnTo>
                    <a:lnTo>
                      <a:pt x="1949" y="3416"/>
                    </a:lnTo>
                    <a:lnTo>
                      <a:pt x="2005" y="3393"/>
                    </a:lnTo>
                    <a:lnTo>
                      <a:pt x="2057" y="3357"/>
                    </a:lnTo>
                    <a:lnTo>
                      <a:pt x="2082" y="3334"/>
                    </a:lnTo>
                    <a:lnTo>
                      <a:pt x="2115" y="3300"/>
                    </a:lnTo>
                    <a:lnTo>
                      <a:pt x="2187" y="3239"/>
                    </a:lnTo>
                    <a:lnTo>
                      <a:pt x="2263" y="3184"/>
                    </a:lnTo>
                    <a:lnTo>
                      <a:pt x="2344" y="3138"/>
                    </a:lnTo>
                    <a:lnTo>
                      <a:pt x="2429" y="3100"/>
                    </a:lnTo>
                    <a:lnTo>
                      <a:pt x="2517" y="3070"/>
                    </a:lnTo>
                    <a:lnTo>
                      <a:pt x="2607" y="3051"/>
                    </a:lnTo>
                    <a:lnTo>
                      <a:pt x="2699" y="3041"/>
                    </a:lnTo>
                    <a:lnTo>
                      <a:pt x="2746" y="3040"/>
                    </a:lnTo>
                    <a:lnTo>
                      <a:pt x="2793" y="3040"/>
                    </a:lnTo>
                    <a:lnTo>
                      <a:pt x="2885" y="3051"/>
                    </a:lnTo>
                    <a:lnTo>
                      <a:pt x="2976" y="3070"/>
                    </a:lnTo>
                    <a:lnTo>
                      <a:pt x="3064" y="3100"/>
                    </a:lnTo>
                    <a:lnTo>
                      <a:pt x="3147" y="3138"/>
                    </a:lnTo>
                    <a:lnTo>
                      <a:pt x="3228" y="3184"/>
                    </a:lnTo>
                    <a:lnTo>
                      <a:pt x="3304" y="3239"/>
                    </a:lnTo>
                    <a:lnTo>
                      <a:pt x="3376" y="3300"/>
                    </a:lnTo>
                    <a:lnTo>
                      <a:pt x="3411" y="3334"/>
                    </a:lnTo>
                    <a:lnTo>
                      <a:pt x="3434" y="3357"/>
                    </a:lnTo>
                    <a:lnTo>
                      <a:pt x="3487" y="3393"/>
                    </a:lnTo>
                    <a:lnTo>
                      <a:pt x="3543" y="3416"/>
                    </a:lnTo>
                    <a:lnTo>
                      <a:pt x="3603" y="3427"/>
                    </a:lnTo>
                    <a:lnTo>
                      <a:pt x="3663" y="3427"/>
                    </a:lnTo>
                    <a:lnTo>
                      <a:pt x="3722" y="3416"/>
                    </a:lnTo>
                    <a:lnTo>
                      <a:pt x="3780" y="3393"/>
                    </a:lnTo>
                    <a:lnTo>
                      <a:pt x="3832" y="3357"/>
                    </a:lnTo>
                    <a:lnTo>
                      <a:pt x="3855" y="3334"/>
                    </a:lnTo>
                    <a:lnTo>
                      <a:pt x="3878" y="3309"/>
                    </a:lnTo>
                    <a:lnTo>
                      <a:pt x="3912" y="3256"/>
                    </a:lnTo>
                    <a:lnTo>
                      <a:pt x="3934" y="3197"/>
                    </a:lnTo>
                    <a:lnTo>
                      <a:pt x="3945" y="3136"/>
                    </a:lnTo>
                    <a:lnTo>
                      <a:pt x="3945" y="3074"/>
                    </a:lnTo>
                    <a:lnTo>
                      <a:pt x="3934" y="3012"/>
                    </a:lnTo>
                    <a:lnTo>
                      <a:pt x="3912" y="2955"/>
                    </a:lnTo>
                    <a:lnTo>
                      <a:pt x="3878" y="2900"/>
                    </a:lnTo>
                    <a:lnTo>
                      <a:pt x="3855" y="2876"/>
                    </a:lnTo>
                    <a:lnTo>
                      <a:pt x="3798" y="2819"/>
                    </a:lnTo>
                    <a:lnTo>
                      <a:pt x="3679" y="2719"/>
                    </a:lnTo>
                    <a:lnTo>
                      <a:pt x="3551" y="2631"/>
                    </a:lnTo>
                    <a:lnTo>
                      <a:pt x="3417" y="2556"/>
                    </a:lnTo>
                    <a:lnTo>
                      <a:pt x="3276" y="2497"/>
                    </a:lnTo>
                    <a:lnTo>
                      <a:pt x="3130" y="2451"/>
                    </a:lnTo>
                    <a:lnTo>
                      <a:pt x="2979" y="2420"/>
                    </a:lnTo>
                    <a:lnTo>
                      <a:pt x="2825" y="2404"/>
                    </a:lnTo>
                    <a:lnTo>
                      <a:pt x="2746" y="24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9"/>
              <p:cNvSpPr/>
              <p:nvPr/>
            </p:nvSpPr>
            <p:spPr>
              <a:xfrm>
                <a:off x="9512757" y="369386"/>
                <a:ext cx="715178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PPTBIZCAM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1" name="Google Shape;371;p9"/>
            <p:cNvSpPr/>
            <p:nvPr/>
          </p:nvSpPr>
          <p:spPr>
            <a:xfrm>
              <a:off x="11377471" y="133570"/>
              <a:ext cx="176990" cy="176990"/>
            </a:xfrm>
            <a:prstGeom prst="ellipse">
              <a:avLst/>
            </a:prstGeom>
            <a:solidFill>
              <a:srgbClr val="90DA80"/>
            </a:solidFill>
            <a:ln>
              <a:noFill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2" name="Google Shape;372;p9"/>
            <p:cNvGrpSpPr/>
            <p:nvPr/>
          </p:nvGrpSpPr>
          <p:grpSpPr>
            <a:xfrm>
              <a:off x="653849" y="193034"/>
              <a:ext cx="343364" cy="344856"/>
              <a:chOff x="1157487" y="184451"/>
              <a:chExt cx="489882" cy="492010"/>
            </a:xfrm>
          </p:grpSpPr>
          <p:sp>
            <p:nvSpPr>
              <p:cNvPr id="373" name="Google Shape;373;p9"/>
              <p:cNvSpPr/>
              <p:nvPr/>
            </p:nvSpPr>
            <p:spPr>
              <a:xfrm>
                <a:off x="1157487" y="184454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9"/>
              <p:cNvSpPr/>
              <p:nvPr/>
            </p:nvSpPr>
            <p:spPr>
              <a:xfrm>
                <a:off x="1483366" y="184451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9"/>
              <p:cNvSpPr/>
              <p:nvPr/>
            </p:nvSpPr>
            <p:spPr>
              <a:xfrm>
                <a:off x="1319363" y="348454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9"/>
              <p:cNvSpPr/>
              <p:nvPr/>
            </p:nvSpPr>
            <p:spPr>
              <a:xfrm>
                <a:off x="1483366" y="348453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9"/>
              <p:cNvSpPr/>
              <p:nvPr/>
            </p:nvSpPr>
            <p:spPr>
              <a:xfrm>
                <a:off x="1157487" y="512458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9"/>
              <p:cNvSpPr/>
              <p:nvPr/>
            </p:nvSpPr>
            <p:spPr>
              <a:xfrm>
                <a:off x="1483366" y="512455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9" name="Google Shape;379;p9"/>
          <p:cNvSpPr txBox="1"/>
          <p:nvPr/>
        </p:nvSpPr>
        <p:spPr>
          <a:xfrm>
            <a:off x="595935" y="1458352"/>
            <a:ext cx="5040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380" name="Google Shape;380;p9"/>
          <p:cNvSpPr txBox="1"/>
          <p:nvPr/>
        </p:nvSpPr>
        <p:spPr>
          <a:xfrm>
            <a:off x="1099991" y="1598775"/>
            <a:ext cx="68171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https://github.com/park-gb/financial-news-sentiment-classifier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9"/>
          <p:cNvSpPr txBox="1"/>
          <p:nvPr/>
        </p:nvSpPr>
        <p:spPr>
          <a:xfrm>
            <a:off x="767310" y="914400"/>
            <a:ext cx="39388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1800" b="1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학습 데이터 소개 (Train/val set)</a:t>
            </a:r>
            <a:endParaRPr/>
          </a:p>
        </p:txBody>
      </p:sp>
      <p:sp>
        <p:nvSpPr>
          <p:cNvPr id="382" name="Google Shape;382;p9"/>
          <p:cNvSpPr txBox="1"/>
          <p:nvPr/>
        </p:nvSpPr>
        <p:spPr>
          <a:xfrm>
            <a:off x="7800922" y="1502595"/>
            <a:ext cx="5040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383" name="Google Shape;383;p9"/>
          <p:cNvSpPr txBox="1"/>
          <p:nvPr/>
        </p:nvSpPr>
        <p:spPr>
          <a:xfrm>
            <a:off x="8304978" y="1643018"/>
            <a:ext cx="3192267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총 데이터 수: 4827개</a:t>
            </a: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결측 데이터 수: 0개</a:t>
            </a: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사용 데이터 수: 4827개</a:t>
            </a: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학습 데이터 수: 3862개</a:t>
            </a: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 데이터 수: 965개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3849" y="2110982"/>
            <a:ext cx="7020064" cy="3385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oogle Shape;390;p10"/>
          <p:cNvGrpSpPr/>
          <p:nvPr/>
        </p:nvGrpSpPr>
        <p:grpSpPr>
          <a:xfrm>
            <a:off x="150812" y="0"/>
            <a:ext cx="11890375" cy="6680200"/>
            <a:chOff x="150812" y="0"/>
            <a:chExt cx="11890375" cy="6680200"/>
          </a:xfrm>
        </p:grpSpPr>
        <p:sp>
          <p:nvSpPr>
            <p:cNvPr id="391" name="Google Shape;391;p10"/>
            <p:cNvSpPr/>
            <p:nvPr/>
          </p:nvSpPr>
          <p:spPr>
            <a:xfrm>
              <a:off x="150812" y="0"/>
              <a:ext cx="11890375" cy="6680200"/>
            </a:xfrm>
            <a:prstGeom prst="round2SameRect">
              <a:avLst>
                <a:gd name="adj1" fmla="val 0"/>
                <a:gd name="adj2" fmla="val 5079"/>
              </a:avLst>
            </a:prstGeom>
            <a:solidFill>
              <a:srgbClr val="E4F7F5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0"/>
            <p:cNvSpPr/>
            <p:nvPr/>
          </p:nvSpPr>
          <p:spPr>
            <a:xfrm>
              <a:off x="286543" y="0"/>
              <a:ext cx="11618912" cy="6509543"/>
            </a:xfrm>
            <a:prstGeom prst="round2SameRect">
              <a:avLst>
                <a:gd name="adj1" fmla="val 0"/>
                <a:gd name="adj2" fmla="val 3479"/>
              </a:avLst>
            </a:prstGeom>
            <a:solidFill>
              <a:schemeClr val="lt1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0"/>
            <p:cNvSpPr/>
            <p:nvPr/>
          </p:nvSpPr>
          <p:spPr>
            <a:xfrm>
              <a:off x="286544" y="0"/>
              <a:ext cx="11618912" cy="771525"/>
            </a:xfrm>
            <a:prstGeom prst="round2SameRect">
              <a:avLst>
                <a:gd name="adj1" fmla="val 0"/>
                <a:gd name="adj2" fmla="val 29630"/>
              </a:avLst>
            </a:prstGeom>
            <a:solidFill>
              <a:schemeClr val="lt1"/>
            </a:solidFill>
            <a:ln>
              <a:noFill/>
            </a:ln>
            <a:effectLst>
              <a:outerShdw blurRad="165100" dist="38100" dir="5400000" algn="t" rotWithShape="0">
                <a:srgbClr val="000000">
                  <a:alpha val="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4. 프로젝트 수행 결과</a:t>
              </a:r>
              <a:endParaRPr/>
            </a:p>
          </p:txBody>
        </p:sp>
        <p:grpSp>
          <p:nvGrpSpPr>
            <p:cNvPr id="394" name="Google Shape;394;p10"/>
            <p:cNvGrpSpPr/>
            <p:nvPr/>
          </p:nvGrpSpPr>
          <p:grpSpPr>
            <a:xfrm>
              <a:off x="11067369" y="185874"/>
              <a:ext cx="429876" cy="429876"/>
              <a:chOff x="215317" y="343634"/>
              <a:chExt cx="684000" cy="684000"/>
            </a:xfrm>
          </p:grpSpPr>
          <p:sp>
            <p:nvSpPr>
              <p:cNvPr id="395" name="Google Shape;395;p10"/>
              <p:cNvSpPr/>
              <p:nvPr/>
            </p:nvSpPr>
            <p:spPr>
              <a:xfrm>
                <a:off x="215317" y="343634"/>
                <a:ext cx="684000" cy="684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9F3FC"/>
                  </a:gs>
                  <a:gs pos="86000">
                    <a:srgbClr val="E9F3FC"/>
                  </a:gs>
                  <a:gs pos="100000">
                    <a:srgbClr val="4E5DA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542925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rgbClr val="323F4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96" name="Google Shape;396;p1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2555" y="386637"/>
                <a:ext cx="546554" cy="5465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97" name="Google Shape;397;p10"/>
            <p:cNvGrpSpPr/>
            <p:nvPr/>
          </p:nvGrpSpPr>
          <p:grpSpPr>
            <a:xfrm>
              <a:off x="8951163" y="320145"/>
              <a:ext cx="1550689" cy="169277"/>
              <a:chOff x="9512757" y="369386"/>
              <a:chExt cx="2051714" cy="223970"/>
            </a:xfrm>
          </p:grpSpPr>
          <p:grpSp>
            <p:nvGrpSpPr>
              <p:cNvPr id="398" name="Google Shape;398;p10"/>
              <p:cNvGrpSpPr/>
              <p:nvPr/>
            </p:nvGrpSpPr>
            <p:grpSpPr>
              <a:xfrm>
                <a:off x="10750964" y="406846"/>
                <a:ext cx="132372" cy="140525"/>
                <a:chOff x="4594" y="900"/>
                <a:chExt cx="276" cy="293"/>
              </a:xfrm>
            </p:grpSpPr>
            <p:sp>
              <p:nvSpPr>
                <p:cNvPr id="399" name="Google Shape;399;p10"/>
                <p:cNvSpPr/>
                <p:nvPr/>
              </p:nvSpPr>
              <p:spPr>
                <a:xfrm>
                  <a:off x="4594" y="900"/>
                  <a:ext cx="102" cy="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3" extrusionOk="0">
                      <a:moveTo>
                        <a:pt x="72" y="263"/>
                      </a:moveTo>
                      <a:lnTo>
                        <a:pt x="91" y="236"/>
                      </a:lnTo>
                      <a:lnTo>
                        <a:pt x="139" y="187"/>
                      </a:lnTo>
                      <a:lnTo>
                        <a:pt x="193" y="148"/>
                      </a:lnTo>
                      <a:lnTo>
                        <a:pt x="255" y="119"/>
                      </a:lnTo>
                      <a:lnTo>
                        <a:pt x="290" y="110"/>
                      </a:lnTo>
                      <a:lnTo>
                        <a:pt x="299" y="106"/>
                      </a:lnTo>
                      <a:lnTo>
                        <a:pt x="305" y="97"/>
                      </a:lnTo>
                      <a:lnTo>
                        <a:pt x="307" y="87"/>
                      </a:lnTo>
                      <a:lnTo>
                        <a:pt x="303" y="77"/>
                      </a:lnTo>
                      <a:lnTo>
                        <a:pt x="292" y="60"/>
                      </a:lnTo>
                      <a:lnTo>
                        <a:pt x="263" y="33"/>
                      </a:lnTo>
                      <a:lnTo>
                        <a:pt x="227" y="13"/>
                      </a:lnTo>
                      <a:lnTo>
                        <a:pt x="186" y="1"/>
                      </a:lnTo>
                      <a:lnTo>
                        <a:pt x="165" y="0"/>
                      </a:lnTo>
                      <a:lnTo>
                        <a:pt x="131" y="3"/>
                      </a:lnTo>
                      <a:lnTo>
                        <a:pt x="72" y="27"/>
                      </a:lnTo>
                      <a:lnTo>
                        <a:pt x="27" y="72"/>
                      </a:lnTo>
                      <a:lnTo>
                        <a:pt x="3" y="131"/>
                      </a:lnTo>
                      <a:lnTo>
                        <a:pt x="0" y="164"/>
                      </a:lnTo>
                      <a:lnTo>
                        <a:pt x="1" y="192"/>
                      </a:lnTo>
                      <a:lnTo>
                        <a:pt x="20" y="243"/>
                      </a:lnTo>
                      <a:lnTo>
                        <a:pt x="36" y="266"/>
                      </a:lnTo>
                      <a:lnTo>
                        <a:pt x="43" y="273"/>
                      </a:lnTo>
                      <a:lnTo>
                        <a:pt x="53" y="273"/>
                      </a:lnTo>
                      <a:lnTo>
                        <a:pt x="65" y="271"/>
                      </a:lnTo>
                      <a:lnTo>
                        <a:pt x="72" y="2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" name="Google Shape;400;p10"/>
                <p:cNvSpPr/>
                <p:nvPr/>
              </p:nvSpPr>
              <p:spPr>
                <a:xfrm>
                  <a:off x="4768" y="900"/>
                  <a:ext cx="102" cy="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1" extrusionOk="0">
                      <a:moveTo>
                        <a:pt x="143" y="0"/>
                      </a:moveTo>
                      <a:lnTo>
                        <a:pt x="121" y="1"/>
                      </a:lnTo>
                      <a:lnTo>
                        <a:pt x="81" y="11"/>
                      </a:lnTo>
                      <a:lnTo>
                        <a:pt x="46" y="31"/>
                      </a:lnTo>
                      <a:lnTo>
                        <a:pt x="16" y="60"/>
                      </a:lnTo>
                      <a:lnTo>
                        <a:pt x="4" y="76"/>
                      </a:lnTo>
                      <a:lnTo>
                        <a:pt x="0" y="86"/>
                      </a:lnTo>
                      <a:lnTo>
                        <a:pt x="3" y="96"/>
                      </a:lnTo>
                      <a:lnTo>
                        <a:pt x="9" y="106"/>
                      </a:lnTo>
                      <a:lnTo>
                        <a:pt x="19" y="110"/>
                      </a:lnTo>
                      <a:lnTo>
                        <a:pt x="52" y="119"/>
                      </a:lnTo>
                      <a:lnTo>
                        <a:pt x="115" y="148"/>
                      </a:lnTo>
                      <a:lnTo>
                        <a:pt x="170" y="187"/>
                      </a:lnTo>
                      <a:lnTo>
                        <a:pt x="218" y="234"/>
                      </a:lnTo>
                      <a:lnTo>
                        <a:pt x="237" y="261"/>
                      </a:lnTo>
                      <a:lnTo>
                        <a:pt x="245" y="270"/>
                      </a:lnTo>
                      <a:lnTo>
                        <a:pt x="255" y="271"/>
                      </a:lnTo>
                      <a:lnTo>
                        <a:pt x="266" y="270"/>
                      </a:lnTo>
                      <a:lnTo>
                        <a:pt x="274" y="263"/>
                      </a:lnTo>
                      <a:lnTo>
                        <a:pt x="289" y="241"/>
                      </a:lnTo>
                      <a:lnTo>
                        <a:pt x="306" y="191"/>
                      </a:lnTo>
                      <a:lnTo>
                        <a:pt x="307" y="164"/>
                      </a:lnTo>
                      <a:lnTo>
                        <a:pt x="306" y="131"/>
                      </a:lnTo>
                      <a:lnTo>
                        <a:pt x="280" y="72"/>
                      </a:lnTo>
                      <a:lnTo>
                        <a:pt x="235" y="27"/>
                      </a:lnTo>
                      <a:lnTo>
                        <a:pt x="178" y="3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" name="Google Shape;401;p10"/>
                <p:cNvSpPr/>
                <p:nvPr/>
              </p:nvSpPr>
              <p:spPr>
                <a:xfrm>
                  <a:off x="4612" y="947"/>
                  <a:ext cx="241" cy="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37" extrusionOk="0">
                      <a:moveTo>
                        <a:pt x="725" y="361"/>
                      </a:moveTo>
                      <a:lnTo>
                        <a:pt x="722" y="313"/>
                      </a:lnTo>
                      <a:lnTo>
                        <a:pt x="699" y="225"/>
                      </a:lnTo>
                      <a:lnTo>
                        <a:pt x="679" y="187"/>
                      </a:lnTo>
                      <a:lnTo>
                        <a:pt x="659" y="151"/>
                      </a:lnTo>
                      <a:lnTo>
                        <a:pt x="604" y="90"/>
                      </a:lnTo>
                      <a:lnTo>
                        <a:pt x="536" y="44"/>
                      </a:lnTo>
                      <a:lnTo>
                        <a:pt x="459" y="13"/>
                      </a:lnTo>
                      <a:lnTo>
                        <a:pt x="418" y="4"/>
                      </a:lnTo>
                      <a:lnTo>
                        <a:pt x="390" y="1"/>
                      </a:lnTo>
                      <a:lnTo>
                        <a:pt x="363" y="0"/>
                      </a:lnTo>
                      <a:lnTo>
                        <a:pt x="334" y="1"/>
                      </a:lnTo>
                      <a:lnTo>
                        <a:pt x="305" y="5"/>
                      </a:lnTo>
                      <a:lnTo>
                        <a:pt x="263" y="13"/>
                      </a:lnTo>
                      <a:lnTo>
                        <a:pt x="187" y="44"/>
                      </a:lnTo>
                      <a:lnTo>
                        <a:pt x="120" y="92"/>
                      </a:lnTo>
                      <a:lnTo>
                        <a:pt x="67" y="152"/>
                      </a:lnTo>
                      <a:lnTo>
                        <a:pt x="45" y="188"/>
                      </a:lnTo>
                      <a:lnTo>
                        <a:pt x="25" y="227"/>
                      </a:lnTo>
                      <a:lnTo>
                        <a:pt x="3" y="313"/>
                      </a:lnTo>
                      <a:lnTo>
                        <a:pt x="0" y="361"/>
                      </a:lnTo>
                      <a:lnTo>
                        <a:pt x="2" y="399"/>
                      </a:lnTo>
                      <a:lnTo>
                        <a:pt x="19" y="476"/>
                      </a:lnTo>
                      <a:lnTo>
                        <a:pt x="51" y="543"/>
                      </a:lnTo>
                      <a:lnTo>
                        <a:pt x="96" y="604"/>
                      </a:lnTo>
                      <a:lnTo>
                        <a:pt x="123" y="630"/>
                      </a:lnTo>
                      <a:lnTo>
                        <a:pt x="93" y="673"/>
                      </a:lnTo>
                      <a:lnTo>
                        <a:pt x="84" y="687"/>
                      </a:lnTo>
                      <a:lnTo>
                        <a:pt x="90" y="719"/>
                      </a:lnTo>
                      <a:lnTo>
                        <a:pt x="103" y="729"/>
                      </a:lnTo>
                      <a:lnTo>
                        <a:pt x="113" y="736"/>
                      </a:lnTo>
                      <a:lnTo>
                        <a:pt x="126" y="737"/>
                      </a:lnTo>
                      <a:lnTo>
                        <a:pt x="136" y="736"/>
                      </a:lnTo>
                      <a:lnTo>
                        <a:pt x="153" y="727"/>
                      </a:lnTo>
                      <a:lnTo>
                        <a:pt x="159" y="720"/>
                      </a:lnTo>
                      <a:lnTo>
                        <a:pt x="189" y="677"/>
                      </a:lnTo>
                      <a:lnTo>
                        <a:pt x="230" y="696"/>
                      </a:lnTo>
                      <a:lnTo>
                        <a:pt x="316" y="719"/>
                      </a:lnTo>
                      <a:lnTo>
                        <a:pt x="363" y="720"/>
                      </a:lnTo>
                      <a:lnTo>
                        <a:pt x="409" y="719"/>
                      </a:lnTo>
                      <a:lnTo>
                        <a:pt x="495" y="696"/>
                      </a:lnTo>
                      <a:lnTo>
                        <a:pt x="536" y="677"/>
                      </a:lnTo>
                      <a:lnTo>
                        <a:pt x="566" y="720"/>
                      </a:lnTo>
                      <a:lnTo>
                        <a:pt x="572" y="727"/>
                      </a:lnTo>
                      <a:lnTo>
                        <a:pt x="589" y="736"/>
                      </a:lnTo>
                      <a:lnTo>
                        <a:pt x="599" y="737"/>
                      </a:lnTo>
                      <a:lnTo>
                        <a:pt x="612" y="736"/>
                      </a:lnTo>
                      <a:lnTo>
                        <a:pt x="622" y="729"/>
                      </a:lnTo>
                      <a:lnTo>
                        <a:pt x="635" y="719"/>
                      </a:lnTo>
                      <a:lnTo>
                        <a:pt x="640" y="687"/>
                      </a:lnTo>
                      <a:lnTo>
                        <a:pt x="633" y="673"/>
                      </a:lnTo>
                      <a:lnTo>
                        <a:pt x="602" y="630"/>
                      </a:lnTo>
                      <a:lnTo>
                        <a:pt x="630" y="604"/>
                      </a:lnTo>
                      <a:lnTo>
                        <a:pt x="674" y="543"/>
                      </a:lnTo>
                      <a:lnTo>
                        <a:pt x="706" y="476"/>
                      </a:lnTo>
                      <a:lnTo>
                        <a:pt x="723" y="399"/>
                      </a:lnTo>
                      <a:lnTo>
                        <a:pt x="725" y="361"/>
                      </a:lnTo>
                      <a:close/>
                      <a:moveTo>
                        <a:pt x="363" y="619"/>
                      </a:moveTo>
                      <a:lnTo>
                        <a:pt x="335" y="619"/>
                      </a:lnTo>
                      <a:lnTo>
                        <a:pt x="285" y="608"/>
                      </a:lnTo>
                      <a:lnTo>
                        <a:pt x="239" y="589"/>
                      </a:lnTo>
                      <a:lnTo>
                        <a:pt x="197" y="561"/>
                      </a:lnTo>
                      <a:lnTo>
                        <a:pt x="161" y="526"/>
                      </a:lnTo>
                      <a:lnTo>
                        <a:pt x="133" y="484"/>
                      </a:lnTo>
                      <a:lnTo>
                        <a:pt x="113" y="438"/>
                      </a:lnTo>
                      <a:lnTo>
                        <a:pt x="103" y="386"/>
                      </a:lnTo>
                      <a:lnTo>
                        <a:pt x="101" y="361"/>
                      </a:lnTo>
                      <a:lnTo>
                        <a:pt x="103" y="328"/>
                      </a:lnTo>
                      <a:lnTo>
                        <a:pt x="120" y="266"/>
                      </a:lnTo>
                      <a:lnTo>
                        <a:pt x="133" y="237"/>
                      </a:lnTo>
                      <a:lnTo>
                        <a:pt x="149" y="211"/>
                      </a:lnTo>
                      <a:lnTo>
                        <a:pt x="188" y="166"/>
                      </a:lnTo>
                      <a:lnTo>
                        <a:pt x="237" y="133"/>
                      </a:lnTo>
                      <a:lnTo>
                        <a:pt x="292" y="110"/>
                      </a:lnTo>
                      <a:lnTo>
                        <a:pt x="322" y="105"/>
                      </a:lnTo>
                      <a:lnTo>
                        <a:pt x="342" y="102"/>
                      </a:lnTo>
                      <a:lnTo>
                        <a:pt x="363" y="100"/>
                      </a:lnTo>
                      <a:lnTo>
                        <a:pt x="381" y="102"/>
                      </a:lnTo>
                      <a:lnTo>
                        <a:pt x="400" y="103"/>
                      </a:lnTo>
                      <a:lnTo>
                        <a:pt x="431" y="109"/>
                      </a:lnTo>
                      <a:lnTo>
                        <a:pt x="487" y="132"/>
                      </a:lnTo>
                      <a:lnTo>
                        <a:pt x="536" y="166"/>
                      </a:lnTo>
                      <a:lnTo>
                        <a:pt x="576" y="211"/>
                      </a:lnTo>
                      <a:lnTo>
                        <a:pt x="592" y="237"/>
                      </a:lnTo>
                      <a:lnTo>
                        <a:pt x="605" y="264"/>
                      </a:lnTo>
                      <a:lnTo>
                        <a:pt x="622" y="328"/>
                      </a:lnTo>
                      <a:lnTo>
                        <a:pt x="624" y="361"/>
                      </a:lnTo>
                      <a:lnTo>
                        <a:pt x="622" y="386"/>
                      </a:lnTo>
                      <a:lnTo>
                        <a:pt x="612" y="438"/>
                      </a:lnTo>
                      <a:lnTo>
                        <a:pt x="592" y="484"/>
                      </a:lnTo>
                      <a:lnTo>
                        <a:pt x="563" y="526"/>
                      </a:lnTo>
                      <a:lnTo>
                        <a:pt x="529" y="561"/>
                      </a:lnTo>
                      <a:lnTo>
                        <a:pt x="487" y="589"/>
                      </a:lnTo>
                      <a:lnTo>
                        <a:pt x="441" y="608"/>
                      </a:lnTo>
                      <a:lnTo>
                        <a:pt x="389" y="619"/>
                      </a:lnTo>
                      <a:lnTo>
                        <a:pt x="363" y="6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" name="Google Shape;402;p10"/>
                <p:cNvSpPr/>
                <p:nvPr/>
              </p:nvSpPr>
              <p:spPr>
                <a:xfrm>
                  <a:off x="4716" y="1006"/>
                  <a:ext cx="7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98" extrusionOk="0">
                      <a:moveTo>
                        <a:pt x="194" y="245"/>
                      </a:moveTo>
                      <a:lnTo>
                        <a:pt x="95" y="183"/>
                      </a:lnTo>
                      <a:lnTo>
                        <a:pt x="91" y="167"/>
                      </a:lnTo>
                      <a:lnTo>
                        <a:pt x="78" y="156"/>
                      </a:lnTo>
                      <a:lnTo>
                        <a:pt x="83" y="31"/>
                      </a:lnTo>
                      <a:lnTo>
                        <a:pt x="82" y="19"/>
                      </a:lnTo>
                      <a:lnTo>
                        <a:pt x="66" y="3"/>
                      </a:lnTo>
                      <a:lnTo>
                        <a:pt x="54" y="0"/>
                      </a:lnTo>
                      <a:lnTo>
                        <a:pt x="43" y="2"/>
                      </a:lnTo>
                      <a:lnTo>
                        <a:pt x="27" y="18"/>
                      </a:lnTo>
                      <a:lnTo>
                        <a:pt x="26" y="29"/>
                      </a:lnTo>
                      <a:lnTo>
                        <a:pt x="20" y="153"/>
                      </a:lnTo>
                      <a:lnTo>
                        <a:pt x="11" y="160"/>
                      </a:lnTo>
                      <a:lnTo>
                        <a:pt x="1" y="180"/>
                      </a:lnTo>
                      <a:lnTo>
                        <a:pt x="0" y="192"/>
                      </a:lnTo>
                      <a:lnTo>
                        <a:pt x="1" y="202"/>
                      </a:lnTo>
                      <a:lnTo>
                        <a:pt x="8" y="219"/>
                      </a:lnTo>
                      <a:lnTo>
                        <a:pt x="21" y="232"/>
                      </a:lnTo>
                      <a:lnTo>
                        <a:pt x="39" y="239"/>
                      </a:lnTo>
                      <a:lnTo>
                        <a:pt x="49" y="241"/>
                      </a:lnTo>
                      <a:lnTo>
                        <a:pt x="59" y="239"/>
                      </a:lnTo>
                      <a:lnTo>
                        <a:pt x="69" y="235"/>
                      </a:lnTo>
                      <a:lnTo>
                        <a:pt x="164" y="294"/>
                      </a:lnTo>
                      <a:lnTo>
                        <a:pt x="171" y="298"/>
                      </a:lnTo>
                      <a:lnTo>
                        <a:pt x="180" y="298"/>
                      </a:lnTo>
                      <a:lnTo>
                        <a:pt x="187" y="298"/>
                      </a:lnTo>
                      <a:lnTo>
                        <a:pt x="199" y="291"/>
                      </a:lnTo>
                      <a:lnTo>
                        <a:pt x="205" y="285"/>
                      </a:lnTo>
                      <a:lnTo>
                        <a:pt x="209" y="274"/>
                      </a:lnTo>
                      <a:lnTo>
                        <a:pt x="203" y="252"/>
                      </a:lnTo>
                      <a:lnTo>
                        <a:pt x="194" y="2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3" name="Google Shape;403;p10"/>
              <p:cNvGrpSpPr/>
              <p:nvPr/>
            </p:nvGrpSpPr>
            <p:grpSpPr>
              <a:xfrm>
                <a:off x="10506302" y="406846"/>
                <a:ext cx="140525" cy="140525"/>
                <a:chOff x="1747" y="423"/>
                <a:chExt cx="575" cy="575"/>
              </a:xfrm>
            </p:grpSpPr>
            <p:sp>
              <p:nvSpPr>
                <p:cNvPr id="404" name="Google Shape;404;p10"/>
                <p:cNvSpPr/>
                <p:nvPr/>
              </p:nvSpPr>
              <p:spPr>
                <a:xfrm>
                  <a:off x="1899" y="577"/>
                  <a:ext cx="271" cy="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811" extrusionOk="0">
                      <a:moveTo>
                        <a:pt x="663" y="0"/>
                      </a:moveTo>
                      <a:lnTo>
                        <a:pt x="148" y="0"/>
                      </a:lnTo>
                      <a:lnTo>
                        <a:pt x="118" y="1"/>
                      </a:lnTo>
                      <a:lnTo>
                        <a:pt x="65" y="24"/>
                      </a:lnTo>
                      <a:lnTo>
                        <a:pt x="24" y="65"/>
                      </a:lnTo>
                      <a:lnTo>
                        <a:pt x="1" y="118"/>
                      </a:lnTo>
                      <a:lnTo>
                        <a:pt x="0" y="148"/>
                      </a:lnTo>
                      <a:lnTo>
                        <a:pt x="0" y="663"/>
                      </a:lnTo>
                      <a:lnTo>
                        <a:pt x="1" y="693"/>
                      </a:lnTo>
                      <a:lnTo>
                        <a:pt x="24" y="746"/>
                      </a:lnTo>
                      <a:lnTo>
                        <a:pt x="65" y="787"/>
                      </a:lnTo>
                      <a:lnTo>
                        <a:pt x="118" y="808"/>
                      </a:lnTo>
                      <a:lnTo>
                        <a:pt x="148" y="811"/>
                      </a:lnTo>
                      <a:lnTo>
                        <a:pt x="663" y="811"/>
                      </a:lnTo>
                      <a:lnTo>
                        <a:pt x="693" y="808"/>
                      </a:lnTo>
                      <a:lnTo>
                        <a:pt x="746" y="787"/>
                      </a:lnTo>
                      <a:lnTo>
                        <a:pt x="787" y="746"/>
                      </a:lnTo>
                      <a:lnTo>
                        <a:pt x="810" y="693"/>
                      </a:lnTo>
                      <a:lnTo>
                        <a:pt x="811" y="663"/>
                      </a:lnTo>
                      <a:lnTo>
                        <a:pt x="811" y="148"/>
                      </a:lnTo>
                      <a:lnTo>
                        <a:pt x="810" y="118"/>
                      </a:lnTo>
                      <a:lnTo>
                        <a:pt x="787" y="65"/>
                      </a:lnTo>
                      <a:lnTo>
                        <a:pt x="746" y="24"/>
                      </a:lnTo>
                      <a:lnTo>
                        <a:pt x="693" y="1"/>
                      </a:lnTo>
                      <a:lnTo>
                        <a:pt x="663" y="0"/>
                      </a:lnTo>
                      <a:close/>
                      <a:moveTo>
                        <a:pt x="405" y="673"/>
                      </a:moveTo>
                      <a:lnTo>
                        <a:pt x="377" y="671"/>
                      </a:lnTo>
                      <a:lnTo>
                        <a:pt x="326" y="661"/>
                      </a:lnTo>
                      <a:lnTo>
                        <a:pt x="278" y="640"/>
                      </a:lnTo>
                      <a:lnTo>
                        <a:pt x="235" y="611"/>
                      </a:lnTo>
                      <a:lnTo>
                        <a:pt x="199" y="575"/>
                      </a:lnTo>
                      <a:lnTo>
                        <a:pt x="170" y="533"/>
                      </a:lnTo>
                      <a:lnTo>
                        <a:pt x="150" y="484"/>
                      </a:lnTo>
                      <a:lnTo>
                        <a:pt x="140" y="432"/>
                      </a:lnTo>
                      <a:lnTo>
                        <a:pt x="138" y="405"/>
                      </a:lnTo>
                      <a:lnTo>
                        <a:pt x="140" y="377"/>
                      </a:lnTo>
                      <a:lnTo>
                        <a:pt x="150" y="326"/>
                      </a:lnTo>
                      <a:lnTo>
                        <a:pt x="170" y="278"/>
                      </a:lnTo>
                      <a:lnTo>
                        <a:pt x="199" y="235"/>
                      </a:lnTo>
                      <a:lnTo>
                        <a:pt x="235" y="199"/>
                      </a:lnTo>
                      <a:lnTo>
                        <a:pt x="278" y="170"/>
                      </a:lnTo>
                      <a:lnTo>
                        <a:pt x="326" y="150"/>
                      </a:lnTo>
                      <a:lnTo>
                        <a:pt x="377" y="138"/>
                      </a:lnTo>
                      <a:lnTo>
                        <a:pt x="405" y="138"/>
                      </a:lnTo>
                      <a:lnTo>
                        <a:pt x="432" y="138"/>
                      </a:lnTo>
                      <a:lnTo>
                        <a:pt x="486" y="150"/>
                      </a:lnTo>
                      <a:lnTo>
                        <a:pt x="533" y="170"/>
                      </a:lnTo>
                      <a:lnTo>
                        <a:pt x="575" y="199"/>
                      </a:lnTo>
                      <a:lnTo>
                        <a:pt x="612" y="235"/>
                      </a:lnTo>
                      <a:lnTo>
                        <a:pt x="641" y="278"/>
                      </a:lnTo>
                      <a:lnTo>
                        <a:pt x="661" y="326"/>
                      </a:lnTo>
                      <a:lnTo>
                        <a:pt x="671" y="377"/>
                      </a:lnTo>
                      <a:lnTo>
                        <a:pt x="673" y="405"/>
                      </a:lnTo>
                      <a:lnTo>
                        <a:pt x="671" y="432"/>
                      </a:lnTo>
                      <a:lnTo>
                        <a:pt x="661" y="484"/>
                      </a:lnTo>
                      <a:lnTo>
                        <a:pt x="641" y="533"/>
                      </a:lnTo>
                      <a:lnTo>
                        <a:pt x="612" y="575"/>
                      </a:lnTo>
                      <a:lnTo>
                        <a:pt x="575" y="611"/>
                      </a:lnTo>
                      <a:lnTo>
                        <a:pt x="533" y="640"/>
                      </a:lnTo>
                      <a:lnTo>
                        <a:pt x="486" y="661"/>
                      </a:lnTo>
                      <a:lnTo>
                        <a:pt x="432" y="671"/>
                      </a:lnTo>
                      <a:lnTo>
                        <a:pt x="405" y="673"/>
                      </a:lnTo>
                      <a:close/>
                      <a:moveTo>
                        <a:pt x="682" y="193"/>
                      </a:moveTo>
                      <a:lnTo>
                        <a:pt x="669" y="193"/>
                      </a:lnTo>
                      <a:lnTo>
                        <a:pt x="646" y="183"/>
                      </a:lnTo>
                      <a:lnTo>
                        <a:pt x="628" y="166"/>
                      </a:lnTo>
                      <a:lnTo>
                        <a:pt x="620" y="143"/>
                      </a:lnTo>
                      <a:lnTo>
                        <a:pt x="618" y="130"/>
                      </a:lnTo>
                      <a:lnTo>
                        <a:pt x="620" y="117"/>
                      </a:lnTo>
                      <a:lnTo>
                        <a:pt x="628" y="95"/>
                      </a:lnTo>
                      <a:lnTo>
                        <a:pt x="646" y="78"/>
                      </a:lnTo>
                      <a:lnTo>
                        <a:pt x="669" y="68"/>
                      </a:lnTo>
                      <a:lnTo>
                        <a:pt x="682" y="66"/>
                      </a:lnTo>
                      <a:lnTo>
                        <a:pt x="695" y="68"/>
                      </a:lnTo>
                      <a:lnTo>
                        <a:pt x="716" y="78"/>
                      </a:lnTo>
                      <a:lnTo>
                        <a:pt x="733" y="95"/>
                      </a:lnTo>
                      <a:lnTo>
                        <a:pt x="744" y="117"/>
                      </a:lnTo>
                      <a:lnTo>
                        <a:pt x="745" y="130"/>
                      </a:lnTo>
                      <a:lnTo>
                        <a:pt x="744" y="143"/>
                      </a:lnTo>
                      <a:lnTo>
                        <a:pt x="733" y="166"/>
                      </a:lnTo>
                      <a:lnTo>
                        <a:pt x="716" y="183"/>
                      </a:lnTo>
                      <a:lnTo>
                        <a:pt x="695" y="193"/>
                      </a:lnTo>
                      <a:lnTo>
                        <a:pt x="682" y="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5" name="Google Shape;405;p10"/>
                <p:cNvSpPr/>
                <p:nvPr/>
              </p:nvSpPr>
              <p:spPr>
                <a:xfrm>
                  <a:off x="1983" y="660"/>
                  <a:ext cx="103" cy="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" h="308" extrusionOk="0">
                      <a:moveTo>
                        <a:pt x="154" y="0"/>
                      </a:moveTo>
                      <a:lnTo>
                        <a:pt x="124" y="3"/>
                      </a:lnTo>
                      <a:lnTo>
                        <a:pt x="67" y="26"/>
                      </a:lnTo>
                      <a:lnTo>
                        <a:pt x="26" y="67"/>
                      </a:lnTo>
                      <a:lnTo>
                        <a:pt x="3" y="122"/>
                      </a:lnTo>
                      <a:lnTo>
                        <a:pt x="0" y="154"/>
                      </a:lnTo>
                      <a:lnTo>
                        <a:pt x="3" y="185"/>
                      </a:lnTo>
                      <a:lnTo>
                        <a:pt x="26" y="240"/>
                      </a:lnTo>
                      <a:lnTo>
                        <a:pt x="67" y="283"/>
                      </a:lnTo>
                      <a:lnTo>
                        <a:pt x="124" y="307"/>
                      </a:lnTo>
                      <a:lnTo>
                        <a:pt x="154" y="308"/>
                      </a:lnTo>
                      <a:lnTo>
                        <a:pt x="186" y="307"/>
                      </a:lnTo>
                      <a:lnTo>
                        <a:pt x="242" y="283"/>
                      </a:lnTo>
                      <a:lnTo>
                        <a:pt x="284" y="240"/>
                      </a:lnTo>
                      <a:lnTo>
                        <a:pt x="307" y="185"/>
                      </a:lnTo>
                      <a:lnTo>
                        <a:pt x="308" y="154"/>
                      </a:lnTo>
                      <a:lnTo>
                        <a:pt x="307" y="122"/>
                      </a:lnTo>
                      <a:lnTo>
                        <a:pt x="284" y="67"/>
                      </a:lnTo>
                      <a:lnTo>
                        <a:pt x="242" y="26"/>
                      </a:lnTo>
                      <a:lnTo>
                        <a:pt x="186" y="3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" name="Google Shape;406;p10"/>
                <p:cNvSpPr/>
                <p:nvPr/>
              </p:nvSpPr>
              <p:spPr>
                <a:xfrm>
                  <a:off x="1747" y="423"/>
                  <a:ext cx="575" cy="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725" extrusionOk="0">
                      <a:moveTo>
                        <a:pt x="862" y="0"/>
                      </a:moveTo>
                      <a:lnTo>
                        <a:pt x="819" y="2"/>
                      </a:lnTo>
                      <a:lnTo>
                        <a:pt x="731" y="10"/>
                      </a:lnTo>
                      <a:lnTo>
                        <a:pt x="647" y="28"/>
                      </a:lnTo>
                      <a:lnTo>
                        <a:pt x="566" y="52"/>
                      </a:lnTo>
                      <a:lnTo>
                        <a:pt x="489" y="85"/>
                      </a:lnTo>
                      <a:lnTo>
                        <a:pt x="415" y="126"/>
                      </a:lnTo>
                      <a:lnTo>
                        <a:pt x="346" y="172"/>
                      </a:lnTo>
                      <a:lnTo>
                        <a:pt x="282" y="225"/>
                      </a:lnTo>
                      <a:lnTo>
                        <a:pt x="223" y="283"/>
                      </a:lnTo>
                      <a:lnTo>
                        <a:pt x="172" y="346"/>
                      </a:lnTo>
                      <a:lnTo>
                        <a:pt x="124" y="415"/>
                      </a:lnTo>
                      <a:lnTo>
                        <a:pt x="85" y="489"/>
                      </a:lnTo>
                      <a:lnTo>
                        <a:pt x="52" y="567"/>
                      </a:lnTo>
                      <a:lnTo>
                        <a:pt x="27" y="647"/>
                      </a:lnTo>
                      <a:lnTo>
                        <a:pt x="10" y="731"/>
                      </a:lnTo>
                      <a:lnTo>
                        <a:pt x="1" y="819"/>
                      </a:lnTo>
                      <a:lnTo>
                        <a:pt x="0" y="863"/>
                      </a:lnTo>
                      <a:lnTo>
                        <a:pt x="1" y="907"/>
                      </a:lnTo>
                      <a:lnTo>
                        <a:pt x="10" y="994"/>
                      </a:lnTo>
                      <a:lnTo>
                        <a:pt x="27" y="1078"/>
                      </a:lnTo>
                      <a:lnTo>
                        <a:pt x="52" y="1159"/>
                      </a:lnTo>
                      <a:lnTo>
                        <a:pt x="85" y="1237"/>
                      </a:lnTo>
                      <a:lnTo>
                        <a:pt x="124" y="1310"/>
                      </a:lnTo>
                      <a:lnTo>
                        <a:pt x="172" y="1379"/>
                      </a:lnTo>
                      <a:lnTo>
                        <a:pt x="223" y="1443"/>
                      </a:lnTo>
                      <a:lnTo>
                        <a:pt x="282" y="1502"/>
                      </a:lnTo>
                      <a:lnTo>
                        <a:pt x="346" y="1553"/>
                      </a:lnTo>
                      <a:lnTo>
                        <a:pt x="415" y="1601"/>
                      </a:lnTo>
                      <a:lnTo>
                        <a:pt x="489" y="1640"/>
                      </a:lnTo>
                      <a:lnTo>
                        <a:pt x="566" y="1673"/>
                      </a:lnTo>
                      <a:lnTo>
                        <a:pt x="647" y="1698"/>
                      </a:lnTo>
                      <a:lnTo>
                        <a:pt x="731" y="1715"/>
                      </a:lnTo>
                      <a:lnTo>
                        <a:pt x="819" y="1724"/>
                      </a:lnTo>
                      <a:lnTo>
                        <a:pt x="862" y="1725"/>
                      </a:lnTo>
                      <a:lnTo>
                        <a:pt x="907" y="1724"/>
                      </a:lnTo>
                      <a:lnTo>
                        <a:pt x="994" y="1715"/>
                      </a:lnTo>
                      <a:lnTo>
                        <a:pt x="1078" y="1698"/>
                      </a:lnTo>
                      <a:lnTo>
                        <a:pt x="1159" y="1673"/>
                      </a:lnTo>
                      <a:lnTo>
                        <a:pt x="1237" y="1640"/>
                      </a:lnTo>
                      <a:lnTo>
                        <a:pt x="1310" y="1601"/>
                      </a:lnTo>
                      <a:lnTo>
                        <a:pt x="1379" y="1553"/>
                      </a:lnTo>
                      <a:lnTo>
                        <a:pt x="1443" y="1502"/>
                      </a:lnTo>
                      <a:lnTo>
                        <a:pt x="1500" y="1443"/>
                      </a:lnTo>
                      <a:lnTo>
                        <a:pt x="1554" y="1379"/>
                      </a:lnTo>
                      <a:lnTo>
                        <a:pt x="1600" y="1310"/>
                      </a:lnTo>
                      <a:lnTo>
                        <a:pt x="1640" y="1237"/>
                      </a:lnTo>
                      <a:lnTo>
                        <a:pt x="1673" y="1159"/>
                      </a:lnTo>
                      <a:lnTo>
                        <a:pt x="1698" y="1078"/>
                      </a:lnTo>
                      <a:lnTo>
                        <a:pt x="1715" y="994"/>
                      </a:lnTo>
                      <a:lnTo>
                        <a:pt x="1724" y="907"/>
                      </a:lnTo>
                      <a:lnTo>
                        <a:pt x="1725" y="863"/>
                      </a:lnTo>
                      <a:lnTo>
                        <a:pt x="1724" y="819"/>
                      </a:lnTo>
                      <a:lnTo>
                        <a:pt x="1715" y="731"/>
                      </a:lnTo>
                      <a:lnTo>
                        <a:pt x="1698" y="647"/>
                      </a:lnTo>
                      <a:lnTo>
                        <a:pt x="1673" y="567"/>
                      </a:lnTo>
                      <a:lnTo>
                        <a:pt x="1640" y="489"/>
                      </a:lnTo>
                      <a:lnTo>
                        <a:pt x="1600" y="415"/>
                      </a:lnTo>
                      <a:lnTo>
                        <a:pt x="1554" y="346"/>
                      </a:lnTo>
                      <a:lnTo>
                        <a:pt x="1500" y="283"/>
                      </a:lnTo>
                      <a:lnTo>
                        <a:pt x="1443" y="225"/>
                      </a:lnTo>
                      <a:lnTo>
                        <a:pt x="1379" y="172"/>
                      </a:lnTo>
                      <a:lnTo>
                        <a:pt x="1310" y="126"/>
                      </a:lnTo>
                      <a:lnTo>
                        <a:pt x="1237" y="85"/>
                      </a:lnTo>
                      <a:lnTo>
                        <a:pt x="1159" y="52"/>
                      </a:lnTo>
                      <a:lnTo>
                        <a:pt x="1078" y="28"/>
                      </a:lnTo>
                      <a:lnTo>
                        <a:pt x="994" y="10"/>
                      </a:lnTo>
                      <a:lnTo>
                        <a:pt x="907" y="2"/>
                      </a:lnTo>
                      <a:lnTo>
                        <a:pt x="862" y="0"/>
                      </a:lnTo>
                      <a:close/>
                      <a:moveTo>
                        <a:pt x="1381" y="1123"/>
                      </a:moveTo>
                      <a:lnTo>
                        <a:pt x="1381" y="1149"/>
                      </a:lnTo>
                      <a:lnTo>
                        <a:pt x="1369" y="1201"/>
                      </a:lnTo>
                      <a:lnTo>
                        <a:pt x="1350" y="1247"/>
                      </a:lnTo>
                      <a:lnTo>
                        <a:pt x="1322" y="1288"/>
                      </a:lnTo>
                      <a:lnTo>
                        <a:pt x="1286" y="1324"/>
                      </a:lnTo>
                      <a:lnTo>
                        <a:pt x="1244" y="1352"/>
                      </a:lnTo>
                      <a:lnTo>
                        <a:pt x="1198" y="1372"/>
                      </a:lnTo>
                      <a:lnTo>
                        <a:pt x="1146" y="1383"/>
                      </a:lnTo>
                      <a:lnTo>
                        <a:pt x="1120" y="1383"/>
                      </a:lnTo>
                      <a:lnTo>
                        <a:pt x="605" y="1383"/>
                      </a:lnTo>
                      <a:lnTo>
                        <a:pt x="578" y="1383"/>
                      </a:lnTo>
                      <a:lnTo>
                        <a:pt x="527" y="1372"/>
                      </a:lnTo>
                      <a:lnTo>
                        <a:pt x="480" y="1352"/>
                      </a:lnTo>
                      <a:lnTo>
                        <a:pt x="438" y="1324"/>
                      </a:lnTo>
                      <a:lnTo>
                        <a:pt x="404" y="1288"/>
                      </a:lnTo>
                      <a:lnTo>
                        <a:pt x="375" y="1247"/>
                      </a:lnTo>
                      <a:lnTo>
                        <a:pt x="355" y="1201"/>
                      </a:lnTo>
                      <a:lnTo>
                        <a:pt x="344" y="1149"/>
                      </a:lnTo>
                      <a:lnTo>
                        <a:pt x="343" y="1123"/>
                      </a:lnTo>
                      <a:lnTo>
                        <a:pt x="343" y="608"/>
                      </a:lnTo>
                      <a:lnTo>
                        <a:pt x="344" y="581"/>
                      </a:lnTo>
                      <a:lnTo>
                        <a:pt x="355" y="531"/>
                      </a:lnTo>
                      <a:lnTo>
                        <a:pt x="375" y="483"/>
                      </a:lnTo>
                      <a:lnTo>
                        <a:pt x="404" y="441"/>
                      </a:lnTo>
                      <a:lnTo>
                        <a:pt x="438" y="407"/>
                      </a:lnTo>
                      <a:lnTo>
                        <a:pt x="480" y="378"/>
                      </a:lnTo>
                      <a:lnTo>
                        <a:pt x="527" y="358"/>
                      </a:lnTo>
                      <a:lnTo>
                        <a:pt x="578" y="348"/>
                      </a:lnTo>
                      <a:lnTo>
                        <a:pt x="605" y="346"/>
                      </a:lnTo>
                      <a:lnTo>
                        <a:pt x="1120" y="346"/>
                      </a:lnTo>
                      <a:lnTo>
                        <a:pt x="1146" y="348"/>
                      </a:lnTo>
                      <a:lnTo>
                        <a:pt x="1198" y="358"/>
                      </a:lnTo>
                      <a:lnTo>
                        <a:pt x="1244" y="378"/>
                      </a:lnTo>
                      <a:lnTo>
                        <a:pt x="1286" y="407"/>
                      </a:lnTo>
                      <a:lnTo>
                        <a:pt x="1322" y="441"/>
                      </a:lnTo>
                      <a:lnTo>
                        <a:pt x="1350" y="483"/>
                      </a:lnTo>
                      <a:lnTo>
                        <a:pt x="1369" y="531"/>
                      </a:lnTo>
                      <a:lnTo>
                        <a:pt x="1381" y="581"/>
                      </a:lnTo>
                      <a:lnTo>
                        <a:pt x="1381" y="608"/>
                      </a:lnTo>
                      <a:lnTo>
                        <a:pt x="1381" y="112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7" name="Google Shape;407;p10"/>
              <p:cNvSpPr/>
              <p:nvPr/>
            </p:nvSpPr>
            <p:spPr>
              <a:xfrm rot="5400000">
                <a:off x="11360858" y="343758"/>
                <a:ext cx="140525" cy="26670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617" extrusionOk="0">
                    <a:moveTo>
                      <a:pt x="711" y="92"/>
                    </a:moveTo>
                    <a:lnTo>
                      <a:pt x="586" y="92"/>
                    </a:lnTo>
                    <a:lnTo>
                      <a:pt x="586" y="0"/>
                    </a:lnTo>
                    <a:lnTo>
                      <a:pt x="258" y="0"/>
                    </a:lnTo>
                    <a:lnTo>
                      <a:pt x="258" y="92"/>
                    </a:lnTo>
                    <a:lnTo>
                      <a:pt x="140" y="92"/>
                    </a:lnTo>
                    <a:lnTo>
                      <a:pt x="111" y="95"/>
                    </a:lnTo>
                    <a:lnTo>
                      <a:pt x="61" y="117"/>
                    </a:lnTo>
                    <a:lnTo>
                      <a:pt x="23" y="154"/>
                    </a:lnTo>
                    <a:lnTo>
                      <a:pt x="1" y="205"/>
                    </a:lnTo>
                    <a:lnTo>
                      <a:pt x="0" y="233"/>
                    </a:lnTo>
                    <a:lnTo>
                      <a:pt x="0" y="1477"/>
                    </a:lnTo>
                    <a:lnTo>
                      <a:pt x="1" y="1506"/>
                    </a:lnTo>
                    <a:lnTo>
                      <a:pt x="23" y="1556"/>
                    </a:lnTo>
                    <a:lnTo>
                      <a:pt x="61" y="1594"/>
                    </a:lnTo>
                    <a:lnTo>
                      <a:pt x="111" y="1615"/>
                    </a:lnTo>
                    <a:lnTo>
                      <a:pt x="140" y="1617"/>
                    </a:lnTo>
                    <a:lnTo>
                      <a:pt x="711" y="1617"/>
                    </a:lnTo>
                    <a:lnTo>
                      <a:pt x="740" y="1615"/>
                    </a:lnTo>
                    <a:lnTo>
                      <a:pt x="790" y="1594"/>
                    </a:lnTo>
                    <a:lnTo>
                      <a:pt x="828" y="1556"/>
                    </a:lnTo>
                    <a:lnTo>
                      <a:pt x="850" y="1506"/>
                    </a:lnTo>
                    <a:lnTo>
                      <a:pt x="851" y="1477"/>
                    </a:lnTo>
                    <a:lnTo>
                      <a:pt x="851" y="233"/>
                    </a:lnTo>
                    <a:lnTo>
                      <a:pt x="850" y="205"/>
                    </a:lnTo>
                    <a:lnTo>
                      <a:pt x="828" y="154"/>
                    </a:lnTo>
                    <a:lnTo>
                      <a:pt x="790" y="117"/>
                    </a:lnTo>
                    <a:lnTo>
                      <a:pt x="740" y="95"/>
                    </a:lnTo>
                    <a:lnTo>
                      <a:pt x="711" y="92"/>
                    </a:lnTo>
                    <a:close/>
                    <a:moveTo>
                      <a:pt x="757" y="1477"/>
                    </a:moveTo>
                    <a:lnTo>
                      <a:pt x="757" y="1487"/>
                    </a:lnTo>
                    <a:lnTo>
                      <a:pt x="750" y="1503"/>
                    </a:lnTo>
                    <a:lnTo>
                      <a:pt x="737" y="1516"/>
                    </a:lnTo>
                    <a:lnTo>
                      <a:pt x="721" y="1523"/>
                    </a:lnTo>
                    <a:lnTo>
                      <a:pt x="711" y="1525"/>
                    </a:lnTo>
                    <a:lnTo>
                      <a:pt x="140" y="1525"/>
                    </a:lnTo>
                    <a:lnTo>
                      <a:pt x="131" y="1523"/>
                    </a:lnTo>
                    <a:lnTo>
                      <a:pt x="114" y="1516"/>
                    </a:lnTo>
                    <a:lnTo>
                      <a:pt x="101" y="1503"/>
                    </a:lnTo>
                    <a:lnTo>
                      <a:pt x="94" y="1487"/>
                    </a:lnTo>
                    <a:lnTo>
                      <a:pt x="94" y="1477"/>
                    </a:lnTo>
                    <a:lnTo>
                      <a:pt x="94" y="233"/>
                    </a:lnTo>
                    <a:lnTo>
                      <a:pt x="94" y="223"/>
                    </a:lnTo>
                    <a:lnTo>
                      <a:pt x="101" y="206"/>
                    </a:lnTo>
                    <a:lnTo>
                      <a:pt x="114" y="194"/>
                    </a:lnTo>
                    <a:lnTo>
                      <a:pt x="131" y="187"/>
                    </a:lnTo>
                    <a:lnTo>
                      <a:pt x="140" y="186"/>
                    </a:lnTo>
                    <a:lnTo>
                      <a:pt x="711" y="186"/>
                    </a:lnTo>
                    <a:lnTo>
                      <a:pt x="721" y="187"/>
                    </a:lnTo>
                    <a:lnTo>
                      <a:pt x="737" y="194"/>
                    </a:lnTo>
                    <a:lnTo>
                      <a:pt x="750" y="206"/>
                    </a:lnTo>
                    <a:lnTo>
                      <a:pt x="757" y="223"/>
                    </a:lnTo>
                    <a:lnTo>
                      <a:pt x="757" y="233"/>
                    </a:lnTo>
                    <a:lnTo>
                      <a:pt x="757" y="1477"/>
                    </a:lnTo>
                    <a:close/>
                    <a:moveTo>
                      <a:pt x="707" y="1468"/>
                    </a:moveTo>
                    <a:lnTo>
                      <a:pt x="144" y="1468"/>
                    </a:lnTo>
                    <a:lnTo>
                      <a:pt x="144" y="1264"/>
                    </a:lnTo>
                    <a:lnTo>
                      <a:pt x="707" y="1264"/>
                    </a:lnTo>
                    <a:lnTo>
                      <a:pt x="707" y="1468"/>
                    </a:lnTo>
                    <a:close/>
                    <a:moveTo>
                      <a:pt x="707" y="1213"/>
                    </a:moveTo>
                    <a:lnTo>
                      <a:pt x="144" y="1213"/>
                    </a:lnTo>
                    <a:lnTo>
                      <a:pt x="144" y="1009"/>
                    </a:lnTo>
                    <a:lnTo>
                      <a:pt x="707" y="1009"/>
                    </a:lnTo>
                    <a:lnTo>
                      <a:pt x="707" y="1213"/>
                    </a:lnTo>
                    <a:close/>
                    <a:moveTo>
                      <a:pt x="707" y="958"/>
                    </a:moveTo>
                    <a:lnTo>
                      <a:pt x="144" y="958"/>
                    </a:lnTo>
                    <a:lnTo>
                      <a:pt x="144" y="754"/>
                    </a:lnTo>
                    <a:lnTo>
                      <a:pt x="707" y="754"/>
                    </a:lnTo>
                    <a:lnTo>
                      <a:pt x="707" y="958"/>
                    </a:lnTo>
                    <a:close/>
                    <a:moveTo>
                      <a:pt x="707" y="703"/>
                    </a:moveTo>
                    <a:lnTo>
                      <a:pt x="144" y="703"/>
                    </a:lnTo>
                    <a:lnTo>
                      <a:pt x="144" y="499"/>
                    </a:lnTo>
                    <a:lnTo>
                      <a:pt x="707" y="499"/>
                    </a:lnTo>
                    <a:lnTo>
                      <a:pt x="707" y="703"/>
                    </a:lnTo>
                    <a:close/>
                    <a:moveTo>
                      <a:pt x="707" y="448"/>
                    </a:moveTo>
                    <a:lnTo>
                      <a:pt x="144" y="448"/>
                    </a:lnTo>
                    <a:lnTo>
                      <a:pt x="144" y="243"/>
                    </a:lnTo>
                    <a:lnTo>
                      <a:pt x="707" y="243"/>
                    </a:lnTo>
                    <a:lnTo>
                      <a:pt x="707" y="4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10"/>
              <p:cNvSpPr/>
              <p:nvPr/>
            </p:nvSpPr>
            <p:spPr>
              <a:xfrm>
                <a:off x="10885020" y="369386"/>
                <a:ext cx="454304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100%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10"/>
              <p:cNvSpPr/>
              <p:nvPr/>
            </p:nvSpPr>
            <p:spPr>
              <a:xfrm>
                <a:off x="10212196" y="406846"/>
                <a:ext cx="17980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293" extrusionOk="0">
                    <a:moveTo>
                      <a:pt x="2747" y="3607"/>
                    </a:moveTo>
                    <a:lnTo>
                      <a:pt x="2711" y="3609"/>
                    </a:lnTo>
                    <a:lnTo>
                      <a:pt x="2645" y="3622"/>
                    </a:lnTo>
                    <a:lnTo>
                      <a:pt x="2583" y="3649"/>
                    </a:lnTo>
                    <a:lnTo>
                      <a:pt x="2528" y="3685"/>
                    </a:lnTo>
                    <a:lnTo>
                      <a:pt x="2481" y="3733"/>
                    </a:lnTo>
                    <a:lnTo>
                      <a:pt x="2443" y="3787"/>
                    </a:lnTo>
                    <a:lnTo>
                      <a:pt x="2417" y="3848"/>
                    </a:lnTo>
                    <a:lnTo>
                      <a:pt x="2403" y="3916"/>
                    </a:lnTo>
                    <a:lnTo>
                      <a:pt x="2403" y="3950"/>
                    </a:lnTo>
                    <a:lnTo>
                      <a:pt x="2403" y="3986"/>
                    </a:lnTo>
                    <a:lnTo>
                      <a:pt x="2417" y="4052"/>
                    </a:lnTo>
                    <a:lnTo>
                      <a:pt x="2443" y="4114"/>
                    </a:lnTo>
                    <a:lnTo>
                      <a:pt x="2481" y="4169"/>
                    </a:lnTo>
                    <a:lnTo>
                      <a:pt x="2527" y="4215"/>
                    </a:lnTo>
                    <a:lnTo>
                      <a:pt x="2583" y="4253"/>
                    </a:lnTo>
                    <a:lnTo>
                      <a:pt x="2645" y="4279"/>
                    </a:lnTo>
                    <a:lnTo>
                      <a:pt x="2711" y="4293"/>
                    </a:lnTo>
                    <a:lnTo>
                      <a:pt x="2747" y="4293"/>
                    </a:lnTo>
                    <a:lnTo>
                      <a:pt x="2783" y="4293"/>
                    </a:lnTo>
                    <a:lnTo>
                      <a:pt x="2849" y="4279"/>
                    </a:lnTo>
                    <a:lnTo>
                      <a:pt x="2911" y="4253"/>
                    </a:lnTo>
                    <a:lnTo>
                      <a:pt x="2966" y="4215"/>
                    </a:lnTo>
                    <a:lnTo>
                      <a:pt x="3013" y="4169"/>
                    </a:lnTo>
                    <a:lnTo>
                      <a:pt x="3051" y="4114"/>
                    </a:lnTo>
                    <a:lnTo>
                      <a:pt x="3077" y="4052"/>
                    </a:lnTo>
                    <a:lnTo>
                      <a:pt x="3090" y="3986"/>
                    </a:lnTo>
                    <a:lnTo>
                      <a:pt x="3091" y="3950"/>
                    </a:lnTo>
                    <a:lnTo>
                      <a:pt x="3090" y="3916"/>
                    </a:lnTo>
                    <a:lnTo>
                      <a:pt x="3077" y="3848"/>
                    </a:lnTo>
                    <a:lnTo>
                      <a:pt x="3051" y="3787"/>
                    </a:lnTo>
                    <a:lnTo>
                      <a:pt x="3013" y="3733"/>
                    </a:lnTo>
                    <a:lnTo>
                      <a:pt x="2966" y="3685"/>
                    </a:lnTo>
                    <a:lnTo>
                      <a:pt x="2911" y="3648"/>
                    </a:lnTo>
                    <a:lnTo>
                      <a:pt x="2849" y="3622"/>
                    </a:lnTo>
                    <a:lnTo>
                      <a:pt x="2783" y="3609"/>
                    </a:lnTo>
                    <a:lnTo>
                      <a:pt x="2747" y="3607"/>
                    </a:lnTo>
                    <a:close/>
                    <a:moveTo>
                      <a:pt x="5399" y="1030"/>
                    </a:moveTo>
                    <a:lnTo>
                      <a:pt x="5332" y="968"/>
                    </a:lnTo>
                    <a:lnTo>
                      <a:pt x="5194" y="852"/>
                    </a:lnTo>
                    <a:lnTo>
                      <a:pt x="5050" y="741"/>
                    </a:lnTo>
                    <a:lnTo>
                      <a:pt x="4902" y="638"/>
                    </a:lnTo>
                    <a:lnTo>
                      <a:pt x="4749" y="542"/>
                    </a:lnTo>
                    <a:lnTo>
                      <a:pt x="4592" y="454"/>
                    </a:lnTo>
                    <a:lnTo>
                      <a:pt x="4431" y="373"/>
                    </a:lnTo>
                    <a:lnTo>
                      <a:pt x="4266" y="300"/>
                    </a:lnTo>
                    <a:lnTo>
                      <a:pt x="4098" y="235"/>
                    </a:lnTo>
                    <a:lnTo>
                      <a:pt x="3927" y="178"/>
                    </a:lnTo>
                    <a:lnTo>
                      <a:pt x="3751" y="127"/>
                    </a:lnTo>
                    <a:lnTo>
                      <a:pt x="3574" y="85"/>
                    </a:lnTo>
                    <a:lnTo>
                      <a:pt x="3394" y="52"/>
                    </a:lnTo>
                    <a:lnTo>
                      <a:pt x="3211" y="26"/>
                    </a:lnTo>
                    <a:lnTo>
                      <a:pt x="3026" y="10"/>
                    </a:lnTo>
                    <a:lnTo>
                      <a:pt x="2839" y="2"/>
                    </a:lnTo>
                    <a:lnTo>
                      <a:pt x="2746" y="0"/>
                    </a:lnTo>
                    <a:lnTo>
                      <a:pt x="2652" y="2"/>
                    </a:lnTo>
                    <a:lnTo>
                      <a:pt x="2466" y="10"/>
                    </a:lnTo>
                    <a:lnTo>
                      <a:pt x="2282" y="26"/>
                    </a:lnTo>
                    <a:lnTo>
                      <a:pt x="2099" y="52"/>
                    </a:lnTo>
                    <a:lnTo>
                      <a:pt x="1919" y="85"/>
                    </a:lnTo>
                    <a:lnTo>
                      <a:pt x="1740" y="127"/>
                    </a:lnTo>
                    <a:lnTo>
                      <a:pt x="1566" y="178"/>
                    </a:lnTo>
                    <a:lnTo>
                      <a:pt x="1395" y="235"/>
                    </a:lnTo>
                    <a:lnTo>
                      <a:pt x="1226" y="300"/>
                    </a:lnTo>
                    <a:lnTo>
                      <a:pt x="1060" y="373"/>
                    </a:lnTo>
                    <a:lnTo>
                      <a:pt x="899" y="454"/>
                    </a:lnTo>
                    <a:lnTo>
                      <a:pt x="742" y="542"/>
                    </a:lnTo>
                    <a:lnTo>
                      <a:pt x="590" y="638"/>
                    </a:lnTo>
                    <a:lnTo>
                      <a:pt x="441" y="741"/>
                    </a:lnTo>
                    <a:lnTo>
                      <a:pt x="299" y="852"/>
                    </a:lnTo>
                    <a:lnTo>
                      <a:pt x="160" y="970"/>
                    </a:lnTo>
                    <a:lnTo>
                      <a:pt x="93" y="1030"/>
                    </a:lnTo>
                    <a:lnTo>
                      <a:pt x="71" y="1053"/>
                    </a:lnTo>
                    <a:lnTo>
                      <a:pt x="35" y="1104"/>
                    </a:lnTo>
                    <a:lnTo>
                      <a:pt x="12" y="1157"/>
                    </a:lnTo>
                    <a:lnTo>
                      <a:pt x="0" y="1215"/>
                    </a:lnTo>
                    <a:lnTo>
                      <a:pt x="0" y="1272"/>
                    </a:lnTo>
                    <a:lnTo>
                      <a:pt x="12" y="1328"/>
                    </a:lnTo>
                    <a:lnTo>
                      <a:pt x="35" y="1383"/>
                    </a:lnTo>
                    <a:lnTo>
                      <a:pt x="71" y="1432"/>
                    </a:lnTo>
                    <a:lnTo>
                      <a:pt x="93" y="1455"/>
                    </a:lnTo>
                    <a:lnTo>
                      <a:pt x="117" y="1477"/>
                    </a:lnTo>
                    <a:lnTo>
                      <a:pt x="170" y="1510"/>
                    </a:lnTo>
                    <a:lnTo>
                      <a:pt x="228" y="1532"/>
                    </a:lnTo>
                    <a:lnTo>
                      <a:pt x="288" y="1543"/>
                    </a:lnTo>
                    <a:lnTo>
                      <a:pt x="319" y="1543"/>
                    </a:lnTo>
                    <a:lnTo>
                      <a:pt x="350" y="1543"/>
                    </a:lnTo>
                    <a:lnTo>
                      <a:pt x="411" y="1532"/>
                    </a:lnTo>
                    <a:lnTo>
                      <a:pt x="469" y="1510"/>
                    </a:lnTo>
                    <a:lnTo>
                      <a:pt x="522" y="1477"/>
                    </a:lnTo>
                    <a:lnTo>
                      <a:pt x="546" y="1455"/>
                    </a:lnTo>
                    <a:lnTo>
                      <a:pt x="601" y="1405"/>
                    </a:lnTo>
                    <a:lnTo>
                      <a:pt x="716" y="1308"/>
                    </a:lnTo>
                    <a:lnTo>
                      <a:pt x="834" y="1218"/>
                    </a:lnTo>
                    <a:lnTo>
                      <a:pt x="958" y="1134"/>
                    </a:lnTo>
                    <a:lnTo>
                      <a:pt x="1085" y="1056"/>
                    </a:lnTo>
                    <a:lnTo>
                      <a:pt x="1215" y="986"/>
                    </a:lnTo>
                    <a:lnTo>
                      <a:pt x="1349" y="922"/>
                    </a:lnTo>
                    <a:lnTo>
                      <a:pt x="1485" y="865"/>
                    </a:lnTo>
                    <a:lnTo>
                      <a:pt x="1625" y="813"/>
                    </a:lnTo>
                    <a:lnTo>
                      <a:pt x="1768" y="768"/>
                    </a:lnTo>
                    <a:lnTo>
                      <a:pt x="1985" y="712"/>
                    </a:lnTo>
                    <a:lnTo>
                      <a:pt x="2285" y="662"/>
                    </a:lnTo>
                    <a:lnTo>
                      <a:pt x="2590" y="636"/>
                    </a:lnTo>
                    <a:lnTo>
                      <a:pt x="2746" y="633"/>
                    </a:lnTo>
                    <a:lnTo>
                      <a:pt x="2901" y="636"/>
                    </a:lnTo>
                    <a:lnTo>
                      <a:pt x="3208" y="662"/>
                    </a:lnTo>
                    <a:lnTo>
                      <a:pt x="3506" y="712"/>
                    </a:lnTo>
                    <a:lnTo>
                      <a:pt x="3725" y="768"/>
                    </a:lnTo>
                    <a:lnTo>
                      <a:pt x="3868" y="813"/>
                    </a:lnTo>
                    <a:lnTo>
                      <a:pt x="4007" y="865"/>
                    </a:lnTo>
                    <a:lnTo>
                      <a:pt x="4144" y="922"/>
                    </a:lnTo>
                    <a:lnTo>
                      <a:pt x="4277" y="986"/>
                    </a:lnTo>
                    <a:lnTo>
                      <a:pt x="4408" y="1056"/>
                    </a:lnTo>
                    <a:lnTo>
                      <a:pt x="4534" y="1134"/>
                    </a:lnTo>
                    <a:lnTo>
                      <a:pt x="4657" y="1218"/>
                    </a:lnTo>
                    <a:lnTo>
                      <a:pt x="4776" y="1307"/>
                    </a:lnTo>
                    <a:lnTo>
                      <a:pt x="4890" y="1403"/>
                    </a:lnTo>
                    <a:lnTo>
                      <a:pt x="4946" y="1455"/>
                    </a:lnTo>
                    <a:lnTo>
                      <a:pt x="4969" y="1477"/>
                    </a:lnTo>
                    <a:lnTo>
                      <a:pt x="5023" y="1509"/>
                    </a:lnTo>
                    <a:lnTo>
                      <a:pt x="5082" y="1532"/>
                    </a:lnTo>
                    <a:lnTo>
                      <a:pt x="5142" y="1542"/>
                    </a:lnTo>
                    <a:lnTo>
                      <a:pt x="5203" y="1542"/>
                    </a:lnTo>
                    <a:lnTo>
                      <a:pt x="5263" y="1532"/>
                    </a:lnTo>
                    <a:lnTo>
                      <a:pt x="5322" y="1509"/>
                    </a:lnTo>
                    <a:lnTo>
                      <a:pt x="5375" y="1477"/>
                    </a:lnTo>
                    <a:lnTo>
                      <a:pt x="5399" y="1455"/>
                    </a:lnTo>
                    <a:lnTo>
                      <a:pt x="5422" y="1432"/>
                    </a:lnTo>
                    <a:lnTo>
                      <a:pt x="5456" y="1383"/>
                    </a:lnTo>
                    <a:lnTo>
                      <a:pt x="5481" y="1328"/>
                    </a:lnTo>
                    <a:lnTo>
                      <a:pt x="5492" y="1272"/>
                    </a:lnTo>
                    <a:lnTo>
                      <a:pt x="5492" y="1215"/>
                    </a:lnTo>
                    <a:lnTo>
                      <a:pt x="5481" y="1157"/>
                    </a:lnTo>
                    <a:lnTo>
                      <a:pt x="5456" y="1102"/>
                    </a:lnTo>
                    <a:lnTo>
                      <a:pt x="5422" y="1053"/>
                    </a:lnTo>
                    <a:lnTo>
                      <a:pt x="5399" y="1030"/>
                    </a:lnTo>
                    <a:close/>
                    <a:moveTo>
                      <a:pt x="2743" y="1202"/>
                    </a:moveTo>
                    <a:lnTo>
                      <a:pt x="2604" y="1203"/>
                    </a:lnTo>
                    <a:lnTo>
                      <a:pt x="2332" y="1230"/>
                    </a:lnTo>
                    <a:lnTo>
                      <a:pt x="2066" y="1282"/>
                    </a:lnTo>
                    <a:lnTo>
                      <a:pt x="1807" y="1360"/>
                    </a:lnTo>
                    <a:lnTo>
                      <a:pt x="1557" y="1462"/>
                    </a:lnTo>
                    <a:lnTo>
                      <a:pt x="1320" y="1589"/>
                    </a:lnTo>
                    <a:lnTo>
                      <a:pt x="1094" y="1739"/>
                    </a:lnTo>
                    <a:lnTo>
                      <a:pt x="882" y="1912"/>
                    </a:lnTo>
                    <a:lnTo>
                      <a:pt x="782" y="2008"/>
                    </a:lnTo>
                    <a:lnTo>
                      <a:pt x="759" y="2033"/>
                    </a:lnTo>
                    <a:lnTo>
                      <a:pt x="722" y="2088"/>
                    </a:lnTo>
                    <a:lnTo>
                      <a:pt x="698" y="2148"/>
                    </a:lnTo>
                    <a:lnTo>
                      <a:pt x="686" y="2211"/>
                    </a:lnTo>
                    <a:lnTo>
                      <a:pt x="686" y="2275"/>
                    </a:lnTo>
                    <a:lnTo>
                      <a:pt x="698" y="2337"/>
                    </a:lnTo>
                    <a:lnTo>
                      <a:pt x="722" y="2397"/>
                    </a:lnTo>
                    <a:lnTo>
                      <a:pt x="759" y="2452"/>
                    </a:lnTo>
                    <a:lnTo>
                      <a:pt x="782" y="2478"/>
                    </a:lnTo>
                    <a:lnTo>
                      <a:pt x="808" y="2501"/>
                    </a:lnTo>
                    <a:lnTo>
                      <a:pt x="863" y="2537"/>
                    </a:lnTo>
                    <a:lnTo>
                      <a:pt x="924" y="2561"/>
                    </a:lnTo>
                    <a:lnTo>
                      <a:pt x="987" y="2574"/>
                    </a:lnTo>
                    <a:lnTo>
                      <a:pt x="1019" y="2576"/>
                    </a:lnTo>
                    <a:lnTo>
                      <a:pt x="1052" y="2574"/>
                    </a:lnTo>
                    <a:lnTo>
                      <a:pt x="1115" y="2561"/>
                    </a:lnTo>
                    <a:lnTo>
                      <a:pt x="1176" y="2537"/>
                    </a:lnTo>
                    <a:lnTo>
                      <a:pt x="1230" y="2501"/>
                    </a:lnTo>
                    <a:lnTo>
                      <a:pt x="1256" y="2478"/>
                    </a:lnTo>
                    <a:lnTo>
                      <a:pt x="1331" y="2404"/>
                    </a:lnTo>
                    <a:lnTo>
                      <a:pt x="1493" y="2272"/>
                    </a:lnTo>
                    <a:lnTo>
                      <a:pt x="1664" y="2155"/>
                    </a:lnTo>
                    <a:lnTo>
                      <a:pt x="1844" y="2056"/>
                    </a:lnTo>
                    <a:lnTo>
                      <a:pt x="2033" y="1974"/>
                    </a:lnTo>
                    <a:lnTo>
                      <a:pt x="2229" y="1910"/>
                    </a:lnTo>
                    <a:lnTo>
                      <a:pt x="2432" y="1869"/>
                    </a:lnTo>
                    <a:lnTo>
                      <a:pt x="2638" y="1847"/>
                    </a:lnTo>
                    <a:lnTo>
                      <a:pt x="2743" y="1844"/>
                    </a:lnTo>
                    <a:lnTo>
                      <a:pt x="2848" y="1847"/>
                    </a:lnTo>
                    <a:lnTo>
                      <a:pt x="3055" y="1869"/>
                    </a:lnTo>
                    <a:lnTo>
                      <a:pt x="3257" y="1910"/>
                    </a:lnTo>
                    <a:lnTo>
                      <a:pt x="3453" y="1974"/>
                    </a:lnTo>
                    <a:lnTo>
                      <a:pt x="3643" y="2056"/>
                    </a:lnTo>
                    <a:lnTo>
                      <a:pt x="3823" y="2155"/>
                    </a:lnTo>
                    <a:lnTo>
                      <a:pt x="3994" y="2272"/>
                    </a:lnTo>
                    <a:lnTo>
                      <a:pt x="4154" y="2404"/>
                    </a:lnTo>
                    <a:lnTo>
                      <a:pt x="4230" y="2478"/>
                    </a:lnTo>
                    <a:lnTo>
                      <a:pt x="4255" y="2501"/>
                    </a:lnTo>
                    <a:lnTo>
                      <a:pt x="4311" y="2537"/>
                    </a:lnTo>
                    <a:lnTo>
                      <a:pt x="4372" y="2561"/>
                    </a:lnTo>
                    <a:lnTo>
                      <a:pt x="4435" y="2574"/>
                    </a:lnTo>
                    <a:lnTo>
                      <a:pt x="4500" y="2574"/>
                    </a:lnTo>
                    <a:lnTo>
                      <a:pt x="4562" y="2561"/>
                    </a:lnTo>
                    <a:lnTo>
                      <a:pt x="4622" y="2537"/>
                    </a:lnTo>
                    <a:lnTo>
                      <a:pt x="4678" y="2501"/>
                    </a:lnTo>
                    <a:lnTo>
                      <a:pt x="4703" y="2478"/>
                    </a:lnTo>
                    <a:lnTo>
                      <a:pt x="4727" y="2452"/>
                    </a:lnTo>
                    <a:lnTo>
                      <a:pt x="4763" y="2397"/>
                    </a:lnTo>
                    <a:lnTo>
                      <a:pt x="4788" y="2337"/>
                    </a:lnTo>
                    <a:lnTo>
                      <a:pt x="4801" y="2275"/>
                    </a:lnTo>
                    <a:lnTo>
                      <a:pt x="4801" y="2211"/>
                    </a:lnTo>
                    <a:lnTo>
                      <a:pt x="4788" y="2148"/>
                    </a:lnTo>
                    <a:lnTo>
                      <a:pt x="4763" y="2088"/>
                    </a:lnTo>
                    <a:lnTo>
                      <a:pt x="4727" y="2033"/>
                    </a:lnTo>
                    <a:lnTo>
                      <a:pt x="4703" y="2008"/>
                    </a:lnTo>
                    <a:lnTo>
                      <a:pt x="4603" y="1912"/>
                    </a:lnTo>
                    <a:lnTo>
                      <a:pt x="4392" y="1739"/>
                    </a:lnTo>
                    <a:lnTo>
                      <a:pt x="4167" y="1589"/>
                    </a:lnTo>
                    <a:lnTo>
                      <a:pt x="3928" y="1462"/>
                    </a:lnTo>
                    <a:lnTo>
                      <a:pt x="3679" y="1360"/>
                    </a:lnTo>
                    <a:lnTo>
                      <a:pt x="3421" y="1282"/>
                    </a:lnTo>
                    <a:lnTo>
                      <a:pt x="3155" y="1230"/>
                    </a:lnTo>
                    <a:lnTo>
                      <a:pt x="2881" y="1203"/>
                    </a:lnTo>
                    <a:lnTo>
                      <a:pt x="2743" y="1202"/>
                    </a:lnTo>
                    <a:close/>
                    <a:moveTo>
                      <a:pt x="2746" y="2403"/>
                    </a:moveTo>
                    <a:lnTo>
                      <a:pt x="2668" y="2404"/>
                    </a:lnTo>
                    <a:lnTo>
                      <a:pt x="2514" y="2420"/>
                    </a:lnTo>
                    <a:lnTo>
                      <a:pt x="2362" y="2451"/>
                    </a:lnTo>
                    <a:lnTo>
                      <a:pt x="2217" y="2497"/>
                    </a:lnTo>
                    <a:lnTo>
                      <a:pt x="2076" y="2556"/>
                    </a:lnTo>
                    <a:lnTo>
                      <a:pt x="1940" y="2631"/>
                    </a:lnTo>
                    <a:lnTo>
                      <a:pt x="1814" y="2719"/>
                    </a:lnTo>
                    <a:lnTo>
                      <a:pt x="1694" y="2819"/>
                    </a:lnTo>
                    <a:lnTo>
                      <a:pt x="1637" y="2876"/>
                    </a:lnTo>
                    <a:lnTo>
                      <a:pt x="1615" y="2900"/>
                    </a:lnTo>
                    <a:lnTo>
                      <a:pt x="1580" y="2955"/>
                    </a:lnTo>
                    <a:lnTo>
                      <a:pt x="1557" y="3012"/>
                    </a:lnTo>
                    <a:lnTo>
                      <a:pt x="1546" y="3074"/>
                    </a:lnTo>
                    <a:lnTo>
                      <a:pt x="1546" y="3136"/>
                    </a:lnTo>
                    <a:lnTo>
                      <a:pt x="1557" y="3197"/>
                    </a:lnTo>
                    <a:lnTo>
                      <a:pt x="1580" y="3256"/>
                    </a:lnTo>
                    <a:lnTo>
                      <a:pt x="1615" y="3309"/>
                    </a:lnTo>
                    <a:lnTo>
                      <a:pt x="1637" y="3334"/>
                    </a:lnTo>
                    <a:lnTo>
                      <a:pt x="1661" y="3357"/>
                    </a:lnTo>
                    <a:lnTo>
                      <a:pt x="1713" y="3393"/>
                    </a:lnTo>
                    <a:lnTo>
                      <a:pt x="1769" y="3416"/>
                    </a:lnTo>
                    <a:lnTo>
                      <a:pt x="1830" y="3427"/>
                    </a:lnTo>
                    <a:lnTo>
                      <a:pt x="1860" y="3429"/>
                    </a:lnTo>
                    <a:lnTo>
                      <a:pt x="1890" y="3427"/>
                    </a:lnTo>
                    <a:lnTo>
                      <a:pt x="1949" y="3416"/>
                    </a:lnTo>
                    <a:lnTo>
                      <a:pt x="2005" y="3393"/>
                    </a:lnTo>
                    <a:lnTo>
                      <a:pt x="2057" y="3357"/>
                    </a:lnTo>
                    <a:lnTo>
                      <a:pt x="2082" y="3334"/>
                    </a:lnTo>
                    <a:lnTo>
                      <a:pt x="2115" y="3300"/>
                    </a:lnTo>
                    <a:lnTo>
                      <a:pt x="2187" y="3239"/>
                    </a:lnTo>
                    <a:lnTo>
                      <a:pt x="2263" y="3184"/>
                    </a:lnTo>
                    <a:lnTo>
                      <a:pt x="2344" y="3138"/>
                    </a:lnTo>
                    <a:lnTo>
                      <a:pt x="2429" y="3100"/>
                    </a:lnTo>
                    <a:lnTo>
                      <a:pt x="2517" y="3070"/>
                    </a:lnTo>
                    <a:lnTo>
                      <a:pt x="2607" y="3051"/>
                    </a:lnTo>
                    <a:lnTo>
                      <a:pt x="2699" y="3041"/>
                    </a:lnTo>
                    <a:lnTo>
                      <a:pt x="2746" y="3040"/>
                    </a:lnTo>
                    <a:lnTo>
                      <a:pt x="2793" y="3040"/>
                    </a:lnTo>
                    <a:lnTo>
                      <a:pt x="2885" y="3051"/>
                    </a:lnTo>
                    <a:lnTo>
                      <a:pt x="2976" y="3070"/>
                    </a:lnTo>
                    <a:lnTo>
                      <a:pt x="3064" y="3100"/>
                    </a:lnTo>
                    <a:lnTo>
                      <a:pt x="3147" y="3138"/>
                    </a:lnTo>
                    <a:lnTo>
                      <a:pt x="3228" y="3184"/>
                    </a:lnTo>
                    <a:lnTo>
                      <a:pt x="3304" y="3239"/>
                    </a:lnTo>
                    <a:lnTo>
                      <a:pt x="3376" y="3300"/>
                    </a:lnTo>
                    <a:lnTo>
                      <a:pt x="3411" y="3334"/>
                    </a:lnTo>
                    <a:lnTo>
                      <a:pt x="3434" y="3357"/>
                    </a:lnTo>
                    <a:lnTo>
                      <a:pt x="3487" y="3393"/>
                    </a:lnTo>
                    <a:lnTo>
                      <a:pt x="3543" y="3416"/>
                    </a:lnTo>
                    <a:lnTo>
                      <a:pt x="3603" y="3427"/>
                    </a:lnTo>
                    <a:lnTo>
                      <a:pt x="3663" y="3427"/>
                    </a:lnTo>
                    <a:lnTo>
                      <a:pt x="3722" y="3416"/>
                    </a:lnTo>
                    <a:lnTo>
                      <a:pt x="3780" y="3393"/>
                    </a:lnTo>
                    <a:lnTo>
                      <a:pt x="3832" y="3357"/>
                    </a:lnTo>
                    <a:lnTo>
                      <a:pt x="3855" y="3334"/>
                    </a:lnTo>
                    <a:lnTo>
                      <a:pt x="3878" y="3309"/>
                    </a:lnTo>
                    <a:lnTo>
                      <a:pt x="3912" y="3256"/>
                    </a:lnTo>
                    <a:lnTo>
                      <a:pt x="3934" y="3197"/>
                    </a:lnTo>
                    <a:lnTo>
                      <a:pt x="3945" y="3136"/>
                    </a:lnTo>
                    <a:lnTo>
                      <a:pt x="3945" y="3074"/>
                    </a:lnTo>
                    <a:lnTo>
                      <a:pt x="3934" y="3012"/>
                    </a:lnTo>
                    <a:lnTo>
                      <a:pt x="3912" y="2955"/>
                    </a:lnTo>
                    <a:lnTo>
                      <a:pt x="3878" y="2900"/>
                    </a:lnTo>
                    <a:lnTo>
                      <a:pt x="3855" y="2876"/>
                    </a:lnTo>
                    <a:lnTo>
                      <a:pt x="3798" y="2819"/>
                    </a:lnTo>
                    <a:lnTo>
                      <a:pt x="3679" y="2719"/>
                    </a:lnTo>
                    <a:lnTo>
                      <a:pt x="3551" y="2631"/>
                    </a:lnTo>
                    <a:lnTo>
                      <a:pt x="3417" y="2556"/>
                    </a:lnTo>
                    <a:lnTo>
                      <a:pt x="3276" y="2497"/>
                    </a:lnTo>
                    <a:lnTo>
                      <a:pt x="3130" y="2451"/>
                    </a:lnTo>
                    <a:lnTo>
                      <a:pt x="2979" y="2420"/>
                    </a:lnTo>
                    <a:lnTo>
                      <a:pt x="2825" y="2404"/>
                    </a:lnTo>
                    <a:lnTo>
                      <a:pt x="2746" y="24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10"/>
              <p:cNvSpPr/>
              <p:nvPr/>
            </p:nvSpPr>
            <p:spPr>
              <a:xfrm>
                <a:off x="9512757" y="369386"/>
                <a:ext cx="715178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PPTBIZCAM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1" name="Google Shape;411;p10"/>
            <p:cNvSpPr/>
            <p:nvPr/>
          </p:nvSpPr>
          <p:spPr>
            <a:xfrm>
              <a:off x="11377471" y="133570"/>
              <a:ext cx="176990" cy="176990"/>
            </a:xfrm>
            <a:prstGeom prst="ellipse">
              <a:avLst/>
            </a:prstGeom>
            <a:solidFill>
              <a:srgbClr val="90DA80"/>
            </a:solidFill>
            <a:ln>
              <a:noFill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2" name="Google Shape;412;p10"/>
            <p:cNvGrpSpPr/>
            <p:nvPr/>
          </p:nvGrpSpPr>
          <p:grpSpPr>
            <a:xfrm>
              <a:off x="653849" y="193034"/>
              <a:ext cx="343364" cy="344856"/>
              <a:chOff x="1157487" y="184451"/>
              <a:chExt cx="489882" cy="492010"/>
            </a:xfrm>
          </p:grpSpPr>
          <p:sp>
            <p:nvSpPr>
              <p:cNvPr id="413" name="Google Shape;413;p10"/>
              <p:cNvSpPr/>
              <p:nvPr/>
            </p:nvSpPr>
            <p:spPr>
              <a:xfrm>
                <a:off x="1157487" y="184454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10"/>
              <p:cNvSpPr/>
              <p:nvPr/>
            </p:nvSpPr>
            <p:spPr>
              <a:xfrm>
                <a:off x="1483366" y="184451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0"/>
              <p:cNvSpPr/>
              <p:nvPr/>
            </p:nvSpPr>
            <p:spPr>
              <a:xfrm>
                <a:off x="1319363" y="348454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10"/>
              <p:cNvSpPr/>
              <p:nvPr/>
            </p:nvSpPr>
            <p:spPr>
              <a:xfrm>
                <a:off x="1483366" y="348453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10"/>
              <p:cNvSpPr/>
              <p:nvPr/>
            </p:nvSpPr>
            <p:spPr>
              <a:xfrm>
                <a:off x="1157487" y="512458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10"/>
              <p:cNvSpPr/>
              <p:nvPr/>
            </p:nvSpPr>
            <p:spPr>
              <a:xfrm>
                <a:off x="1483366" y="512455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19" name="Google Shape;419;p10"/>
          <p:cNvSpPr txBox="1"/>
          <p:nvPr/>
        </p:nvSpPr>
        <p:spPr>
          <a:xfrm>
            <a:off x="767310" y="914400"/>
            <a:ext cx="91566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1800" b="1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학습 모델: Transformer Model</a:t>
            </a:r>
            <a:endParaRPr/>
          </a:p>
        </p:txBody>
      </p:sp>
      <p:sp>
        <p:nvSpPr>
          <p:cNvPr id="420" name="Google Shape;420;p10"/>
          <p:cNvSpPr txBox="1"/>
          <p:nvPr/>
        </p:nvSpPr>
        <p:spPr>
          <a:xfrm>
            <a:off x="939737" y="1240730"/>
            <a:ext cx="8605014" cy="42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문장 속 단어와 같은 순차 데이터 내의 관계를 추적해 맥락과 의미를 학습하는 신경망</a:t>
            </a:r>
            <a:endParaRPr sz="1600"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07490" y="1829826"/>
            <a:ext cx="6605924" cy="4512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p11"/>
          <p:cNvGrpSpPr/>
          <p:nvPr/>
        </p:nvGrpSpPr>
        <p:grpSpPr>
          <a:xfrm>
            <a:off x="150812" y="0"/>
            <a:ext cx="11890375" cy="6680200"/>
            <a:chOff x="150812" y="0"/>
            <a:chExt cx="11890375" cy="6680200"/>
          </a:xfrm>
        </p:grpSpPr>
        <p:sp>
          <p:nvSpPr>
            <p:cNvPr id="428" name="Google Shape;428;p11"/>
            <p:cNvSpPr/>
            <p:nvPr/>
          </p:nvSpPr>
          <p:spPr>
            <a:xfrm>
              <a:off x="150812" y="0"/>
              <a:ext cx="11890375" cy="6680200"/>
            </a:xfrm>
            <a:prstGeom prst="round2SameRect">
              <a:avLst>
                <a:gd name="adj1" fmla="val 0"/>
                <a:gd name="adj2" fmla="val 5079"/>
              </a:avLst>
            </a:prstGeom>
            <a:solidFill>
              <a:srgbClr val="E4F7F5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1"/>
            <p:cNvSpPr/>
            <p:nvPr/>
          </p:nvSpPr>
          <p:spPr>
            <a:xfrm>
              <a:off x="286543" y="0"/>
              <a:ext cx="11618912" cy="6509543"/>
            </a:xfrm>
            <a:prstGeom prst="round2SameRect">
              <a:avLst>
                <a:gd name="adj1" fmla="val 0"/>
                <a:gd name="adj2" fmla="val 3479"/>
              </a:avLst>
            </a:prstGeom>
            <a:solidFill>
              <a:schemeClr val="lt1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1"/>
            <p:cNvSpPr/>
            <p:nvPr/>
          </p:nvSpPr>
          <p:spPr>
            <a:xfrm>
              <a:off x="286544" y="0"/>
              <a:ext cx="11618912" cy="771525"/>
            </a:xfrm>
            <a:prstGeom prst="round2SameRect">
              <a:avLst>
                <a:gd name="adj1" fmla="val 0"/>
                <a:gd name="adj2" fmla="val 29630"/>
              </a:avLst>
            </a:prstGeom>
            <a:solidFill>
              <a:schemeClr val="lt1"/>
            </a:solidFill>
            <a:ln>
              <a:noFill/>
            </a:ln>
            <a:effectLst>
              <a:outerShdw blurRad="165100" dist="38100" dir="5400000" algn="t" rotWithShape="0">
                <a:srgbClr val="000000">
                  <a:alpha val="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4. 프로젝트 수행 결과</a:t>
              </a:r>
              <a:endParaRPr/>
            </a:p>
          </p:txBody>
        </p:sp>
        <p:grpSp>
          <p:nvGrpSpPr>
            <p:cNvPr id="431" name="Google Shape;431;p11"/>
            <p:cNvGrpSpPr/>
            <p:nvPr/>
          </p:nvGrpSpPr>
          <p:grpSpPr>
            <a:xfrm>
              <a:off x="11067369" y="185874"/>
              <a:ext cx="429876" cy="429876"/>
              <a:chOff x="215317" y="343634"/>
              <a:chExt cx="684000" cy="684000"/>
            </a:xfrm>
          </p:grpSpPr>
          <p:sp>
            <p:nvSpPr>
              <p:cNvPr id="432" name="Google Shape;432;p11"/>
              <p:cNvSpPr/>
              <p:nvPr/>
            </p:nvSpPr>
            <p:spPr>
              <a:xfrm>
                <a:off x="215317" y="343634"/>
                <a:ext cx="684000" cy="684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9F3FC"/>
                  </a:gs>
                  <a:gs pos="86000">
                    <a:srgbClr val="E9F3FC"/>
                  </a:gs>
                  <a:gs pos="100000">
                    <a:srgbClr val="4E5DA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542925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rgbClr val="323F4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33" name="Google Shape;433;p11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2555" y="386637"/>
                <a:ext cx="546554" cy="5465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34" name="Google Shape;434;p11"/>
            <p:cNvGrpSpPr/>
            <p:nvPr/>
          </p:nvGrpSpPr>
          <p:grpSpPr>
            <a:xfrm>
              <a:off x="8951163" y="320145"/>
              <a:ext cx="1550689" cy="169277"/>
              <a:chOff x="9512757" y="369386"/>
              <a:chExt cx="2051714" cy="223970"/>
            </a:xfrm>
          </p:grpSpPr>
          <p:grpSp>
            <p:nvGrpSpPr>
              <p:cNvPr id="435" name="Google Shape;435;p11"/>
              <p:cNvGrpSpPr/>
              <p:nvPr/>
            </p:nvGrpSpPr>
            <p:grpSpPr>
              <a:xfrm>
                <a:off x="10750964" y="406846"/>
                <a:ext cx="132372" cy="140525"/>
                <a:chOff x="4594" y="900"/>
                <a:chExt cx="276" cy="293"/>
              </a:xfrm>
            </p:grpSpPr>
            <p:sp>
              <p:nvSpPr>
                <p:cNvPr id="436" name="Google Shape;436;p11"/>
                <p:cNvSpPr/>
                <p:nvPr/>
              </p:nvSpPr>
              <p:spPr>
                <a:xfrm>
                  <a:off x="4594" y="900"/>
                  <a:ext cx="102" cy="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3" extrusionOk="0">
                      <a:moveTo>
                        <a:pt x="72" y="263"/>
                      </a:moveTo>
                      <a:lnTo>
                        <a:pt x="91" y="236"/>
                      </a:lnTo>
                      <a:lnTo>
                        <a:pt x="139" y="187"/>
                      </a:lnTo>
                      <a:lnTo>
                        <a:pt x="193" y="148"/>
                      </a:lnTo>
                      <a:lnTo>
                        <a:pt x="255" y="119"/>
                      </a:lnTo>
                      <a:lnTo>
                        <a:pt x="290" y="110"/>
                      </a:lnTo>
                      <a:lnTo>
                        <a:pt x="299" y="106"/>
                      </a:lnTo>
                      <a:lnTo>
                        <a:pt x="305" y="97"/>
                      </a:lnTo>
                      <a:lnTo>
                        <a:pt x="307" y="87"/>
                      </a:lnTo>
                      <a:lnTo>
                        <a:pt x="303" y="77"/>
                      </a:lnTo>
                      <a:lnTo>
                        <a:pt x="292" y="60"/>
                      </a:lnTo>
                      <a:lnTo>
                        <a:pt x="263" y="33"/>
                      </a:lnTo>
                      <a:lnTo>
                        <a:pt x="227" y="13"/>
                      </a:lnTo>
                      <a:lnTo>
                        <a:pt x="186" y="1"/>
                      </a:lnTo>
                      <a:lnTo>
                        <a:pt x="165" y="0"/>
                      </a:lnTo>
                      <a:lnTo>
                        <a:pt x="131" y="3"/>
                      </a:lnTo>
                      <a:lnTo>
                        <a:pt x="72" y="27"/>
                      </a:lnTo>
                      <a:lnTo>
                        <a:pt x="27" y="72"/>
                      </a:lnTo>
                      <a:lnTo>
                        <a:pt x="3" y="131"/>
                      </a:lnTo>
                      <a:lnTo>
                        <a:pt x="0" y="164"/>
                      </a:lnTo>
                      <a:lnTo>
                        <a:pt x="1" y="192"/>
                      </a:lnTo>
                      <a:lnTo>
                        <a:pt x="20" y="243"/>
                      </a:lnTo>
                      <a:lnTo>
                        <a:pt x="36" y="266"/>
                      </a:lnTo>
                      <a:lnTo>
                        <a:pt x="43" y="273"/>
                      </a:lnTo>
                      <a:lnTo>
                        <a:pt x="53" y="273"/>
                      </a:lnTo>
                      <a:lnTo>
                        <a:pt x="65" y="271"/>
                      </a:lnTo>
                      <a:lnTo>
                        <a:pt x="72" y="2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" name="Google Shape;437;p11"/>
                <p:cNvSpPr/>
                <p:nvPr/>
              </p:nvSpPr>
              <p:spPr>
                <a:xfrm>
                  <a:off x="4768" y="900"/>
                  <a:ext cx="102" cy="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1" extrusionOk="0">
                      <a:moveTo>
                        <a:pt x="143" y="0"/>
                      </a:moveTo>
                      <a:lnTo>
                        <a:pt x="121" y="1"/>
                      </a:lnTo>
                      <a:lnTo>
                        <a:pt x="81" y="11"/>
                      </a:lnTo>
                      <a:lnTo>
                        <a:pt x="46" y="31"/>
                      </a:lnTo>
                      <a:lnTo>
                        <a:pt x="16" y="60"/>
                      </a:lnTo>
                      <a:lnTo>
                        <a:pt x="4" y="76"/>
                      </a:lnTo>
                      <a:lnTo>
                        <a:pt x="0" y="86"/>
                      </a:lnTo>
                      <a:lnTo>
                        <a:pt x="3" y="96"/>
                      </a:lnTo>
                      <a:lnTo>
                        <a:pt x="9" y="106"/>
                      </a:lnTo>
                      <a:lnTo>
                        <a:pt x="19" y="110"/>
                      </a:lnTo>
                      <a:lnTo>
                        <a:pt x="52" y="119"/>
                      </a:lnTo>
                      <a:lnTo>
                        <a:pt x="115" y="148"/>
                      </a:lnTo>
                      <a:lnTo>
                        <a:pt x="170" y="187"/>
                      </a:lnTo>
                      <a:lnTo>
                        <a:pt x="218" y="234"/>
                      </a:lnTo>
                      <a:lnTo>
                        <a:pt x="237" y="261"/>
                      </a:lnTo>
                      <a:lnTo>
                        <a:pt x="245" y="270"/>
                      </a:lnTo>
                      <a:lnTo>
                        <a:pt x="255" y="271"/>
                      </a:lnTo>
                      <a:lnTo>
                        <a:pt x="266" y="270"/>
                      </a:lnTo>
                      <a:lnTo>
                        <a:pt x="274" y="263"/>
                      </a:lnTo>
                      <a:lnTo>
                        <a:pt x="289" y="241"/>
                      </a:lnTo>
                      <a:lnTo>
                        <a:pt x="306" y="191"/>
                      </a:lnTo>
                      <a:lnTo>
                        <a:pt x="307" y="164"/>
                      </a:lnTo>
                      <a:lnTo>
                        <a:pt x="306" y="131"/>
                      </a:lnTo>
                      <a:lnTo>
                        <a:pt x="280" y="72"/>
                      </a:lnTo>
                      <a:lnTo>
                        <a:pt x="235" y="27"/>
                      </a:lnTo>
                      <a:lnTo>
                        <a:pt x="178" y="3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8" name="Google Shape;438;p11"/>
                <p:cNvSpPr/>
                <p:nvPr/>
              </p:nvSpPr>
              <p:spPr>
                <a:xfrm>
                  <a:off x="4612" y="947"/>
                  <a:ext cx="241" cy="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37" extrusionOk="0">
                      <a:moveTo>
                        <a:pt x="725" y="361"/>
                      </a:moveTo>
                      <a:lnTo>
                        <a:pt x="722" y="313"/>
                      </a:lnTo>
                      <a:lnTo>
                        <a:pt x="699" y="225"/>
                      </a:lnTo>
                      <a:lnTo>
                        <a:pt x="679" y="187"/>
                      </a:lnTo>
                      <a:lnTo>
                        <a:pt x="659" y="151"/>
                      </a:lnTo>
                      <a:lnTo>
                        <a:pt x="604" y="90"/>
                      </a:lnTo>
                      <a:lnTo>
                        <a:pt x="536" y="44"/>
                      </a:lnTo>
                      <a:lnTo>
                        <a:pt x="459" y="13"/>
                      </a:lnTo>
                      <a:lnTo>
                        <a:pt x="418" y="4"/>
                      </a:lnTo>
                      <a:lnTo>
                        <a:pt x="390" y="1"/>
                      </a:lnTo>
                      <a:lnTo>
                        <a:pt x="363" y="0"/>
                      </a:lnTo>
                      <a:lnTo>
                        <a:pt x="334" y="1"/>
                      </a:lnTo>
                      <a:lnTo>
                        <a:pt x="305" y="5"/>
                      </a:lnTo>
                      <a:lnTo>
                        <a:pt x="263" y="13"/>
                      </a:lnTo>
                      <a:lnTo>
                        <a:pt x="187" y="44"/>
                      </a:lnTo>
                      <a:lnTo>
                        <a:pt x="120" y="92"/>
                      </a:lnTo>
                      <a:lnTo>
                        <a:pt x="67" y="152"/>
                      </a:lnTo>
                      <a:lnTo>
                        <a:pt x="45" y="188"/>
                      </a:lnTo>
                      <a:lnTo>
                        <a:pt x="25" y="227"/>
                      </a:lnTo>
                      <a:lnTo>
                        <a:pt x="3" y="313"/>
                      </a:lnTo>
                      <a:lnTo>
                        <a:pt x="0" y="361"/>
                      </a:lnTo>
                      <a:lnTo>
                        <a:pt x="2" y="399"/>
                      </a:lnTo>
                      <a:lnTo>
                        <a:pt x="19" y="476"/>
                      </a:lnTo>
                      <a:lnTo>
                        <a:pt x="51" y="543"/>
                      </a:lnTo>
                      <a:lnTo>
                        <a:pt x="96" y="604"/>
                      </a:lnTo>
                      <a:lnTo>
                        <a:pt x="123" y="630"/>
                      </a:lnTo>
                      <a:lnTo>
                        <a:pt x="93" y="673"/>
                      </a:lnTo>
                      <a:lnTo>
                        <a:pt x="84" y="687"/>
                      </a:lnTo>
                      <a:lnTo>
                        <a:pt x="90" y="719"/>
                      </a:lnTo>
                      <a:lnTo>
                        <a:pt x="103" y="729"/>
                      </a:lnTo>
                      <a:lnTo>
                        <a:pt x="113" y="736"/>
                      </a:lnTo>
                      <a:lnTo>
                        <a:pt x="126" y="737"/>
                      </a:lnTo>
                      <a:lnTo>
                        <a:pt x="136" y="736"/>
                      </a:lnTo>
                      <a:lnTo>
                        <a:pt x="153" y="727"/>
                      </a:lnTo>
                      <a:lnTo>
                        <a:pt x="159" y="720"/>
                      </a:lnTo>
                      <a:lnTo>
                        <a:pt x="189" y="677"/>
                      </a:lnTo>
                      <a:lnTo>
                        <a:pt x="230" y="696"/>
                      </a:lnTo>
                      <a:lnTo>
                        <a:pt x="316" y="719"/>
                      </a:lnTo>
                      <a:lnTo>
                        <a:pt x="363" y="720"/>
                      </a:lnTo>
                      <a:lnTo>
                        <a:pt x="409" y="719"/>
                      </a:lnTo>
                      <a:lnTo>
                        <a:pt x="495" y="696"/>
                      </a:lnTo>
                      <a:lnTo>
                        <a:pt x="536" y="677"/>
                      </a:lnTo>
                      <a:lnTo>
                        <a:pt x="566" y="720"/>
                      </a:lnTo>
                      <a:lnTo>
                        <a:pt x="572" y="727"/>
                      </a:lnTo>
                      <a:lnTo>
                        <a:pt x="589" y="736"/>
                      </a:lnTo>
                      <a:lnTo>
                        <a:pt x="599" y="737"/>
                      </a:lnTo>
                      <a:lnTo>
                        <a:pt x="612" y="736"/>
                      </a:lnTo>
                      <a:lnTo>
                        <a:pt x="622" y="729"/>
                      </a:lnTo>
                      <a:lnTo>
                        <a:pt x="635" y="719"/>
                      </a:lnTo>
                      <a:lnTo>
                        <a:pt x="640" y="687"/>
                      </a:lnTo>
                      <a:lnTo>
                        <a:pt x="633" y="673"/>
                      </a:lnTo>
                      <a:lnTo>
                        <a:pt x="602" y="630"/>
                      </a:lnTo>
                      <a:lnTo>
                        <a:pt x="630" y="604"/>
                      </a:lnTo>
                      <a:lnTo>
                        <a:pt x="674" y="543"/>
                      </a:lnTo>
                      <a:lnTo>
                        <a:pt x="706" y="476"/>
                      </a:lnTo>
                      <a:lnTo>
                        <a:pt x="723" y="399"/>
                      </a:lnTo>
                      <a:lnTo>
                        <a:pt x="725" y="361"/>
                      </a:lnTo>
                      <a:close/>
                      <a:moveTo>
                        <a:pt x="363" y="619"/>
                      </a:moveTo>
                      <a:lnTo>
                        <a:pt x="335" y="619"/>
                      </a:lnTo>
                      <a:lnTo>
                        <a:pt x="285" y="608"/>
                      </a:lnTo>
                      <a:lnTo>
                        <a:pt x="239" y="589"/>
                      </a:lnTo>
                      <a:lnTo>
                        <a:pt x="197" y="561"/>
                      </a:lnTo>
                      <a:lnTo>
                        <a:pt x="161" y="526"/>
                      </a:lnTo>
                      <a:lnTo>
                        <a:pt x="133" y="484"/>
                      </a:lnTo>
                      <a:lnTo>
                        <a:pt x="113" y="438"/>
                      </a:lnTo>
                      <a:lnTo>
                        <a:pt x="103" y="386"/>
                      </a:lnTo>
                      <a:lnTo>
                        <a:pt x="101" y="361"/>
                      </a:lnTo>
                      <a:lnTo>
                        <a:pt x="103" y="328"/>
                      </a:lnTo>
                      <a:lnTo>
                        <a:pt x="120" y="266"/>
                      </a:lnTo>
                      <a:lnTo>
                        <a:pt x="133" y="237"/>
                      </a:lnTo>
                      <a:lnTo>
                        <a:pt x="149" y="211"/>
                      </a:lnTo>
                      <a:lnTo>
                        <a:pt x="188" y="166"/>
                      </a:lnTo>
                      <a:lnTo>
                        <a:pt x="237" y="133"/>
                      </a:lnTo>
                      <a:lnTo>
                        <a:pt x="292" y="110"/>
                      </a:lnTo>
                      <a:lnTo>
                        <a:pt x="322" y="105"/>
                      </a:lnTo>
                      <a:lnTo>
                        <a:pt x="342" y="102"/>
                      </a:lnTo>
                      <a:lnTo>
                        <a:pt x="363" y="100"/>
                      </a:lnTo>
                      <a:lnTo>
                        <a:pt x="381" y="102"/>
                      </a:lnTo>
                      <a:lnTo>
                        <a:pt x="400" y="103"/>
                      </a:lnTo>
                      <a:lnTo>
                        <a:pt x="431" y="109"/>
                      </a:lnTo>
                      <a:lnTo>
                        <a:pt x="487" y="132"/>
                      </a:lnTo>
                      <a:lnTo>
                        <a:pt x="536" y="166"/>
                      </a:lnTo>
                      <a:lnTo>
                        <a:pt x="576" y="211"/>
                      </a:lnTo>
                      <a:lnTo>
                        <a:pt x="592" y="237"/>
                      </a:lnTo>
                      <a:lnTo>
                        <a:pt x="605" y="264"/>
                      </a:lnTo>
                      <a:lnTo>
                        <a:pt x="622" y="328"/>
                      </a:lnTo>
                      <a:lnTo>
                        <a:pt x="624" y="361"/>
                      </a:lnTo>
                      <a:lnTo>
                        <a:pt x="622" y="386"/>
                      </a:lnTo>
                      <a:lnTo>
                        <a:pt x="612" y="438"/>
                      </a:lnTo>
                      <a:lnTo>
                        <a:pt x="592" y="484"/>
                      </a:lnTo>
                      <a:lnTo>
                        <a:pt x="563" y="526"/>
                      </a:lnTo>
                      <a:lnTo>
                        <a:pt x="529" y="561"/>
                      </a:lnTo>
                      <a:lnTo>
                        <a:pt x="487" y="589"/>
                      </a:lnTo>
                      <a:lnTo>
                        <a:pt x="441" y="608"/>
                      </a:lnTo>
                      <a:lnTo>
                        <a:pt x="389" y="619"/>
                      </a:lnTo>
                      <a:lnTo>
                        <a:pt x="363" y="6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9" name="Google Shape;439;p11"/>
                <p:cNvSpPr/>
                <p:nvPr/>
              </p:nvSpPr>
              <p:spPr>
                <a:xfrm>
                  <a:off x="4716" y="1006"/>
                  <a:ext cx="7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98" extrusionOk="0">
                      <a:moveTo>
                        <a:pt x="194" y="245"/>
                      </a:moveTo>
                      <a:lnTo>
                        <a:pt x="95" y="183"/>
                      </a:lnTo>
                      <a:lnTo>
                        <a:pt x="91" y="167"/>
                      </a:lnTo>
                      <a:lnTo>
                        <a:pt x="78" y="156"/>
                      </a:lnTo>
                      <a:lnTo>
                        <a:pt x="83" y="31"/>
                      </a:lnTo>
                      <a:lnTo>
                        <a:pt x="82" y="19"/>
                      </a:lnTo>
                      <a:lnTo>
                        <a:pt x="66" y="3"/>
                      </a:lnTo>
                      <a:lnTo>
                        <a:pt x="54" y="0"/>
                      </a:lnTo>
                      <a:lnTo>
                        <a:pt x="43" y="2"/>
                      </a:lnTo>
                      <a:lnTo>
                        <a:pt x="27" y="18"/>
                      </a:lnTo>
                      <a:lnTo>
                        <a:pt x="26" y="29"/>
                      </a:lnTo>
                      <a:lnTo>
                        <a:pt x="20" y="153"/>
                      </a:lnTo>
                      <a:lnTo>
                        <a:pt x="11" y="160"/>
                      </a:lnTo>
                      <a:lnTo>
                        <a:pt x="1" y="180"/>
                      </a:lnTo>
                      <a:lnTo>
                        <a:pt x="0" y="192"/>
                      </a:lnTo>
                      <a:lnTo>
                        <a:pt x="1" y="202"/>
                      </a:lnTo>
                      <a:lnTo>
                        <a:pt x="8" y="219"/>
                      </a:lnTo>
                      <a:lnTo>
                        <a:pt x="21" y="232"/>
                      </a:lnTo>
                      <a:lnTo>
                        <a:pt x="39" y="239"/>
                      </a:lnTo>
                      <a:lnTo>
                        <a:pt x="49" y="241"/>
                      </a:lnTo>
                      <a:lnTo>
                        <a:pt x="59" y="239"/>
                      </a:lnTo>
                      <a:lnTo>
                        <a:pt x="69" y="235"/>
                      </a:lnTo>
                      <a:lnTo>
                        <a:pt x="164" y="294"/>
                      </a:lnTo>
                      <a:lnTo>
                        <a:pt x="171" y="298"/>
                      </a:lnTo>
                      <a:lnTo>
                        <a:pt x="180" y="298"/>
                      </a:lnTo>
                      <a:lnTo>
                        <a:pt x="187" y="298"/>
                      </a:lnTo>
                      <a:lnTo>
                        <a:pt x="199" y="291"/>
                      </a:lnTo>
                      <a:lnTo>
                        <a:pt x="205" y="285"/>
                      </a:lnTo>
                      <a:lnTo>
                        <a:pt x="209" y="274"/>
                      </a:lnTo>
                      <a:lnTo>
                        <a:pt x="203" y="252"/>
                      </a:lnTo>
                      <a:lnTo>
                        <a:pt x="194" y="2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0" name="Google Shape;440;p11"/>
              <p:cNvGrpSpPr/>
              <p:nvPr/>
            </p:nvGrpSpPr>
            <p:grpSpPr>
              <a:xfrm>
                <a:off x="10506302" y="406846"/>
                <a:ext cx="140525" cy="140525"/>
                <a:chOff x="1747" y="423"/>
                <a:chExt cx="575" cy="575"/>
              </a:xfrm>
            </p:grpSpPr>
            <p:sp>
              <p:nvSpPr>
                <p:cNvPr id="441" name="Google Shape;441;p11"/>
                <p:cNvSpPr/>
                <p:nvPr/>
              </p:nvSpPr>
              <p:spPr>
                <a:xfrm>
                  <a:off x="1899" y="577"/>
                  <a:ext cx="271" cy="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811" extrusionOk="0">
                      <a:moveTo>
                        <a:pt x="663" y="0"/>
                      </a:moveTo>
                      <a:lnTo>
                        <a:pt x="148" y="0"/>
                      </a:lnTo>
                      <a:lnTo>
                        <a:pt x="118" y="1"/>
                      </a:lnTo>
                      <a:lnTo>
                        <a:pt x="65" y="24"/>
                      </a:lnTo>
                      <a:lnTo>
                        <a:pt x="24" y="65"/>
                      </a:lnTo>
                      <a:lnTo>
                        <a:pt x="1" y="118"/>
                      </a:lnTo>
                      <a:lnTo>
                        <a:pt x="0" y="148"/>
                      </a:lnTo>
                      <a:lnTo>
                        <a:pt x="0" y="663"/>
                      </a:lnTo>
                      <a:lnTo>
                        <a:pt x="1" y="693"/>
                      </a:lnTo>
                      <a:lnTo>
                        <a:pt x="24" y="746"/>
                      </a:lnTo>
                      <a:lnTo>
                        <a:pt x="65" y="787"/>
                      </a:lnTo>
                      <a:lnTo>
                        <a:pt x="118" y="808"/>
                      </a:lnTo>
                      <a:lnTo>
                        <a:pt x="148" y="811"/>
                      </a:lnTo>
                      <a:lnTo>
                        <a:pt x="663" y="811"/>
                      </a:lnTo>
                      <a:lnTo>
                        <a:pt x="693" y="808"/>
                      </a:lnTo>
                      <a:lnTo>
                        <a:pt x="746" y="787"/>
                      </a:lnTo>
                      <a:lnTo>
                        <a:pt x="787" y="746"/>
                      </a:lnTo>
                      <a:lnTo>
                        <a:pt x="810" y="693"/>
                      </a:lnTo>
                      <a:lnTo>
                        <a:pt x="811" y="663"/>
                      </a:lnTo>
                      <a:lnTo>
                        <a:pt x="811" y="148"/>
                      </a:lnTo>
                      <a:lnTo>
                        <a:pt x="810" y="118"/>
                      </a:lnTo>
                      <a:lnTo>
                        <a:pt x="787" y="65"/>
                      </a:lnTo>
                      <a:lnTo>
                        <a:pt x="746" y="24"/>
                      </a:lnTo>
                      <a:lnTo>
                        <a:pt x="693" y="1"/>
                      </a:lnTo>
                      <a:lnTo>
                        <a:pt x="663" y="0"/>
                      </a:lnTo>
                      <a:close/>
                      <a:moveTo>
                        <a:pt x="405" y="673"/>
                      </a:moveTo>
                      <a:lnTo>
                        <a:pt x="377" y="671"/>
                      </a:lnTo>
                      <a:lnTo>
                        <a:pt x="326" y="661"/>
                      </a:lnTo>
                      <a:lnTo>
                        <a:pt x="278" y="640"/>
                      </a:lnTo>
                      <a:lnTo>
                        <a:pt x="235" y="611"/>
                      </a:lnTo>
                      <a:lnTo>
                        <a:pt x="199" y="575"/>
                      </a:lnTo>
                      <a:lnTo>
                        <a:pt x="170" y="533"/>
                      </a:lnTo>
                      <a:lnTo>
                        <a:pt x="150" y="484"/>
                      </a:lnTo>
                      <a:lnTo>
                        <a:pt x="140" y="432"/>
                      </a:lnTo>
                      <a:lnTo>
                        <a:pt x="138" y="405"/>
                      </a:lnTo>
                      <a:lnTo>
                        <a:pt x="140" y="377"/>
                      </a:lnTo>
                      <a:lnTo>
                        <a:pt x="150" y="326"/>
                      </a:lnTo>
                      <a:lnTo>
                        <a:pt x="170" y="278"/>
                      </a:lnTo>
                      <a:lnTo>
                        <a:pt x="199" y="235"/>
                      </a:lnTo>
                      <a:lnTo>
                        <a:pt x="235" y="199"/>
                      </a:lnTo>
                      <a:lnTo>
                        <a:pt x="278" y="170"/>
                      </a:lnTo>
                      <a:lnTo>
                        <a:pt x="326" y="150"/>
                      </a:lnTo>
                      <a:lnTo>
                        <a:pt x="377" y="138"/>
                      </a:lnTo>
                      <a:lnTo>
                        <a:pt x="405" y="138"/>
                      </a:lnTo>
                      <a:lnTo>
                        <a:pt x="432" y="138"/>
                      </a:lnTo>
                      <a:lnTo>
                        <a:pt x="486" y="150"/>
                      </a:lnTo>
                      <a:lnTo>
                        <a:pt x="533" y="170"/>
                      </a:lnTo>
                      <a:lnTo>
                        <a:pt x="575" y="199"/>
                      </a:lnTo>
                      <a:lnTo>
                        <a:pt x="612" y="235"/>
                      </a:lnTo>
                      <a:lnTo>
                        <a:pt x="641" y="278"/>
                      </a:lnTo>
                      <a:lnTo>
                        <a:pt x="661" y="326"/>
                      </a:lnTo>
                      <a:lnTo>
                        <a:pt x="671" y="377"/>
                      </a:lnTo>
                      <a:lnTo>
                        <a:pt x="673" y="405"/>
                      </a:lnTo>
                      <a:lnTo>
                        <a:pt x="671" y="432"/>
                      </a:lnTo>
                      <a:lnTo>
                        <a:pt x="661" y="484"/>
                      </a:lnTo>
                      <a:lnTo>
                        <a:pt x="641" y="533"/>
                      </a:lnTo>
                      <a:lnTo>
                        <a:pt x="612" y="575"/>
                      </a:lnTo>
                      <a:lnTo>
                        <a:pt x="575" y="611"/>
                      </a:lnTo>
                      <a:lnTo>
                        <a:pt x="533" y="640"/>
                      </a:lnTo>
                      <a:lnTo>
                        <a:pt x="486" y="661"/>
                      </a:lnTo>
                      <a:lnTo>
                        <a:pt x="432" y="671"/>
                      </a:lnTo>
                      <a:lnTo>
                        <a:pt x="405" y="673"/>
                      </a:lnTo>
                      <a:close/>
                      <a:moveTo>
                        <a:pt x="682" y="193"/>
                      </a:moveTo>
                      <a:lnTo>
                        <a:pt x="669" y="193"/>
                      </a:lnTo>
                      <a:lnTo>
                        <a:pt x="646" y="183"/>
                      </a:lnTo>
                      <a:lnTo>
                        <a:pt x="628" y="166"/>
                      </a:lnTo>
                      <a:lnTo>
                        <a:pt x="620" y="143"/>
                      </a:lnTo>
                      <a:lnTo>
                        <a:pt x="618" y="130"/>
                      </a:lnTo>
                      <a:lnTo>
                        <a:pt x="620" y="117"/>
                      </a:lnTo>
                      <a:lnTo>
                        <a:pt x="628" y="95"/>
                      </a:lnTo>
                      <a:lnTo>
                        <a:pt x="646" y="78"/>
                      </a:lnTo>
                      <a:lnTo>
                        <a:pt x="669" y="68"/>
                      </a:lnTo>
                      <a:lnTo>
                        <a:pt x="682" y="66"/>
                      </a:lnTo>
                      <a:lnTo>
                        <a:pt x="695" y="68"/>
                      </a:lnTo>
                      <a:lnTo>
                        <a:pt x="716" y="78"/>
                      </a:lnTo>
                      <a:lnTo>
                        <a:pt x="733" y="95"/>
                      </a:lnTo>
                      <a:lnTo>
                        <a:pt x="744" y="117"/>
                      </a:lnTo>
                      <a:lnTo>
                        <a:pt x="745" y="130"/>
                      </a:lnTo>
                      <a:lnTo>
                        <a:pt x="744" y="143"/>
                      </a:lnTo>
                      <a:lnTo>
                        <a:pt x="733" y="166"/>
                      </a:lnTo>
                      <a:lnTo>
                        <a:pt x="716" y="183"/>
                      </a:lnTo>
                      <a:lnTo>
                        <a:pt x="695" y="193"/>
                      </a:lnTo>
                      <a:lnTo>
                        <a:pt x="682" y="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2" name="Google Shape;442;p11"/>
                <p:cNvSpPr/>
                <p:nvPr/>
              </p:nvSpPr>
              <p:spPr>
                <a:xfrm>
                  <a:off x="1983" y="660"/>
                  <a:ext cx="103" cy="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" h="308" extrusionOk="0">
                      <a:moveTo>
                        <a:pt x="154" y="0"/>
                      </a:moveTo>
                      <a:lnTo>
                        <a:pt x="124" y="3"/>
                      </a:lnTo>
                      <a:lnTo>
                        <a:pt x="67" y="26"/>
                      </a:lnTo>
                      <a:lnTo>
                        <a:pt x="26" y="67"/>
                      </a:lnTo>
                      <a:lnTo>
                        <a:pt x="3" y="122"/>
                      </a:lnTo>
                      <a:lnTo>
                        <a:pt x="0" y="154"/>
                      </a:lnTo>
                      <a:lnTo>
                        <a:pt x="3" y="185"/>
                      </a:lnTo>
                      <a:lnTo>
                        <a:pt x="26" y="240"/>
                      </a:lnTo>
                      <a:lnTo>
                        <a:pt x="67" y="283"/>
                      </a:lnTo>
                      <a:lnTo>
                        <a:pt x="124" y="307"/>
                      </a:lnTo>
                      <a:lnTo>
                        <a:pt x="154" y="308"/>
                      </a:lnTo>
                      <a:lnTo>
                        <a:pt x="186" y="307"/>
                      </a:lnTo>
                      <a:lnTo>
                        <a:pt x="242" y="283"/>
                      </a:lnTo>
                      <a:lnTo>
                        <a:pt x="284" y="240"/>
                      </a:lnTo>
                      <a:lnTo>
                        <a:pt x="307" y="185"/>
                      </a:lnTo>
                      <a:lnTo>
                        <a:pt x="308" y="154"/>
                      </a:lnTo>
                      <a:lnTo>
                        <a:pt x="307" y="122"/>
                      </a:lnTo>
                      <a:lnTo>
                        <a:pt x="284" y="67"/>
                      </a:lnTo>
                      <a:lnTo>
                        <a:pt x="242" y="26"/>
                      </a:lnTo>
                      <a:lnTo>
                        <a:pt x="186" y="3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" name="Google Shape;443;p11"/>
                <p:cNvSpPr/>
                <p:nvPr/>
              </p:nvSpPr>
              <p:spPr>
                <a:xfrm>
                  <a:off x="1747" y="423"/>
                  <a:ext cx="575" cy="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725" extrusionOk="0">
                      <a:moveTo>
                        <a:pt x="862" y="0"/>
                      </a:moveTo>
                      <a:lnTo>
                        <a:pt x="819" y="2"/>
                      </a:lnTo>
                      <a:lnTo>
                        <a:pt x="731" y="10"/>
                      </a:lnTo>
                      <a:lnTo>
                        <a:pt x="647" y="28"/>
                      </a:lnTo>
                      <a:lnTo>
                        <a:pt x="566" y="52"/>
                      </a:lnTo>
                      <a:lnTo>
                        <a:pt x="489" y="85"/>
                      </a:lnTo>
                      <a:lnTo>
                        <a:pt x="415" y="126"/>
                      </a:lnTo>
                      <a:lnTo>
                        <a:pt x="346" y="172"/>
                      </a:lnTo>
                      <a:lnTo>
                        <a:pt x="282" y="225"/>
                      </a:lnTo>
                      <a:lnTo>
                        <a:pt x="223" y="283"/>
                      </a:lnTo>
                      <a:lnTo>
                        <a:pt x="172" y="346"/>
                      </a:lnTo>
                      <a:lnTo>
                        <a:pt x="124" y="415"/>
                      </a:lnTo>
                      <a:lnTo>
                        <a:pt x="85" y="489"/>
                      </a:lnTo>
                      <a:lnTo>
                        <a:pt x="52" y="567"/>
                      </a:lnTo>
                      <a:lnTo>
                        <a:pt x="27" y="647"/>
                      </a:lnTo>
                      <a:lnTo>
                        <a:pt x="10" y="731"/>
                      </a:lnTo>
                      <a:lnTo>
                        <a:pt x="1" y="819"/>
                      </a:lnTo>
                      <a:lnTo>
                        <a:pt x="0" y="863"/>
                      </a:lnTo>
                      <a:lnTo>
                        <a:pt x="1" y="907"/>
                      </a:lnTo>
                      <a:lnTo>
                        <a:pt x="10" y="994"/>
                      </a:lnTo>
                      <a:lnTo>
                        <a:pt x="27" y="1078"/>
                      </a:lnTo>
                      <a:lnTo>
                        <a:pt x="52" y="1159"/>
                      </a:lnTo>
                      <a:lnTo>
                        <a:pt x="85" y="1237"/>
                      </a:lnTo>
                      <a:lnTo>
                        <a:pt x="124" y="1310"/>
                      </a:lnTo>
                      <a:lnTo>
                        <a:pt x="172" y="1379"/>
                      </a:lnTo>
                      <a:lnTo>
                        <a:pt x="223" y="1443"/>
                      </a:lnTo>
                      <a:lnTo>
                        <a:pt x="282" y="1502"/>
                      </a:lnTo>
                      <a:lnTo>
                        <a:pt x="346" y="1553"/>
                      </a:lnTo>
                      <a:lnTo>
                        <a:pt x="415" y="1601"/>
                      </a:lnTo>
                      <a:lnTo>
                        <a:pt x="489" y="1640"/>
                      </a:lnTo>
                      <a:lnTo>
                        <a:pt x="566" y="1673"/>
                      </a:lnTo>
                      <a:lnTo>
                        <a:pt x="647" y="1698"/>
                      </a:lnTo>
                      <a:lnTo>
                        <a:pt x="731" y="1715"/>
                      </a:lnTo>
                      <a:lnTo>
                        <a:pt x="819" y="1724"/>
                      </a:lnTo>
                      <a:lnTo>
                        <a:pt x="862" y="1725"/>
                      </a:lnTo>
                      <a:lnTo>
                        <a:pt x="907" y="1724"/>
                      </a:lnTo>
                      <a:lnTo>
                        <a:pt x="994" y="1715"/>
                      </a:lnTo>
                      <a:lnTo>
                        <a:pt x="1078" y="1698"/>
                      </a:lnTo>
                      <a:lnTo>
                        <a:pt x="1159" y="1673"/>
                      </a:lnTo>
                      <a:lnTo>
                        <a:pt x="1237" y="1640"/>
                      </a:lnTo>
                      <a:lnTo>
                        <a:pt x="1310" y="1601"/>
                      </a:lnTo>
                      <a:lnTo>
                        <a:pt x="1379" y="1553"/>
                      </a:lnTo>
                      <a:lnTo>
                        <a:pt x="1443" y="1502"/>
                      </a:lnTo>
                      <a:lnTo>
                        <a:pt x="1500" y="1443"/>
                      </a:lnTo>
                      <a:lnTo>
                        <a:pt x="1554" y="1379"/>
                      </a:lnTo>
                      <a:lnTo>
                        <a:pt x="1600" y="1310"/>
                      </a:lnTo>
                      <a:lnTo>
                        <a:pt x="1640" y="1237"/>
                      </a:lnTo>
                      <a:lnTo>
                        <a:pt x="1673" y="1159"/>
                      </a:lnTo>
                      <a:lnTo>
                        <a:pt x="1698" y="1078"/>
                      </a:lnTo>
                      <a:lnTo>
                        <a:pt x="1715" y="994"/>
                      </a:lnTo>
                      <a:lnTo>
                        <a:pt x="1724" y="907"/>
                      </a:lnTo>
                      <a:lnTo>
                        <a:pt x="1725" y="863"/>
                      </a:lnTo>
                      <a:lnTo>
                        <a:pt x="1724" y="819"/>
                      </a:lnTo>
                      <a:lnTo>
                        <a:pt x="1715" y="731"/>
                      </a:lnTo>
                      <a:lnTo>
                        <a:pt x="1698" y="647"/>
                      </a:lnTo>
                      <a:lnTo>
                        <a:pt x="1673" y="567"/>
                      </a:lnTo>
                      <a:lnTo>
                        <a:pt x="1640" y="489"/>
                      </a:lnTo>
                      <a:lnTo>
                        <a:pt x="1600" y="415"/>
                      </a:lnTo>
                      <a:lnTo>
                        <a:pt x="1554" y="346"/>
                      </a:lnTo>
                      <a:lnTo>
                        <a:pt x="1500" y="283"/>
                      </a:lnTo>
                      <a:lnTo>
                        <a:pt x="1443" y="225"/>
                      </a:lnTo>
                      <a:lnTo>
                        <a:pt x="1379" y="172"/>
                      </a:lnTo>
                      <a:lnTo>
                        <a:pt x="1310" y="126"/>
                      </a:lnTo>
                      <a:lnTo>
                        <a:pt x="1237" y="85"/>
                      </a:lnTo>
                      <a:lnTo>
                        <a:pt x="1159" y="52"/>
                      </a:lnTo>
                      <a:lnTo>
                        <a:pt x="1078" y="28"/>
                      </a:lnTo>
                      <a:lnTo>
                        <a:pt x="994" y="10"/>
                      </a:lnTo>
                      <a:lnTo>
                        <a:pt x="907" y="2"/>
                      </a:lnTo>
                      <a:lnTo>
                        <a:pt x="862" y="0"/>
                      </a:lnTo>
                      <a:close/>
                      <a:moveTo>
                        <a:pt x="1381" y="1123"/>
                      </a:moveTo>
                      <a:lnTo>
                        <a:pt x="1381" y="1149"/>
                      </a:lnTo>
                      <a:lnTo>
                        <a:pt x="1369" y="1201"/>
                      </a:lnTo>
                      <a:lnTo>
                        <a:pt x="1350" y="1247"/>
                      </a:lnTo>
                      <a:lnTo>
                        <a:pt x="1322" y="1288"/>
                      </a:lnTo>
                      <a:lnTo>
                        <a:pt x="1286" y="1324"/>
                      </a:lnTo>
                      <a:lnTo>
                        <a:pt x="1244" y="1352"/>
                      </a:lnTo>
                      <a:lnTo>
                        <a:pt x="1198" y="1372"/>
                      </a:lnTo>
                      <a:lnTo>
                        <a:pt x="1146" y="1383"/>
                      </a:lnTo>
                      <a:lnTo>
                        <a:pt x="1120" y="1383"/>
                      </a:lnTo>
                      <a:lnTo>
                        <a:pt x="605" y="1383"/>
                      </a:lnTo>
                      <a:lnTo>
                        <a:pt x="578" y="1383"/>
                      </a:lnTo>
                      <a:lnTo>
                        <a:pt x="527" y="1372"/>
                      </a:lnTo>
                      <a:lnTo>
                        <a:pt x="480" y="1352"/>
                      </a:lnTo>
                      <a:lnTo>
                        <a:pt x="438" y="1324"/>
                      </a:lnTo>
                      <a:lnTo>
                        <a:pt x="404" y="1288"/>
                      </a:lnTo>
                      <a:lnTo>
                        <a:pt x="375" y="1247"/>
                      </a:lnTo>
                      <a:lnTo>
                        <a:pt x="355" y="1201"/>
                      </a:lnTo>
                      <a:lnTo>
                        <a:pt x="344" y="1149"/>
                      </a:lnTo>
                      <a:lnTo>
                        <a:pt x="343" y="1123"/>
                      </a:lnTo>
                      <a:lnTo>
                        <a:pt x="343" y="608"/>
                      </a:lnTo>
                      <a:lnTo>
                        <a:pt x="344" y="581"/>
                      </a:lnTo>
                      <a:lnTo>
                        <a:pt x="355" y="531"/>
                      </a:lnTo>
                      <a:lnTo>
                        <a:pt x="375" y="483"/>
                      </a:lnTo>
                      <a:lnTo>
                        <a:pt x="404" y="441"/>
                      </a:lnTo>
                      <a:lnTo>
                        <a:pt x="438" y="407"/>
                      </a:lnTo>
                      <a:lnTo>
                        <a:pt x="480" y="378"/>
                      </a:lnTo>
                      <a:lnTo>
                        <a:pt x="527" y="358"/>
                      </a:lnTo>
                      <a:lnTo>
                        <a:pt x="578" y="348"/>
                      </a:lnTo>
                      <a:lnTo>
                        <a:pt x="605" y="346"/>
                      </a:lnTo>
                      <a:lnTo>
                        <a:pt x="1120" y="346"/>
                      </a:lnTo>
                      <a:lnTo>
                        <a:pt x="1146" y="348"/>
                      </a:lnTo>
                      <a:lnTo>
                        <a:pt x="1198" y="358"/>
                      </a:lnTo>
                      <a:lnTo>
                        <a:pt x="1244" y="378"/>
                      </a:lnTo>
                      <a:lnTo>
                        <a:pt x="1286" y="407"/>
                      </a:lnTo>
                      <a:lnTo>
                        <a:pt x="1322" y="441"/>
                      </a:lnTo>
                      <a:lnTo>
                        <a:pt x="1350" y="483"/>
                      </a:lnTo>
                      <a:lnTo>
                        <a:pt x="1369" y="531"/>
                      </a:lnTo>
                      <a:lnTo>
                        <a:pt x="1381" y="581"/>
                      </a:lnTo>
                      <a:lnTo>
                        <a:pt x="1381" y="608"/>
                      </a:lnTo>
                      <a:lnTo>
                        <a:pt x="1381" y="112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44" name="Google Shape;444;p11"/>
              <p:cNvSpPr/>
              <p:nvPr/>
            </p:nvSpPr>
            <p:spPr>
              <a:xfrm rot="5400000">
                <a:off x="11360858" y="343758"/>
                <a:ext cx="140525" cy="26670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617" extrusionOk="0">
                    <a:moveTo>
                      <a:pt x="711" y="92"/>
                    </a:moveTo>
                    <a:lnTo>
                      <a:pt x="586" y="92"/>
                    </a:lnTo>
                    <a:lnTo>
                      <a:pt x="586" y="0"/>
                    </a:lnTo>
                    <a:lnTo>
                      <a:pt x="258" y="0"/>
                    </a:lnTo>
                    <a:lnTo>
                      <a:pt x="258" y="92"/>
                    </a:lnTo>
                    <a:lnTo>
                      <a:pt x="140" y="92"/>
                    </a:lnTo>
                    <a:lnTo>
                      <a:pt x="111" y="95"/>
                    </a:lnTo>
                    <a:lnTo>
                      <a:pt x="61" y="117"/>
                    </a:lnTo>
                    <a:lnTo>
                      <a:pt x="23" y="154"/>
                    </a:lnTo>
                    <a:lnTo>
                      <a:pt x="1" y="205"/>
                    </a:lnTo>
                    <a:lnTo>
                      <a:pt x="0" y="233"/>
                    </a:lnTo>
                    <a:lnTo>
                      <a:pt x="0" y="1477"/>
                    </a:lnTo>
                    <a:lnTo>
                      <a:pt x="1" y="1506"/>
                    </a:lnTo>
                    <a:lnTo>
                      <a:pt x="23" y="1556"/>
                    </a:lnTo>
                    <a:lnTo>
                      <a:pt x="61" y="1594"/>
                    </a:lnTo>
                    <a:lnTo>
                      <a:pt x="111" y="1615"/>
                    </a:lnTo>
                    <a:lnTo>
                      <a:pt x="140" y="1617"/>
                    </a:lnTo>
                    <a:lnTo>
                      <a:pt x="711" y="1617"/>
                    </a:lnTo>
                    <a:lnTo>
                      <a:pt x="740" y="1615"/>
                    </a:lnTo>
                    <a:lnTo>
                      <a:pt x="790" y="1594"/>
                    </a:lnTo>
                    <a:lnTo>
                      <a:pt x="828" y="1556"/>
                    </a:lnTo>
                    <a:lnTo>
                      <a:pt x="850" y="1506"/>
                    </a:lnTo>
                    <a:lnTo>
                      <a:pt x="851" y="1477"/>
                    </a:lnTo>
                    <a:lnTo>
                      <a:pt x="851" y="233"/>
                    </a:lnTo>
                    <a:lnTo>
                      <a:pt x="850" y="205"/>
                    </a:lnTo>
                    <a:lnTo>
                      <a:pt x="828" y="154"/>
                    </a:lnTo>
                    <a:lnTo>
                      <a:pt x="790" y="117"/>
                    </a:lnTo>
                    <a:lnTo>
                      <a:pt x="740" y="95"/>
                    </a:lnTo>
                    <a:lnTo>
                      <a:pt x="711" y="92"/>
                    </a:lnTo>
                    <a:close/>
                    <a:moveTo>
                      <a:pt x="757" y="1477"/>
                    </a:moveTo>
                    <a:lnTo>
                      <a:pt x="757" y="1487"/>
                    </a:lnTo>
                    <a:lnTo>
                      <a:pt x="750" y="1503"/>
                    </a:lnTo>
                    <a:lnTo>
                      <a:pt x="737" y="1516"/>
                    </a:lnTo>
                    <a:lnTo>
                      <a:pt x="721" y="1523"/>
                    </a:lnTo>
                    <a:lnTo>
                      <a:pt x="711" y="1525"/>
                    </a:lnTo>
                    <a:lnTo>
                      <a:pt x="140" y="1525"/>
                    </a:lnTo>
                    <a:lnTo>
                      <a:pt x="131" y="1523"/>
                    </a:lnTo>
                    <a:lnTo>
                      <a:pt x="114" y="1516"/>
                    </a:lnTo>
                    <a:lnTo>
                      <a:pt x="101" y="1503"/>
                    </a:lnTo>
                    <a:lnTo>
                      <a:pt x="94" y="1487"/>
                    </a:lnTo>
                    <a:lnTo>
                      <a:pt x="94" y="1477"/>
                    </a:lnTo>
                    <a:lnTo>
                      <a:pt x="94" y="233"/>
                    </a:lnTo>
                    <a:lnTo>
                      <a:pt x="94" y="223"/>
                    </a:lnTo>
                    <a:lnTo>
                      <a:pt x="101" y="206"/>
                    </a:lnTo>
                    <a:lnTo>
                      <a:pt x="114" y="194"/>
                    </a:lnTo>
                    <a:lnTo>
                      <a:pt x="131" y="187"/>
                    </a:lnTo>
                    <a:lnTo>
                      <a:pt x="140" y="186"/>
                    </a:lnTo>
                    <a:lnTo>
                      <a:pt x="711" y="186"/>
                    </a:lnTo>
                    <a:lnTo>
                      <a:pt x="721" y="187"/>
                    </a:lnTo>
                    <a:lnTo>
                      <a:pt x="737" y="194"/>
                    </a:lnTo>
                    <a:lnTo>
                      <a:pt x="750" y="206"/>
                    </a:lnTo>
                    <a:lnTo>
                      <a:pt x="757" y="223"/>
                    </a:lnTo>
                    <a:lnTo>
                      <a:pt x="757" y="233"/>
                    </a:lnTo>
                    <a:lnTo>
                      <a:pt x="757" y="1477"/>
                    </a:lnTo>
                    <a:close/>
                    <a:moveTo>
                      <a:pt x="707" y="1468"/>
                    </a:moveTo>
                    <a:lnTo>
                      <a:pt x="144" y="1468"/>
                    </a:lnTo>
                    <a:lnTo>
                      <a:pt x="144" y="1264"/>
                    </a:lnTo>
                    <a:lnTo>
                      <a:pt x="707" y="1264"/>
                    </a:lnTo>
                    <a:lnTo>
                      <a:pt x="707" y="1468"/>
                    </a:lnTo>
                    <a:close/>
                    <a:moveTo>
                      <a:pt x="707" y="1213"/>
                    </a:moveTo>
                    <a:lnTo>
                      <a:pt x="144" y="1213"/>
                    </a:lnTo>
                    <a:lnTo>
                      <a:pt x="144" y="1009"/>
                    </a:lnTo>
                    <a:lnTo>
                      <a:pt x="707" y="1009"/>
                    </a:lnTo>
                    <a:lnTo>
                      <a:pt x="707" y="1213"/>
                    </a:lnTo>
                    <a:close/>
                    <a:moveTo>
                      <a:pt x="707" y="958"/>
                    </a:moveTo>
                    <a:lnTo>
                      <a:pt x="144" y="958"/>
                    </a:lnTo>
                    <a:lnTo>
                      <a:pt x="144" y="754"/>
                    </a:lnTo>
                    <a:lnTo>
                      <a:pt x="707" y="754"/>
                    </a:lnTo>
                    <a:lnTo>
                      <a:pt x="707" y="958"/>
                    </a:lnTo>
                    <a:close/>
                    <a:moveTo>
                      <a:pt x="707" y="703"/>
                    </a:moveTo>
                    <a:lnTo>
                      <a:pt x="144" y="703"/>
                    </a:lnTo>
                    <a:lnTo>
                      <a:pt x="144" y="499"/>
                    </a:lnTo>
                    <a:lnTo>
                      <a:pt x="707" y="499"/>
                    </a:lnTo>
                    <a:lnTo>
                      <a:pt x="707" y="703"/>
                    </a:lnTo>
                    <a:close/>
                    <a:moveTo>
                      <a:pt x="707" y="448"/>
                    </a:moveTo>
                    <a:lnTo>
                      <a:pt x="144" y="448"/>
                    </a:lnTo>
                    <a:lnTo>
                      <a:pt x="144" y="243"/>
                    </a:lnTo>
                    <a:lnTo>
                      <a:pt x="707" y="243"/>
                    </a:lnTo>
                    <a:lnTo>
                      <a:pt x="707" y="4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11"/>
              <p:cNvSpPr/>
              <p:nvPr/>
            </p:nvSpPr>
            <p:spPr>
              <a:xfrm>
                <a:off x="10885020" y="369386"/>
                <a:ext cx="454304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100%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11"/>
              <p:cNvSpPr/>
              <p:nvPr/>
            </p:nvSpPr>
            <p:spPr>
              <a:xfrm>
                <a:off x="10212196" y="406846"/>
                <a:ext cx="17980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293" extrusionOk="0">
                    <a:moveTo>
                      <a:pt x="2747" y="3607"/>
                    </a:moveTo>
                    <a:lnTo>
                      <a:pt x="2711" y="3609"/>
                    </a:lnTo>
                    <a:lnTo>
                      <a:pt x="2645" y="3622"/>
                    </a:lnTo>
                    <a:lnTo>
                      <a:pt x="2583" y="3649"/>
                    </a:lnTo>
                    <a:lnTo>
                      <a:pt x="2528" y="3685"/>
                    </a:lnTo>
                    <a:lnTo>
                      <a:pt x="2481" y="3733"/>
                    </a:lnTo>
                    <a:lnTo>
                      <a:pt x="2443" y="3787"/>
                    </a:lnTo>
                    <a:lnTo>
                      <a:pt x="2417" y="3848"/>
                    </a:lnTo>
                    <a:lnTo>
                      <a:pt x="2403" y="3916"/>
                    </a:lnTo>
                    <a:lnTo>
                      <a:pt x="2403" y="3950"/>
                    </a:lnTo>
                    <a:lnTo>
                      <a:pt x="2403" y="3986"/>
                    </a:lnTo>
                    <a:lnTo>
                      <a:pt x="2417" y="4052"/>
                    </a:lnTo>
                    <a:lnTo>
                      <a:pt x="2443" y="4114"/>
                    </a:lnTo>
                    <a:lnTo>
                      <a:pt x="2481" y="4169"/>
                    </a:lnTo>
                    <a:lnTo>
                      <a:pt x="2527" y="4215"/>
                    </a:lnTo>
                    <a:lnTo>
                      <a:pt x="2583" y="4253"/>
                    </a:lnTo>
                    <a:lnTo>
                      <a:pt x="2645" y="4279"/>
                    </a:lnTo>
                    <a:lnTo>
                      <a:pt x="2711" y="4293"/>
                    </a:lnTo>
                    <a:lnTo>
                      <a:pt x="2747" y="4293"/>
                    </a:lnTo>
                    <a:lnTo>
                      <a:pt x="2783" y="4293"/>
                    </a:lnTo>
                    <a:lnTo>
                      <a:pt x="2849" y="4279"/>
                    </a:lnTo>
                    <a:lnTo>
                      <a:pt x="2911" y="4253"/>
                    </a:lnTo>
                    <a:lnTo>
                      <a:pt x="2966" y="4215"/>
                    </a:lnTo>
                    <a:lnTo>
                      <a:pt x="3013" y="4169"/>
                    </a:lnTo>
                    <a:lnTo>
                      <a:pt x="3051" y="4114"/>
                    </a:lnTo>
                    <a:lnTo>
                      <a:pt x="3077" y="4052"/>
                    </a:lnTo>
                    <a:lnTo>
                      <a:pt x="3090" y="3986"/>
                    </a:lnTo>
                    <a:lnTo>
                      <a:pt x="3091" y="3950"/>
                    </a:lnTo>
                    <a:lnTo>
                      <a:pt x="3090" y="3916"/>
                    </a:lnTo>
                    <a:lnTo>
                      <a:pt x="3077" y="3848"/>
                    </a:lnTo>
                    <a:lnTo>
                      <a:pt x="3051" y="3787"/>
                    </a:lnTo>
                    <a:lnTo>
                      <a:pt x="3013" y="3733"/>
                    </a:lnTo>
                    <a:lnTo>
                      <a:pt x="2966" y="3685"/>
                    </a:lnTo>
                    <a:lnTo>
                      <a:pt x="2911" y="3648"/>
                    </a:lnTo>
                    <a:lnTo>
                      <a:pt x="2849" y="3622"/>
                    </a:lnTo>
                    <a:lnTo>
                      <a:pt x="2783" y="3609"/>
                    </a:lnTo>
                    <a:lnTo>
                      <a:pt x="2747" y="3607"/>
                    </a:lnTo>
                    <a:close/>
                    <a:moveTo>
                      <a:pt x="5399" y="1030"/>
                    </a:moveTo>
                    <a:lnTo>
                      <a:pt x="5332" y="968"/>
                    </a:lnTo>
                    <a:lnTo>
                      <a:pt x="5194" y="852"/>
                    </a:lnTo>
                    <a:lnTo>
                      <a:pt x="5050" y="741"/>
                    </a:lnTo>
                    <a:lnTo>
                      <a:pt x="4902" y="638"/>
                    </a:lnTo>
                    <a:lnTo>
                      <a:pt x="4749" y="542"/>
                    </a:lnTo>
                    <a:lnTo>
                      <a:pt x="4592" y="454"/>
                    </a:lnTo>
                    <a:lnTo>
                      <a:pt x="4431" y="373"/>
                    </a:lnTo>
                    <a:lnTo>
                      <a:pt x="4266" y="300"/>
                    </a:lnTo>
                    <a:lnTo>
                      <a:pt x="4098" y="235"/>
                    </a:lnTo>
                    <a:lnTo>
                      <a:pt x="3927" y="178"/>
                    </a:lnTo>
                    <a:lnTo>
                      <a:pt x="3751" y="127"/>
                    </a:lnTo>
                    <a:lnTo>
                      <a:pt x="3574" y="85"/>
                    </a:lnTo>
                    <a:lnTo>
                      <a:pt x="3394" y="52"/>
                    </a:lnTo>
                    <a:lnTo>
                      <a:pt x="3211" y="26"/>
                    </a:lnTo>
                    <a:lnTo>
                      <a:pt x="3026" y="10"/>
                    </a:lnTo>
                    <a:lnTo>
                      <a:pt x="2839" y="2"/>
                    </a:lnTo>
                    <a:lnTo>
                      <a:pt x="2746" y="0"/>
                    </a:lnTo>
                    <a:lnTo>
                      <a:pt x="2652" y="2"/>
                    </a:lnTo>
                    <a:lnTo>
                      <a:pt x="2466" y="10"/>
                    </a:lnTo>
                    <a:lnTo>
                      <a:pt x="2282" y="26"/>
                    </a:lnTo>
                    <a:lnTo>
                      <a:pt x="2099" y="52"/>
                    </a:lnTo>
                    <a:lnTo>
                      <a:pt x="1919" y="85"/>
                    </a:lnTo>
                    <a:lnTo>
                      <a:pt x="1740" y="127"/>
                    </a:lnTo>
                    <a:lnTo>
                      <a:pt x="1566" y="178"/>
                    </a:lnTo>
                    <a:lnTo>
                      <a:pt x="1395" y="235"/>
                    </a:lnTo>
                    <a:lnTo>
                      <a:pt x="1226" y="300"/>
                    </a:lnTo>
                    <a:lnTo>
                      <a:pt x="1060" y="373"/>
                    </a:lnTo>
                    <a:lnTo>
                      <a:pt x="899" y="454"/>
                    </a:lnTo>
                    <a:lnTo>
                      <a:pt x="742" y="542"/>
                    </a:lnTo>
                    <a:lnTo>
                      <a:pt x="590" y="638"/>
                    </a:lnTo>
                    <a:lnTo>
                      <a:pt x="441" y="741"/>
                    </a:lnTo>
                    <a:lnTo>
                      <a:pt x="299" y="852"/>
                    </a:lnTo>
                    <a:lnTo>
                      <a:pt x="160" y="970"/>
                    </a:lnTo>
                    <a:lnTo>
                      <a:pt x="93" y="1030"/>
                    </a:lnTo>
                    <a:lnTo>
                      <a:pt x="71" y="1053"/>
                    </a:lnTo>
                    <a:lnTo>
                      <a:pt x="35" y="1104"/>
                    </a:lnTo>
                    <a:lnTo>
                      <a:pt x="12" y="1157"/>
                    </a:lnTo>
                    <a:lnTo>
                      <a:pt x="0" y="1215"/>
                    </a:lnTo>
                    <a:lnTo>
                      <a:pt x="0" y="1272"/>
                    </a:lnTo>
                    <a:lnTo>
                      <a:pt x="12" y="1328"/>
                    </a:lnTo>
                    <a:lnTo>
                      <a:pt x="35" y="1383"/>
                    </a:lnTo>
                    <a:lnTo>
                      <a:pt x="71" y="1432"/>
                    </a:lnTo>
                    <a:lnTo>
                      <a:pt x="93" y="1455"/>
                    </a:lnTo>
                    <a:lnTo>
                      <a:pt x="117" y="1477"/>
                    </a:lnTo>
                    <a:lnTo>
                      <a:pt x="170" y="1510"/>
                    </a:lnTo>
                    <a:lnTo>
                      <a:pt x="228" y="1532"/>
                    </a:lnTo>
                    <a:lnTo>
                      <a:pt x="288" y="1543"/>
                    </a:lnTo>
                    <a:lnTo>
                      <a:pt x="319" y="1543"/>
                    </a:lnTo>
                    <a:lnTo>
                      <a:pt x="350" y="1543"/>
                    </a:lnTo>
                    <a:lnTo>
                      <a:pt x="411" y="1532"/>
                    </a:lnTo>
                    <a:lnTo>
                      <a:pt x="469" y="1510"/>
                    </a:lnTo>
                    <a:lnTo>
                      <a:pt x="522" y="1477"/>
                    </a:lnTo>
                    <a:lnTo>
                      <a:pt x="546" y="1455"/>
                    </a:lnTo>
                    <a:lnTo>
                      <a:pt x="601" y="1405"/>
                    </a:lnTo>
                    <a:lnTo>
                      <a:pt x="716" y="1308"/>
                    </a:lnTo>
                    <a:lnTo>
                      <a:pt x="834" y="1218"/>
                    </a:lnTo>
                    <a:lnTo>
                      <a:pt x="958" y="1134"/>
                    </a:lnTo>
                    <a:lnTo>
                      <a:pt x="1085" y="1056"/>
                    </a:lnTo>
                    <a:lnTo>
                      <a:pt x="1215" y="986"/>
                    </a:lnTo>
                    <a:lnTo>
                      <a:pt x="1349" y="922"/>
                    </a:lnTo>
                    <a:lnTo>
                      <a:pt x="1485" y="865"/>
                    </a:lnTo>
                    <a:lnTo>
                      <a:pt x="1625" y="813"/>
                    </a:lnTo>
                    <a:lnTo>
                      <a:pt x="1768" y="768"/>
                    </a:lnTo>
                    <a:lnTo>
                      <a:pt x="1985" y="712"/>
                    </a:lnTo>
                    <a:lnTo>
                      <a:pt x="2285" y="662"/>
                    </a:lnTo>
                    <a:lnTo>
                      <a:pt x="2590" y="636"/>
                    </a:lnTo>
                    <a:lnTo>
                      <a:pt x="2746" y="633"/>
                    </a:lnTo>
                    <a:lnTo>
                      <a:pt x="2901" y="636"/>
                    </a:lnTo>
                    <a:lnTo>
                      <a:pt x="3208" y="662"/>
                    </a:lnTo>
                    <a:lnTo>
                      <a:pt x="3506" y="712"/>
                    </a:lnTo>
                    <a:lnTo>
                      <a:pt x="3725" y="768"/>
                    </a:lnTo>
                    <a:lnTo>
                      <a:pt x="3868" y="813"/>
                    </a:lnTo>
                    <a:lnTo>
                      <a:pt x="4007" y="865"/>
                    </a:lnTo>
                    <a:lnTo>
                      <a:pt x="4144" y="922"/>
                    </a:lnTo>
                    <a:lnTo>
                      <a:pt x="4277" y="986"/>
                    </a:lnTo>
                    <a:lnTo>
                      <a:pt x="4408" y="1056"/>
                    </a:lnTo>
                    <a:lnTo>
                      <a:pt x="4534" y="1134"/>
                    </a:lnTo>
                    <a:lnTo>
                      <a:pt x="4657" y="1218"/>
                    </a:lnTo>
                    <a:lnTo>
                      <a:pt x="4776" y="1307"/>
                    </a:lnTo>
                    <a:lnTo>
                      <a:pt x="4890" y="1403"/>
                    </a:lnTo>
                    <a:lnTo>
                      <a:pt x="4946" y="1455"/>
                    </a:lnTo>
                    <a:lnTo>
                      <a:pt x="4969" y="1477"/>
                    </a:lnTo>
                    <a:lnTo>
                      <a:pt x="5023" y="1509"/>
                    </a:lnTo>
                    <a:lnTo>
                      <a:pt x="5082" y="1532"/>
                    </a:lnTo>
                    <a:lnTo>
                      <a:pt x="5142" y="1542"/>
                    </a:lnTo>
                    <a:lnTo>
                      <a:pt x="5203" y="1542"/>
                    </a:lnTo>
                    <a:lnTo>
                      <a:pt x="5263" y="1532"/>
                    </a:lnTo>
                    <a:lnTo>
                      <a:pt x="5322" y="1509"/>
                    </a:lnTo>
                    <a:lnTo>
                      <a:pt x="5375" y="1477"/>
                    </a:lnTo>
                    <a:lnTo>
                      <a:pt x="5399" y="1455"/>
                    </a:lnTo>
                    <a:lnTo>
                      <a:pt x="5422" y="1432"/>
                    </a:lnTo>
                    <a:lnTo>
                      <a:pt x="5456" y="1383"/>
                    </a:lnTo>
                    <a:lnTo>
                      <a:pt x="5481" y="1328"/>
                    </a:lnTo>
                    <a:lnTo>
                      <a:pt x="5492" y="1272"/>
                    </a:lnTo>
                    <a:lnTo>
                      <a:pt x="5492" y="1215"/>
                    </a:lnTo>
                    <a:lnTo>
                      <a:pt x="5481" y="1157"/>
                    </a:lnTo>
                    <a:lnTo>
                      <a:pt x="5456" y="1102"/>
                    </a:lnTo>
                    <a:lnTo>
                      <a:pt x="5422" y="1053"/>
                    </a:lnTo>
                    <a:lnTo>
                      <a:pt x="5399" y="1030"/>
                    </a:lnTo>
                    <a:close/>
                    <a:moveTo>
                      <a:pt x="2743" y="1202"/>
                    </a:moveTo>
                    <a:lnTo>
                      <a:pt x="2604" y="1203"/>
                    </a:lnTo>
                    <a:lnTo>
                      <a:pt x="2332" y="1230"/>
                    </a:lnTo>
                    <a:lnTo>
                      <a:pt x="2066" y="1282"/>
                    </a:lnTo>
                    <a:lnTo>
                      <a:pt x="1807" y="1360"/>
                    </a:lnTo>
                    <a:lnTo>
                      <a:pt x="1557" y="1462"/>
                    </a:lnTo>
                    <a:lnTo>
                      <a:pt x="1320" y="1589"/>
                    </a:lnTo>
                    <a:lnTo>
                      <a:pt x="1094" y="1739"/>
                    </a:lnTo>
                    <a:lnTo>
                      <a:pt x="882" y="1912"/>
                    </a:lnTo>
                    <a:lnTo>
                      <a:pt x="782" y="2008"/>
                    </a:lnTo>
                    <a:lnTo>
                      <a:pt x="759" y="2033"/>
                    </a:lnTo>
                    <a:lnTo>
                      <a:pt x="722" y="2088"/>
                    </a:lnTo>
                    <a:lnTo>
                      <a:pt x="698" y="2148"/>
                    </a:lnTo>
                    <a:lnTo>
                      <a:pt x="686" y="2211"/>
                    </a:lnTo>
                    <a:lnTo>
                      <a:pt x="686" y="2275"/>
                    </a:lnTo>
                    <a:lnTo>
                      <a:pt x="698" y="2337"/>
                    </a:lnTo>
                    <a:lnTo>
                      <a:pt x="722" y="2397"/>
                    </a:lnTo>
                    <a:lnTo>
                      <a:pt x="759" y="2452"/>
                    </a:lnTo>
                    <a:lnTo>
                      <a:pt x="782" y="2478"/>
                    </a:lnTo>
                    <a:lnTo>
                      <a:pt x="808" y="2501"/>
                    </a:lnTo>
                    <a:lnTo>
                      <a:pt x="863" y="2537"/>
                    </a:lnTo>
                    <a:lnTo>
                      <a:pt x="924" y="2561"/>
                    </a:lnTo>
                    <a:lnTo>
                      <a:pt x="987" y="2574"/>
                    </a:lnTo>
                    <a:lnTo>
                      <a:pt x="1019" y="2576"/>
                    </a:lnTo>
                    <a:lnTo>
                      <a:pt x="1052" y="2574"/>
                    </a:lnTo>
                    <a:lnTo>
                      <a:pt x="1115" y="2561"/>
                    </a:lnTo>
                    <a:lnTo>
                      <a:pt x="1176" y="2537"/>
                    </a:lnTo>
                    <a:lnTo>
                      <a:pt x="1230" y="2501"/>
                    </a:lnTo>
                    <a:lnTo>
                      <a:pt x="1256" y="2478"/>
                    </a:lnTo>
                    <a:lnTo>
                      <a:pt x="1331" y="2404"/>
                    </a:lnTo>
                    <a:lnTo>
                      <a:pt x="1493" y="2272"/>
                    </a:lnTo>
                    <a:lnTo>
                      <a:pt x="1664" y="2155"/>
                    </a:lnTo>
                    <a:lnTo>
                      <a:pt x="1844" y="2056"/>
                    </a:lnTo>
                    <a:lnTo>
                      <a:pt x="2033" y="1974"/>
                    </a:lnTo>
                    <a:lnTo>
                      <a:pt x="2229" y="1910"/>
                    </a:lnTo>
                    <a:lnTo>
                      <a:pt x="2432" y="1869"/>
                    </a:lnTo>
                    <a:lnTo>
                      <a:pt x="2638" y="1847"/>
                    </a:lnTo>
                    <a:lnTo>
                      <a:pt x="2743" y="1844"/>
                    </a:lnTo>
                    <a:lnTo>
                      <a:pt x="2848" y="1847"/>
                    </a:lnTo>
                    <a:lnTo>
                      <a:pt x="3055" y="1869"/>
                    </a:lnTo>
                    <a:lnTo>
                      <a:pt x="3257" y="1910"/>
                    </a:lnTo>
                    <a:lnTo>
                      <a:pt x="3453" y="1974"/>
                    </a:lnTo>
                    <a:lnTo>
                      <a:pt x="3643" y="2056"/>
                    </a:lnTo>
                    <a:lnTo>
                      <a:pt x="3823" y="2155"/>
                    </a:lnTo>
                    <a:lnTo>
                      <a:pt x="3994" y="2272"/>
                    </a:lnTo>
                    <a:lnTo>
                      <a:pt x="4154" y="2404"/>
                    </a:lnTo>
                    <a:lnTo>
                      <a:pt x="4230" y="2478"/>
                    </a:lnTo>
                    <a:lnTo>
                      <a:pt x="4255" y="2501"/>
                    </a:lnTo>
                    <a:lnTo>
                      <a:pt x="4311" y="2537"/>
                    </a:lnTo>
                    <a:lnTo>
                      <a:pt x="4372" y="2561"/>
                    </a:lnTo>
                    <a:lnTo>
                      <a:pt x="4435" y="2574"/>
                    </a:lnTo>
                    <a:lnTo>
                      <a:pt x="4500" y="2574"/>
                    </a:lnTo>
                    <a:lnTo>
                      <a:pt x="4562" y="2561"/>
                    </a:lnTo>
                    <a:lnTo>
                      <a:pt x="4622" y="2537"/>
                    </a:lnTo>
                    <a:lnTo>
                      <a:pt x="4678" y="2501"/>
                    </a:lnTo>
                    <a:lnTo>
                      <a:pt x="4703" y="2478"/>
                    </a:lnTo>
                    <a:lnTo>
                      <a:pt x="4727" y="2452"/>
                    </a:lnTo>
                    <a:lnTo>
                      <a:pt x="4763" y="2397"/>
                    </a:lnTo>
                    <a:lnTo>
                      <a:pt x="4788" y="2337"/>
                    </a:lnTo>
                    <a:lnTo>
                      <a:pt x="4801" y="2275"/>
                    </a:lnTo>
                    <a:lnTo>
                      <a:pt x="4801" y="2211"/>
                    </a:lnTo>
                    <a:lnTo>
                      <a:pt x="4788" y="2148"/>
                    </a:lnTo>
                    <a:lnTo>
                      <a:pt x="4763" y="2088"/>
                    </a:lnTo>
                    <a:lnTo>
                      <a:pt x="4727" y="2033"/>
                    </a:lnTo>
                    <a:lnTo>
                      <a:pt x="4703" y="2008"/>
                    </a:lnTo>
                    <a:lnTo>
                      <a:pt x="4603" y="1912"/>
                    </a:lnTo>
                    <a:lnTo>
                      <a:pt x="4392" y="1739"/>
                    </a:lnTo>
                    <a:lnTo>
                      <a:pt x="4167" y="1589"/>
                    </a:lnTo>
                    <a:lnTo>
                      <a:pt x="3928" y="1462"/>
                    </a:lnTo>
                    <a:lnTo>
                      <a:pt x="3679" y="1360"/>
                    </a:lnTo>
                    <a:lnTo>
                      <a:pt x="3421" y="1282"/>
                    </a:lnTo>
                    <a:lnTo>
                      <a:pt x="3155" y="1230"/>
                    </a:lnTo>
                    <a:lnTo>
                      <a:pt x="2881" y="1203"/>
                    </a:lnTo>
                    <a:lnTo>
                      <a:pt x="2743" y="1202"/>
                    </a:lnTo>
                    <a:close/>
                    <a:moveTo>
                      <a:pt x="2746" y="2403"/>
                    </a:moveTo>
                    <a:lnTo>
                      <a:pt x="2668" y="2404"/>
                    </a:lnTo>
                    <a:lnTo>
                      <a:pt x="2514" y="2420"/>
                    </a:lnTo>
                    <a:lnTo>
                      <a:pt x="2362" y="2451"/>
                    </a:lnTo>
                    <a:lnTo>
                      <a:pt x="2217" y="2497"/>
                    </a:lnTo>
                    <a:lnTo>
                      <a:pt x="2076" y="2556"/>
                    </a:lnTo>
                    <a:lnTo>
                      <a:pt x="1940" y="2631"/>
                    </a:lnTo>
                    <a:lnTo>
                      <a:pt x="1814" y="2719"/>
                    </a:lnTo>
                    <a:lnTo>
                      <a:pt x="1694" y="2819"/>
                    </a:lnTo>
                    <a:lnTo>
                      <a:pt x="1637" y="2876"/>
                    </a:lnTo>
                    <a:lnTo>
                      <a:pt x="1615" y="2900"/>
                    </a:lnTo>
                    <a:lnTo>
                      <a:pt x="1580" y="2955"/>
                    </a:lnTo>
                    <a:lnTo>
                      <a:pt x="1557" y="3012"/>
                    </a:lnTo>
                    <a:lnTo>
                      <a:pt x="1546" y="3074"/>
                    </a:lnTo>
                    <a:lnTo>
                      <a:pt x="1546" y="3136"/>
                    </a:lnTo>
                    <a:lnTo>
                      <a:pt x="1557" y="3197"/>
                    </a:lnTo>
                    <a:lnTo>
                      <a:pt x="1580" y="3256"/>
                    </a:lnTo>
                    <a:lnTo>
                      <a:pt x="1615" y="3309"/>
                    </a:lnTo>
                    <a:lnTo>
                      <a:pt x="1637" y="3334"/>
                    </a:lnTo>
                    <a:lnTo>
                      <a:pt x="1661" y="3357"/>
                    </a:lnTo>
                    <a:lnTo>
                      <a:pt x="1713" y="3393"/>
                    </a:lnTo>
                    <a:lnTo>
                      <a:pt x="1769" y="3416"/>
                    </a:lnTo>
                    <a:lnTo>
                      <a:pt x="1830" y="3427"/>
                    </a:lnTo>
                    <a:lnTo>
                      <a:pt x="1860" y="3429"/>
                    </a:lnTo>
                    <a:lnTo>
                      <a:pt x="1890" y="3427"/>
                    </a:lnTo>
                    <a:lnTo>
                      <a:pt x="1949" y="3416"/>
                    </a:lnTo>
                    <a:lnTo>
                      <a:pt x="2005" y="3393"/>
                    </a:lnTo>
                    <a:lnTo>
                      <a:pt x="2057" y="3357"/>
                    </a:lnTo>
                    <a:lnTo>
                      <a:pt x="2082" y="3334"/>
                    </a:lnTo>
                    <a:lnTo>
                      <a:pt x="2115" y="3300"/>
                    </a:lnTo>
                    <a:lnTo>
                      <a:pt x="2187" y="3239"/>
                    </a:lnTo>
                    <a:lnTo>
                      <a:pt x="2263" y="3184"/>
                    </a:lnTo>
                    <a:lnTo>
                      <a:pt x="2344" y="3138"/>
                    </a:lnTo>
                    <a:lnTo>
                      <a:pt x="2429" y="3100"/>
                    </a:lnTo>
                    <a:lnTo>
                      <a:pt x="2517" y="3070"/>
                    </a:lnTo>
                    <a:lnTo>
                      <a:pt x="2607" y="3051"/>
                    </a:lnTo>
                    <a:lnTo>
                      <a:pt x="2699" y="3041"/>
                    </a:lnTo>
                    <a:lnTo>
                      <a:pt x="2746" y="3040"/>
                    </a:lnTo>
                    <a:lnTo>
                      <a:pt x="2793" y="3040"/>
                    </a:lnTo>
                    <a:lnTo>
                      <a:pt x="2885" y="3051"/>
                    </a:lnTo>
                    <a:lnTo>
                      <a:pt x="2976" y="3070"/>
                    </a:lnTo>
                    <a:lnTo>
                      <a:pt x="3064" y="3100"/>
                    </a:lnTo>
                    <a:lnTo>
                      <a:pt x="3147" y="3138"/>
                    </a:lnTo>
                    <a:lnTo>
                      <a:pt x="3228" y="3184"/>
                    </a:lnTo>
                    <a:lnTo>
                      <a:pt x="3304" y="3239"/>
                    </a:lnTo>
                    <a:lnTo>
                      <a:pt x="3376" y="3300"/>
                    </a:lnTo>
                    <a:lnTo>
                      <a:pt x="3411" y="3334"/>
                    </a:lnTo>
                    <a:lnTo>
                      <a:pt x="3434" y="3357"/>
                    </a:lnTo>
                    <a:lnTo>
                      <a:pt x="3487" y="3393"/>
                    </a:lnTo>
                    <a:lnTo>
                      <a:pt x="3543" y="3416"/>
                    </a:lnTo>
                    <a:lnTo>
                      <a:pt x="3603" y="3427"/>
                    </a:lnTo>
                    <a:lnTo>
                      <a:pt x="3663" y="3427"/>
                    </a:lnTo>
                    <a:lnTo>
                      <a:pt x="3722" y="3416"/>
                    </a:lnTo>
                    <a:lnTo>
                      <a:pt x="3780" y="3393"/>
                    </a:lnTo>
                    <a:lnTo>
                      <a:pt x="3832" y="3357"/>
                    </a:lnTo>
                    <a:lnTo>
                      <a:pt x="3855" y="3334"/>
                    </a:lnTo>
                    <a:lnTo>
                      <a:pt x="3878" y="3309"/>
                    </a:lnTo>
                    <a:lnTo>
                      <a:pt x="3912" y="3256"/>
                    </a:lnTo>
                    <a:lnTo>
                      <a:pt x="3934" y="3197"/>
                    </a:lnTo>
                    <a:lnTo>
                      <a:pt x="3945" y="3136"/>
                    </a:lnTo>
                    <a:lnTo>
                      <a:pt x="3945" y="3074"/>
                    </a:lnTo>
                    <a:lnTo>
                      <a:pt x="3934" y="3012"/>
                    </a:lnTo>
                    <a:lnTo>
                      <a:pt x="3912" y="2955"/>
                    </a:lnTo>
                    <a:lnTo>
                      <a:pt x="3878" y="2900"/>
                    </a:lnTo>
                    <a:lnTo>
                      <a:pt x="3855" y="2876"/>
                    </a:lnTo>
                    <a:lnTo>
                      <a:pt x="3798" y="2819"/>
                    </a:lnTo>
                    <a:lnTo>
                      <a:pt x="3679" y="2719"/>
                    </a:lnTo>
                    <a:lnTo>
                      <a:pt x="3551" y="2631"/>
                    </a:lnTo>
                    <a:lnTo>
                      <a:pt x="3417" y="2556"/>
                    </a:lnTo>
                    <a:lnTo>
                      <a:pt x="3276" y="2497"/>
                    </a:lnTo>
                    <a:lnTo>
                      <a:pt x="3130" y="2451"/>
                    </a:lnTo>
                    <a:lnTo>
                      <a:pt x="2979" y="2420"/>
                    </a:lnTo>
                    <a:lnTo>
                      <a:pt x="2825" y="2404"/>
                    </a:lnTo>
                    <a:lnTo>
                      <a:pt x="2746" y="24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11"/>
              <p:cNvSpPr/>
              <p:nvPr/>
            </p:nvSpPr>
            <p:spPr>
              <a:xfrm>
                <a:off x="9512757" y="369386"/>
                <a:ext cx="715178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PPTBIZCAM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8" name="Google Shape;448;p11"/>
            <p:cNvSpPr/>
            <p:nvPr/>
          </p:nvSpPr>
          <p:spPr>
            <a:xfrm>
              <a:off x="11377471" y="133570"/>
              <a:ext cx="176990" cy="176990"/>
            </a:xfrm>
            <a:prstGeom prst="ellipse">
              <a:avLst/>
            </a:prstGeom>
            <a:solidFill>
              <a:srgbClr val="90DA80"/>
            </a:solidFill>
            <a:ln>
              <a:noFill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9" name="Google Shape;449;p11"/>
            <p:cNvGrpSpPr/>
            <p:nvPr/>
          </p:nvGrpSpPr>
          <p:grpSpPr>
            <a:xfrm>
              <a:off x="653849" y="193034"/>
              <a:ext cx="343364" cy="344856"/>
              <a:chOff x="1157487" y="184451"/>
              <a:chExt cx="489882" cy="492010"/>
            </a:xfrm>
          </p:grpSpPr>
          <p:sp>
            <p:nvSpPr>
              <p:cNvPr id="450" name="Google Shape;450;p11"/>
              <p:cNvSpPr/>
              <p:nvPr/>
            </p:nvSpPr>
            <p:spPr>
              <a:xfrm>
                <a:off x="1157487" y="184454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11"/>
              <p:cNvSpPr/>
              <p:nvPr/>
            </p:nvSpPr>
            <p:spPr>
              <a:xfrm>
                <a:off x="1483366" y="184451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1319363" y="348454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11"/>
              <p:cNvSpPr/>
              <p:nvPr/>
            </p:nvSpPr>
            <p:spPr>
              <a:xfrm>
                <a:off x="1483366" y="348453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11"/>
              <p:cNvSpPr/>
              <p:nvPr/>
            </p:nvSpPr>
            <p:spPr>
              <a:xfrm>
                <a:off x="1157487" y="512458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11"/>
              <p:cNvSpPr/>
              <p:nvPr/>
            </p:nvSpPr>
            <p:spPr>
              <a:xfrm>
                <a:off x="1483366" y="512455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56" name="Google Shape;456;p11"/>
          <p:cNvSpPr txBox="1"/>
          <p:nvPr/>
        </p:nvSpPr>
        <p:spPr>
          <a:xfrm>
            <a:off x="1322901" y="1704107"/>
            <a:ext cx="5040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457" name="Google Shape;457;p11"/>
          <p:cNvSpPr txBox="1"/>
          <p:nvPr/>
        </p:nvSpPr>
        <p:spPr>
          <a:xfrm>
            <a:off x="1826957" y="1844530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https://github.com/Beomi/KcELECTRA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8" name="Google Shape;458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2262" y="2367750"/>
            <a:ext cx="6745334" cy="3830409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11"/>
          <p:cNvSpPr txBox="1"/>
          <p:nvPr/>
        </p:nvSpPr>
        <p:spPr>
          <a:xfrm>
            <a:off x="767310" y="914400"/>
            <a:ext cx="915666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sz="1800" b="1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학습 모델 – 다른 모델과 비교했을 때 높은 인식률 나타냄 –&gt; 기존 모델에서 튜닝하여 학습 </a:t>
            </a:r>
            <a:endParaRPr sz="1800" b="1">
              <a:solidFill>
                <a:srgbClr val="3A383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A383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4" name="Google Shape;464;p12"/>
          <p:cNvGrpSpPr/>
          <p:nvPr/>
        </p:nvGrpSpPr>
        <p:grpSpPr>
          <a:xfrm>
            <a:off x="150812" y="0"/>
            <a:ext cx="11890375" cy="6680200"/>
            <a:chOff x="150812" y="0"/>
            <a:chExt cx="11890375" cy="6680200"/>
          </a:xfrm>
        </p:grpSpPr>
        <p:sp>
          <p:nvSpPr>
            <p:cNvPr id="465" name="Google Shape;465;p12"/>
            <p:cNvSpPr/>
            <p:nvPr/>
          </p:nvSpPr>
          <p:spPr>
            <a:xfrm>
              <a:off x="150812" y="0"/>
              <a:ext cx="11890375" cy="6680200"/>
            </a:xfrm>
            <a:prstGeom prst="round2SameRect">
              <a:avLst>
                <a:gd name="adj1" fmla="val 0"/>
                <a:gd name="adj2" fmla="val 5079"/>
              </a:avLst>
            </a:prstGeom>
            <a:solidFill>
              <a:srgbClr val="E4F7F5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2"/>
            <p:cNvSpPr/>
            <p:nvPr/>
          </p:nvSpPr>
          <p:spPr>
            <a:xfrm>
              <a:off x="208638" y="0"/>
              <a:ext cx="11618912" cy="6509543"/>
            </a:xfrm>
            <a:prstGeom prst="round2SameRect">
              <a:avLst>
                <a:gd name="adj1" fmla="val 0"/>
                <a:gd name="adj2" fmla="val 3479"/>
              </a:avLst>
            </a:prstGeom>
            <a:solidFill>
              <a:schemeClr val="lt1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2"/>
            <p:cNvSpPr/>
            <p:nvPr/>
          </p:nvSpPr>
          <p:spPr>
            <a:xfrm>
              <a:off x="286544" y="0"/>
              <a:ext cx="11618912" cy="771525"/>
            </a:xfrm>
            <a:prstGeom prst="round2SameRect">
              <a:avLst>
                <a:gd name="adj1" fmla="val 0"/>
                <a:gd name="adj2" fmla="val 29630"/>
              </a:avLst>
            </a:prstGeom>
            <a:solidFill>
              <a:schemeClr val="lt1"/>
            </a:solidFill>
            <a:ln>
              <a:noFill/>
            </a:ln>
            <a:effectLst>
              <a:outerShdw blurRad="165100" dist="38100" dir="5400000" algn="t" rotWithShape="0">
                <a:srgbClr val="000000">
                  <a:alpha val="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4. 프로젝트 수행 결과</a:t>
              </a:r>
              <a:endParaRPr/>
            </a:p>
          </p:txBody>
        </p:sp>
        <p:grpSp>
          <p:nvGrpSpPr>
            <p:cNvPr id="468" name="Google Shape;468;p12"/>
            <p:cNvGrpSpPr/>
            <p:nvPr/>
          </p:nvGrpSpPr>
          <p:grpSpPr>
            <a:xfrm>
              <a:off x="11067369" y="185874"/>
              <a:ext cx="429876" cy="429876"/>
              <a:chOff x="215317" y="343634"/>
              <a:chExt cx="684000" cy="684000"/>
            </a:xfrm>
          </p:grpSpPr>
          <p:sp>
            <p:nvSpPr>
              <p:cNvPr id="469" name="Google Shape;469;p12"/>
              <p:cNvSpPr/>
              <p:nvPr/>
            </p:nvSpPr>
            <p:spPr>
              <a:xfrm>
                <a:off x="215317" y="343634"/>
                <a:ext cx="684000" cy="684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9F3FC"/>
                  </a:gs>
                  <a:gs pos="86000">
                    <a:srgbClr val="E9F3FC"/>
                  </a:gs>
                  <a:gs pos="100000">
                    <a:srgbClr val="4E5DA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542925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rgbClr val="323F4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70" name="Google Shape;470;p12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2555" y="386637"/>
                <a:ext cx="546554" cy="5465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1" name="Google Shape;471;p12"/>
            <p:cNvGrpSpPr/>
            <p:nvPr/>
          </p:nvGrpSpPr>
          <p:grpSpPr>
            <a:xfrm>
              <a:off x="8951163" y="320145"/>
              <a:ext cx="1550689" cy="169277"/>
              <a:chOff x="9512757" y="369386"/>
              <a:chExt cx="2051714" cy="223970"/>
            </a:xfrm>
          </p:grpSpPr>
          <p:grpSp>
            <p:nvGrpSpPr>
              <p:cNvPr id="472" name="Google Shape;472;p12"/>
              <p:cNvGrpSpPr/>
              <p:nvPr/>
            </p:nvGrpSpPr>
            <p:grpSpPr>
              <a:xfrm>
                <a:off x="10750964" y="406846"/>
                <a:ext cx="132372" cy="140525"/>
                <a:chOff x="4594" y="900"/>
                <a:chExt cx="276" cy="293"/>
              </a:xfrm>
            </p:grpSpPr>
            <p:sp>
              <p:nvSpPr>
                <p:cNvPr id="473" name="Google Shape;473;p12"/>
                <p:cNvSpPr/>
                <p:nvPr/>
              </p:nvSpPr>
              <p:spPr>
                <a:xfrm>
                  <a:off x="4594" y="900"/>
                  <a:ext cx="102" cy="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3" extrusionOk="0">
                      <a:moveTo>
                        <a:pt x="72" y="263"/>
                      </a:moveTo>
                      <a:lnTo>
                        <a:pt x="91" y="236"/>
                      </a:lnTo>
                      <a:lnTo>
                        <a:pt x="139" y="187"/>
                      </a:lnTo>
                      <a:lnTo>
                        <a:pt x="193" y="148"/>
                      </a:lnTo>
                      <a:lnTo>
                        <a:pt x="255" y="119"/>
                      </a:lnTo>
                      <a:lnTo>
                        <a:pt x="290" y="110"/>
                      </a:lnTo>
                      <a:lnTo>
                        <a:pt x="299" y="106"/>
                      </a:lnTo>
                      <a:lnTo>
                        <a:pt x="305" y="97"/>
                      </a:lnTo>
                      <a:lnTo>
                        <a:pt x="307" y="87"/>
                      </a:lnTo>
                      <a:lnTo>
                        <a:pt x="303" y="77"/>
                      </a:lnTo>
                      <a:lnTo>
                        <a:pt x="292" y="60"/>
                      </a:lnTo>
                      <a:lnTo>
                        <a:pt x="263" y="33"/>
                      </a:lnTo>
                      <a:lnTo>
                        <a:pt x="227" y="13"/>
                      </a:lnTo>
                      <a:lnTo>
                        <a:pt x="186" y="1"/>
                      </a:lnTo>
                      <a:lnTo>
                        <a:pt x="165" y="0"/>
                      </a:lnTo>
                      <a:lnTo>
                        <a:pt x="131" y="3"/>
                      </a:lnTo>
                      <a:lnTo>
                        <a:pt x="72" y="27"/>
                      </a:lnTo>
                      <a:lnTo>
                        <a:pt x="27" y="72"/>
                      </a:lnTo>
                      <a:lnTo>
                        <a:pt x="3" y="131"/>
                      </a:lnTo>
                      <a:lnTo>
                        <a:pt x="0" y="164"/>
                      </a:lnTo>
                      <a:lnTo>
                        <a:pt x="1" y="192"/>
                      </a:lnTo>
                      <a:lnTo>
                        <a:pt x="20" y="243"/>
                      </a:lnTo>
                      <a:lnTo>
                        <a:pt x="36" y="266"/>
                      </a:lnTo>
                      <a:lnTo>
                        <a:pt x="43" y="273"/>
                      </a:lnTo>
                      <a:lnTo>
                        <a:pt x="53" y="273"/>
                      </a:lnTo>
                      <a:lnTo>
                        <a:pt x="65" y="271"/>
                      </a:lnTo>
                      <a:lnTo>
                        <a:pt x="72" y="2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4" name="Google Shape;474;p12"/>
                <p:cNvSpPr/>
                <p:nvPr/>
              </p:nvSpPr>
              <p:spPr>
                <a:xfrm>
                  <a:off x="4768" y="900"/>
                  <a:ext cx="102" cy="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1" extrusionOk="0">
                      <a:moveTo>
                        <a:pt x="143" y="0"/>
                      </a:moveTo>
                      <a:lnTo>
                        <a:pt x="121" y="1"/>
                      </a:lnTo>
                      <a:lnTo>
                        <a:pt x="81" y="11"/>
                      </a:lnTo>
                      <a:lnTo>
                        <a:pt x="46" y="31"/>
                      </a:lnTo>
                      <a:lnTo>
                        <a:pt x="16" y="60"/>
                      </a:lnTo>
                      <a:lnTo>
                        <a:pt x="4" y="76"/>
                      </a:lnTo>
                      <a:lnTo>
                        <a:pt x="0" y="86"/>
                      </a:lnTo>
                      <a:lnTo>
                        <a:pt x="3" y="96"/>
                      </a:lnTo>
                      <a:lnTo>
                        <a:pt x="9" y="106"/>
                      </a:lnTo>
                      <a:lnTo>
                        <a:pt x="19" y="110"/>
                      </a:lnTo>
                      <a:lnTo>
                        <a:pt x="52" y="119"/>
                      </a:lnTo>
                      <a:lnTo>
                        <a:pt x="115" y="148"/>
                      </a:lnTo>
                      <a:lnTo>
                        <a:pt x="170" y="187"/>
                      </a:lnTo>
                      <a:lnTo>
                        <a:pt x="218" y="234"/>
                      </a:lnTo>
                      <a:lnTo>
                        <a:pt x="237" y="261"/>
                      </a:lnTo>
                      <a:lnTo>
                        <a:pt x="245" y="270"/>
                      </a:lnTo>
                      <a:lnTo>
                        <a:pt x="255" y="271"/>
                      </a:lnTo>
                      <a:lnTo>
                        <a:pt x="266" y="270"/>
                      </a:lnTo>
                      <a:lnTo>
                        <a:pt x="274" y="263"/>
                      </a:lnTo>
                      <a:lnTo>
                        <a:pt x="289" y="241"/>
                      </a:lnTo>
                      <a:lnTo>
                        <a:pt x="306" y="191"/>
                      </a:lnTo>
                      <a:lnTo>
                        <a:pt x="307" y="164"/>
                      </a:lnTo>
                      <a:lnTo>
                        <a:pt x="306" y="131"/>
                      </a:lnTo>
                      <a:lnTo>
                        <a:pt x="280" y="72"/>
                      </a:lnTo>
                      <a:lnTo>
                        <a:pt x="235" y="27"/>
                      </a:lnTo>
                      <a:lnTo>
                        <a:pt x="178" y="3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5" name="Google Shape;475;p12"/>
                <p:cNvSpPr/>
                <p:nvPr/>
              </p:nvSpPr>
              <p:spPr>
                <a:xfrm>
                  <a:off x="4612" y="947"/>
                  <a:ext cx="241" cy="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37" extrusionOk="0">
                      <a:moveTo>
                        <a:pt x="725" y="361"/>
                      </a:moveTo>
                      <a:lnTo>
                        <a:pt x="722" y="313"/>
                      </a:lnTo>
                      <a:lnTo>
                        <a:pt x="699" y="225"/>
                      </a:lnTo>
                      <a:lnTo>
                        <a:pt x="679" y="187"/>
                      </a:lnTo>
                      <a:lnTo>
                        <a:pt x="659" y="151"/>
                      </a:lnTo>
                      <a:lnTo>
                        <a:pt x="604" y="90"/>
                      </a:lnTo>
                      <a:lnTo>
                        <a:pt x="536" y="44"/>
                      </a:lnTo>
                      <a:lnTo>
                        <a:pt x="459" y="13"/>
                      </a:lnTo>
                      <a:lnTo>
                        <a:pt x="418" y="4"/>
                      </a:lnTo>
                      <a:lnTo>
                        <a:pt x="390" y="1"/>
                      </a:lnTo>
                      <a:lnTo>
                        <a:pt x="363" y="0"/>
                      </a:lnTo>
                      <a:lnTo>
                        <a:pt x="334" y="1"/>
                      </a:lnTo>
                      <a:lnTo>
                        <a:pt x="305" y="5"/>
                      </a:lnTo>
                      <a:lnTo>
                        <a:pt x="263" y="13"/>
                      </a:lnTo>
                      <a:lnTo>
                        <a:pt x="187" y="44"/>
                      </a:lnTo>
                      <a:lnTo>
                        <a:pt x="120" y="92"/>
                      </a:lnTo>
                      <a:lnTo>
                        <a:pt x="67" y="152"/>
                      </a:lnTo>
                      <a:lnTo>
                        <a:pt x="45" y="188"/>
                      </a:lnTo>
                      <a:lnTo>
                        <a:pt x="25" y="227"/>
                      </a:lnTo>
                      <a:lnTo>
                        <a:pt x="3" y="313"/>
                      </a:lnTo>
                      <a:lnTo>
                        <a:pt x="0" y="361"/>
                      </a:lnTo>
                      <a:lnTo>
                        <a:pt x="2" y="399"/>
                      </a:lnTo>
                      <a:lnTo>
                        <a:pt x="19" y="476"/>
                      </a:lnTo>
                      <a:lnTo>
                        <a:pt x="51" y="543"/>
                      </a:lnTo>
                      <a:lnTo>
                        <a:pt x="96" y="604"/>
                      </a:lnTo>
                      <a:lnTo>
                        <a:pt x="123" y="630"/>
                      </a:lnTo>
                      <a:lnTo>
                        <a:pt x="93" y="673"/>
                      </a:lnTo>
                      <a:lnTo>
                        <a:pt x="84" y="687"/>
                      </a:lnTo>
                      <a:lnTo>
                        <a:pt x="90" y="719"/>
                      </a:lnTo>
                      <a:lnTo>
                        <a:pt x="103" y="729"/>
                      </a:lnTo>
                      <a:lnTo>
                        <a:pt x="113" y="736"/>
                      </a:lnTo>
                      <a:lnTo>
                        <a:pt x="126" y="737"/>
                      </a:lnTo>
                      <a:lnTo>
                        <a:pt x="136" y="736"/>
                      </a:lnTo>
                      <a:lnTo>
                        <a:pt x="153" y="727"/>
                      </a:lnTo>
                      <a:lnTo>
                        <a:pt x="159" y="720"/>
                      </a:lnTo>
                      <a:lnTo>
                        <a:pt x="189" y="677"/>
                      </a:lnTo>
                      <a:lnTo>
                        <a:pt x="230" y="696"/>
                      </a:lnTo>
                      <a:lnTo>
                        <a:pt x="316" y="719"/>
                      </a:lnTo>
                      <a:lnTo>
                        <a:pt x="363" y="720"/>
                      </a:lnTo>
                      <a:lnTo>
                        <a:pt x="409" y="719"/>
                      </a:lnTo>
                      <a:lnTo>
                        <a:pt x="495" y="696"/>
                      </a:lnTo>
                      <a:lnTo>
                        <a:pt x="536" y="677"/>
                      </a:lnTo>
                      <a:lnTo>
                        <a:pt x="566" y="720"/>
                      </a:lnTo>
                      <a:lnTo>
                        <a:pt x="572" y="727"/>
                      </a:lnTo>
                      <a:lnTo>
                        <a:pt x="589" y="736"/>
                      </a:lnTo>
                      <a:lnTo>
                        <a:pt x="599" y="737"/>
                      </a:lnTo>
                      <a:lnTo>
                        <a:pt x="612" y="736"/>
                      </a:lnTo>
                      <a:lnTo>
                        <a:pt x="622" y="729"/>
                      </a:lnTo>
                      <a:lnTo>
                        <a:pt x="635" y="719"/>
                      </a:lnTo>
                      <a:lnTo>
                        <a:pt x="640" y="687"/>
                      </a:lnTo>
                      <a:lnTo>
                        <a:pt x="633" y="673"/>
                      </a:lnTo>
                      <a:lnTo>
                        <a:pt x="602" y="630"/>
                      </a:lnTo>
                      <a:lnTo>
                        <a:pt x="630" y="604"/>
                      </a:lnTo>
                      <a:lnTo>
                        <a:pt x="674" y="543"/>
                      </a:lnTo>
                      <a:lnTo>
                        <a:pt x="706" y="476"/>
                      </a:lnTo>
                      <a:lnTo>
                        <a:pt x="723" y="399"/>
                      </a:lnTo>
                      <a:lnTo>
                        <a:pt x="725" y="361"/>
                      </a:lnTo>
                      <a:close/>
                      <a:moveTo>
                        <a:pt x="363" y="619"/>
                      </a:moveTo>
                      <a:lnTo>
                        <a:pt x="335" y="619"/>
                      </a:lnTo>
                      <a:lnTo>
                        <a:pt x="285" y="608"/>
                      </a:lnTo>
                      <a:lnTo>
                        <a:pt x="239" y="589"/>
                      </a:lnTo>
                      <a:lnTo>
                        <a:pt x="197" y="561"/>
                      </a:lnTo>
                      <a:lnTo>
                        <a:pt x="161" y="526"/>
                      </a:lnTo>
                      <a:lnTo>
                        <a:pt x="133" y="484"/>
                      </a:lnTo>
                      <a:lnTo>
                        <a:pt x="113" y="438"/>
                      </a:lnTo>
                      <a:lnTo>
                        <a:pt x="103" y="386"/>
                      </a:lnTo>
                      <a:lnTo>
                        <a:pt x="101" y="361"/>
                      </a:lnTo>
                      <a:lnTo>
                        <a:pt x="103" y="328"/>
                      </a:lnTo>
                      <a:lnTo>
                        <a:pt x="120" y="266"/>
                      </a:lnTo>
                      <a:lnTo>
                        <a:pt x="133" y="237"/>
                      </a:lnTo>
                      <a:lnTo>
                        <a:pt x="149" y="211"/>
                      </a:lnTo>
                      <a:lnTo>
                        <a:pt x="188" y="166"/>
                      </a:lnTo>
                      <a:lnTo>
                        <a:pt x="237" y="133"/>
                      </a:lnTo>
                      <a:lnTo>
                        <a:pt x="292" y="110"/>
                      </a:lnTo>
                      <a:lnTo>
                        <a:pt x="322" y="105"/>
                      </a:lnTo>
                      <a:lnTo>
                        <a:pt x="342" y="102"/>
                      </a:lnTo>
                      <a:lnTo>
                        <a:pt x="363" y="100"/>
                      </a:lnTo>
                      <a:lnTo>
                        <a:pt x="381" y="102"/>
                      </a:lnTo>
                      <a:lnTo>
                        <a:pt x="400" y="103"/>
                      </a:lnTo>
                      <a:lnTo>
                        <a:pt x="431" y="109"/>
                      </a:lnTo>
                      <a:lnTo>
                        <a:pt x="487" y="132"/>
                      </a:lnTo>
                      <a:lnTo>
                        <a:pt x="536" y="166"/>
                      </a:lnTo>
                      <a:lnTo>
                        <a:pt x="576" y="211"/>
                      </a:lnTo>
                      <a:lnTo>
                        <a:pt x="592" y="237"/>
                      </a:lnTo>
                      <a:lnTo>
                        <a:pt x="605" y="264"/>
                      </a:lnTo>
                      <a:lnTo>
                        <a:pt x="622" y="328"/>
                      </a:lnTo>
                      <a:lnTo>
                        <a:pt x="624" y="361"/>
                      </a:lnTo>
                      <a:lnTo>
                        <a:pt x="622" y="386"/>
                      </a:lnTo>
                      <a:lnTo>
                        <a:pt x="612" y="438"/>
                      </a:lnTo>
                      <a:lnTo>
                        <a:pt x="592" y="484"/>
                      </a:lnTo>
                      <a:lnTo>
                        <a:pt x="563" y="526"/>
                      </a:lnTo>
                      <a:lnTo>
                        <a:pt x="529" y="561"/>
                      </a:lnTo>
                      <a:lnTo>
                        <a:pt x="487" y="589"/>
                      </a:lnTo>
                      <a:lnTo>
                        <a:pt x="441" y="608"/>
                      </a:lnTo>
                      <a:lnTo>
                        <a:pt x="389" y="619"/>
                      </a:lnTo>
                      <a:lnTo>
                        <a:pt x="363" y="6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6" name="Google Shape;476;p12"/>
                <p:cNvSpPr/>
                <p:nvPr/>
              </p:nvSpPr>
              <p:spPr>
                <a:xfrm>
                  <a:off x="4716" y="1006"/>
                  <a:ext cx="7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98" extrusionOk="0">
                      <a:moveTo>
                        <a:pt x="194" y="245"/>
                      </a:moveTo>
                      <a:lnTo>
                        <a:pt x="95" y="183"/>
                      </a:lnTo>
                      <a:lnTo>
                        <a:pt x="91" y="167"/>
                      </a:lnTo>
                      <a:lnTo>
                        <a:pt x="78" y="156"/>
                      </a:lnTo>
                      <a:lnTo>
                        <a:pt x="83" y="31"/>
                      </a:lnTo>
                      <a:lnTo>
                        <a:pt x="82" y="19"/>
                      </a:lnTo>
                      <a:lnTo>
                        <a:pt x="66" y="3"/>
                      </a:lnTo>
                      <a:lnTo>
                        <a:pt x="54" y="0"/>
                      </a:lnTo>
                      <a:lnTo>
                        <a:pt x="43" y="2"/>
                      </a:lnTo>
                      <a:lnTo>
                        <a:pt x="27" y="18"/>
                      </a:lnTo>
                      <a:lnTo>
                        <a:pt x="26" y="29"/>
                      </a:lnTo>
                      <a:lnTo>
                        <a:pt x="20" y="153"/>
                      </a:lnTo>
                      <a:lnTo>
                        <a:pt x="11" y="160"/>
                      </a:lnTo>
                      <a:lnTo>
                        <a:pt x="1" y="180"/>
                      </a:lnTo>
                      <a:lnTo>
                        <a:pt x="0" y="192"/>
                      </a:lnTo>
                      <a:lnTo>
                        <a:pt x="1" y="202"/>
                      </a:lnTo>
                      <a:lnTo>
                        <a:pt x="8" y="219"/>
                      </a:lnTo>
                      <a:lnTo>
                        <a:pt x="21" y="232"/>
                      </a:lnTo>
                      <a:lnTo>
                        <a:pt x="39" y="239"/>
                      </a:lnTo>
                      <a:lnTo>
                        <a:pt x="49" y="241"/>
                      </a:lnTo>
                      <a:lnTo>
                        <a:pt x="59" y="239"/>
                      </a:lnTo>
                      <a:lnTo>
                        <a:pt x="69" y="235"/>
                      </a:lnTo>
                      <a:lnTo>
                        <a:pt x="164" y="294"/>
                      </a:lnTo>
                      <a:lnTo>
                        <a:pt x="171" y="298"/>
                      </a:lnTo>
                      <a:lnTo>
                        <a:pt x="180" y="298"/>
                      </a:lnTo>
                      <a:lnTo>
                        <a:pt x="187" y="298"/>
                      </a:lnTo>
                      <a:lnTo>
                        <a:pt x="199" y="291"/>
                      </a:lnTo>
                      <a:lnTo>
                        <a:pt x="205" y="285"/>
                      </a:lnTo>
                      <a:lnTo>
                        <a:pt x="209" y="274"/>
                      </a:lnTo>
                      <a:lnTo>
                        <a:pt x="203" y="252"/>
                      </a:lnTo>
                      <a:lnTo>
                        <a:pt x="194" y="2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77" name="Google Shape;477;p12"/>
              <p:cNvGrpSpPr/>
              <p:nvPr/>
            </p:nvGrpSpPr>
            <p:grpSpPr>
              <a:xfrm>
                <a:off x="10506302" y="406846"/>
                <a:ext cx="140525" cy="140525"/>
                <a:chOff x="1747" y="423"/>
                <a:chExt cx="575" cy="575"/>
              </a:xfrm>
            </p:grpSpPr>
            <p:sp>
              <p:nvSpPr>
                <p:cNvPr id="478" name="Google Shape;478;p12"/>
                <p:cNvSpPr/>
                <p:nvPr/>
              </p:nvSpPr>
              <p:spPr>
                <a:xfrm>
                  <a:off x="1899" y="577"/>
                  <a:ext cx="271" cy="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811" extrusionOk="0">
                      <a:moveTo>
                        <a:pt x="663" y="0"/>
                      </a:moveTo>
                      <a:lnTo>
                        <a:pt x="148" y="0"/>
                      </a:lnTo>
                      <a:lnTo>
                        <a:pt x="118" y="1"/>
                      </a:lnTo>
                      <a:lnTo>
                        <a:pt x="65" y="24"/>
                      </a:lnTo>
                      <a:lnTo>
                        <a:pt x="24" y="65"/>
                      </a:lnTo>
                      <a:lnTo>
                        <a:pt x="1" y="118"/>
                      </a:lnTo>
                      <a:lnTo>
                        <a:pt x="0" y="148"/>
                      </a:lnTo>
                      <a:lnTo>
                        <a:pt x="0" y="663"/>
                      </a:lnTo>
                      <a:lnTo>
                        <a:pt x="1" y="693"/>
                      </a:lnTo>
                      <a:lnTo>
                        <a:pt x="24" y="746"/>
                      </a:lnTo>
                      <a:lnTo>
                        <a:pt x="65" y="787"/>
                      </a:lnTo>
                      <a:lnTo>
                        <a:pt x="118" y="808"/>
                      </a:lnTo>
                      <a:lnTo>
                        <a:pt x="148" y="811"/>
                      </a:lnTo>
                      <a:lnTo>
                        <a:pt x="663" y="811"/>
                      </a:lnTo>
                      <a:lnTo>
                        <a:pt x="693" y="808"/>
                      </a:lnTo>
                      <a:lnTo>
                        <a:pt x="746" y="787"/>
                      </a:lnTo>
                      <a:lnTo>
                        <a:pt x="787" y="746"/>
                      </a:lnTo>
                      <a:lnTo>
                        <a:pt x="810" y="693"/>
                      </a:lnTo>
                      <a:lnTo>
                        <a:pt x="811" y="663"/>
                      </a:lnTo>
                      <a:lnTo>
                        <a:pt x="811" y="148"/>
                      </a:lnTo>
                      <a:lnTo>
                        <a:pt x="810" y="118"/>
                      </a:lnTo>
                      <a:lnTo>
                        <a:pt x="787" y="65"/>
                      </a:lnTo>
                      <a:lnTo>
                        <a:pt x="746" y="24"/>
                      </a:lnTo>
                      <a:lnTo>
                        <a:pt x="693" y="1"/>
                      </a:lnTo>
                      <a:lnTo>
                        <a:pt x="663" y="0"/>
                      </a:lnTo>
                      <a:close/>
                      <a:moveTo>
                        <a:pt x="405" y="673"/>
                      </a:moveTo>
                      <a:lnTo>
                        <a:pt x="377" y="671"/>
                      </a:lnTo>
                      <a:lnTo>
                        <a:pt x="326" y="661"/>
                      </a:lnTo>
                      <a:lnTo>
                        <a:pt x="278" y="640"/>
                      </a:lnTo>
                      <a:lnTo>
                        <a:pt x="235" y="611"/>
                      </a:lnTo>
                      <a:lnTo>
                        <a:pt x="199" y="575"/>
                      </a:lnTo>
                      <a:lnTo>
                        <a:pt x="170" y="533"/>
                      </a:lnTo>
                      <a:lnTo>
                        <a:pt x="150" y="484"/>
                      </a:lnTo>
                      <a:lnTo>
                        <a:pt x="140" y="432"/>
                      </a:lnTo>
                      <a:lnTo>
                        <a:pt x="138" y="405"/>
                      </a:lnTo>
                      <a:lnTo>
                        <a:pt x="140" y="377"/>
                      </a:lnTo>
                      <a:lnTo>
                        <a:pt x="150" y="326"/>
                      </a:lnTo>
                      <a:lnTo>
                        <a:pt x="170" y="278"/>
                      </a:lnTo>
                      <a:lnTo>
                        <a:pt x="199" y="235"/>
                      </a:lnTo>
                      <a:lnTo>
                        <a:pt x="235" y="199"/>
                      </a:lnTo>
                      <a:lnTo>
                        <a:pt x="278" y="170"/>
                      </a:lnTo>
                      <a:lnTo>
                        <a:pt x="326" y="150"/>
                      </a:lnTo>
                      <a:lnTo>
                        <a:pt x="377" y="138"/>
                      </a:lnTo>
                      <a:lnTo>
                        <a:pt x="405" y="138"/>
                      </a:lnTo>
                      <a:lnTo>
                        <a:pt x="432" y="138"/>
                      </a:lnTo>
                      <a:lnTo>
                        <a:pt x="486" y="150"/>
                      </a:lnTo>
                      <a:lnTo>
                        <a:pt x="533" y="170"/>
                      </a:lnTo>
                      <a:lnTo>
                        <a:pt x="575" y="199"/>
                      </a:lnTo>
                      <a:lnTo>
                        <a:pt x="612" y="235"/>
                      </a:lnTo>
                      <a:lnTo>
                        <a:pt x="641" y="278"/>
                      </a:lnTo>
                      <a:lnTo>
                        <a:pt x="661" y="326"/>
                      </a:lnTo>
                      <a:lnTo>
                        <a:pt x="671" y="377"/>
                      </a:lnTo>
                      <a:lnTo>
                        <a:pt x="673" y="405"/>
                      </a:lnTo>
                      <a:lnTo>
                        <a:pt x="671" y="432"/>
                      </a:lnTo>
                      <a:lnTo>
                        <a:pt x="661" y="484"/>
                      </a:lnTo>
                      <a:lnTo>
                        <a:pt x="641" y="533"/>
                      </a:lnTo>
                      <a:lnTo>
                        <a:pt x="612" y="575"/>
                      </a:lnTo>
                      <a:lnTo>
                        <a:pt x="575" y="611"/>
                      </a:lnTo>
                      <a:lnTo>
                        <a:pt x="533" y="640"/>
                      </a:lnTo>
                      <a:lnTo>
                        <a:pt x="486" y="661"/>
                      </a:lnTo>
                      <a:lnTo>
                        <a:pt x="432" y="671"/>
                      </a:lnTo>
                      <a:lnTo>
                        <a:pt x="405" y="673"/>
                      </a:lnTo>
                      <a:close/>
                      <a:moveTo>
                        <a:pt x="682" y="193"/>
                      </a:moveTo>
                      <a:lnTo>
                        <a:pt x="669" y="193"/>
                      </a:lnTo>
                      <a:lnTo>
                        <a:pt x="646" y="183"/>
                      </a:lnTo>
                      <a:lnTo>
                        <a:pt x="628" y="166"/>
                      </a:lnTo>
                      <a:lnTo>
                        <a:pt x="620" y="143"/>
                      </a:lnTo>
                      <a:lnTo>
                        <a:pt x="618" y="130"/>
                      </a:lnTo>
                      <a:lnTo>
                        <a:pt x="620" y="117"/>
                      </a:lnTo>
                      <a:lnTo>
                        <a:pt x="628" y="95"/>
                      </a:lnTo>
                      <a:lnTo>
                        <a:pt x="646" y="78"/>
                      </a:lnTo>
                      <a:lnTo>
                        <a:pt x="669" y="68"/>
                      </a:lnTo>
                      <a:lnTo>
                        <a:pt x="682" y="66"/>
                      </a:lnTo>
                      <a:lnTo>
                        <a:pt x="695" y="68"/>
                      </a:lnTo>
                      <a:lnTo>
                        <a:pt x="716" y="78"/>
                      </a:lnTo>
                      <a:lnTo>
                        <a:pt x="733" y="95"/>
                      </a:lnTo>
                      <a:lnTo>
                        <a:pt x="744" y="117"/>
                      </a:lnTo>
                      <a:lnTo>
                        <a:pt x="745" y="130"/>
                      </a:lnTo>
                      <a:lnTo>
                        <a:pt x="744" y="143"/>
                      </a:lnTo>
                      <a:lnTo>
                        <a:pt x="733" y="166"/>
                      </a:lnTo>
                      <a:lnTo>
                        <a:pt x="716" y="183"/>
                      </a:lnTo>
                      <a:lnTo>
                        <a:pt x="695" y="193"/>
                      </a:lnTo>
                      <a:lnTo>
                        <a:pt x="682" y="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9" name="Google Shape;479;p12"/>
                <p:cNvSpPr/>
                <p:nvPr/>
              </p:nvSpPr>
              <p:spPr>
                <a:xfrm>
                  <a:off x="1983" y="660"/>
                  <a:ext cx="103" cy="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" h="308" extrusionOk="0">
                      <a:moveTo>
                        <a:pt x="154" y="0"/>
                      </a:moveTo>
                      <a:lnTo>
                        <a:pt x="124" y="3"/>
                      </a:lnTo>
                      <a:lnTo>
                        <a:pt x="67" y="26"/>
                      </a:lnTo>
                      <a:lnTo>
                        <a:pt x="26" y="67"/>
                      </a:lnTo>
                      <a:lnTo>
                        <a:pt x="3" y="122"/>
                      </a:lnTo>
                      <a:lnTo>
                        <a:pt x="0" y="154"/>
                      </a:lnTo>
                      <a:lnTo>
                        <a:pt x="3" y="185"/>
                      </a:lnTo>
                      <a:lnTo>
                        <a:pt x="26" y="240"/>
                      </a:lnTo>
                      <a:lnTo>
                        <a:pt x="67" y="283"/>
                      </a:lnTo>
                      <a:lnTo>
                        <a:pt x="124" y="307"/>
                      </a:lnTo>
                      <a:lnTo>
                        <a:pt x="154" y="308"/>
                      </a:lnTo>
                      <a:lnTo>
                        <a:pt x="186" y="307"/>
                      </a:lnTo>
                      <a:lnTo>
                        <a:pt x="242" y="283"/>
                      </a:lnTo>
                      <a:lnTo>
                        <a:pt x="284" y="240"/>
                      </a:lnTo>
                      <a:lnTo>
                        <a:pt x="307" y="185"/>
                      </a:lnTo>
                      <a:lnTo>
                        <a:pt x="308" y="154"/>
                      </a:lnTo>
                      <a:lnTo>
                        <a:pt x="307" y="122"/>
                      </a:lnTo>
                      <a:lnTo>
                        <a:pt x="284" y="67"/>
                      </a:lnTo>
                      <a:lnTo>
                        <a:pt x="242" y="26"/>
                      </a:lnTo>
                      <a:lnTo>
                        <a:pt x="186" y="3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0" name="Google Shape;480;p12"/>
                <p:cNvSpPr/>
                <p:nvPr/>
              </p:nvSpPr>
              <p:spPr>
                <a:xfrm>
                  <a:off x="1747" y="423"/>
                  <a:ext cx="575" cy="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725" extrusionOk="0">
                      <a:moveTo>
                        <a:pt x="862" y="0"/>
                      </a:moveTo>
                      <a:lnTo>
                        <a:pt x="819" y="2"/>
                      </a:lnTo>
                      <a:lnTo>
                        <a:pt x="731" y="10"/>
                      </a:lnTo>
                      <a:lnTo>
                        <a:pt x="647" y="28"/>
                      </a:lnTo>
                      <a:lnTo>
                        <a:pt x="566" y="52"/>
                      </a:lnTo>
                      <a:lnTo>
                        <a:pt x="489" y="85"/>
                      </a:lnTo>
                      <a:lnTo>
                        <a:pt x="415" y="126"/>
                      </a:lnTo>
                      <a:lnTo>
                        <a:pt x="346" y="172"/>
                      </a:lnTo>
                      <a:lnTo>
                        <a:pt x="282" y="225"/>
                      </a:lnTo>
                      <a:lnTo>
                        <a:pt x="223" y="283"/>
                      </a:lnTo>
                      <a:lnTo>
                        <a:pt x="172" y="346"/>
                      </a:lnTo>
                      <a:lnTo>
                        <a:pt x="124" y="415"/>
                      </a:lnTo>
                      <a:lnTo>
                        <a:pt x="85" y="489"/>
                      </a:lnTo>
                      <a:lnTo>
                        <a:pt x="52" y="567"/>
                      </a:lnTo>
                      <a:lnTo>
                        <a:pt x="27" y="647"/>
                      </a:lnTo>
                      <a:lnTo>
                        <a:pt x="10" y="731"/>
                      </a:lnTo>
                      <a:lnTo>
                        <a:pt x="1" y="819"/>
                      </a:lnTo>
                      <a:lnTo>
                        <a:pt x="0" y="863"/>
                      </a:lnTo>
                      <a:lnTo>
                        <a:pt x="1" y="907"/>
                      </a:lnTo>
                      <a:lnTo>
                        <a:pt x="10" y="994"/>
                      </a:lnTo>
                      <a:lnTo>
                        <a:pt x="27" y="1078"/>
                      </a:lnTo>
                      <a:lnTo>
                        <a:pt x="52" y="1159"/>
                      </a:lnTo>
                      <a:lnTo>
                        <a:pt x="85" y="1237"/>
                      </a:lnTo>
                      <a:lnTo>
                        <a:pt x="124" y="1310"/>
                      </a:lnTo>
                      <a:lnTo>
                        <a:pt x="172" y="1379"/>
                      </a:lnTo>
                      <a:lnTo>
                        <a:pt x="223" y="1443"/>
                      </a:lnTo>
                      <a:lnTo>
                        <a:pt x="282" y="1502"/>
                      </a:lnTo>
                      <a:lnTo>
                        <a:pt x="346" y="1553"/>
                      </a:lnTo>
                      <a:lnTo>
                        <a:pt x="415" y="1601"/>
                      </a:lnTo>
                      <a:lnTo>
                        <a:pt x="489" y="1640"/>
                      </a:lnTo>
                      <a:lnTo>
                        <a:pt x="566" y="1673"/>
                      </a:lnTo>
                      <a:lnTo>
                        <a:pt x="647" y="1698"/>
                      </a:lnTo>
                      <a:lnTo>
                        <a:pt x="731" y="1715"/>
                      </a:lnTo>
                      <a:lnTo>
                        <a:pt x="819" y="1724"/>
                      </a:lnTo>
                      <a:lnTo>
                        <a:pt x="862" y="1725"/>
                      </a:lnTo>
                      <a:lnTo>
                        <a:pt x="907" y="1724"/>
                      </a:lnTo>
                      <a:lnTo>
                        <a:pt x="994" y="1715"/>
                      </a:lnTo>
                      <a:lnTo>
                        <a:pt x="1078" y="1698"/>
                      </a:lnTo>
                      <a:lnTo>
                        <a:pt x="1159" y="1673"/>
                      </a:lnTo>
                      <a:lnTo>
                        <a:pt x="1237" y="1640"/>
                      </a:lnTo>
                      <a:lnTo>
                        <a:pt x="1310" y="1601"/>
                      </a:lnTo>
                      <a:lnTo>
                        <a:pt x="1379" y="1553"/>
                      </a:lnTo>
                      <a:lnTo>
                        <a:pt x="1443" y="1502"/>
                      </a:lnTo>
                      <a:lnTo>
                        <a:pt x="1500" y="1443"/>
                      </a:lnTo>
                      <a:lnTo>
                        <a:pt x="1554" y="1379"/>
                      </a:lnTo>
                      <a:lnTo>
                        <a:pt x="1600" y="1310"/>
                      </a:lnTo>
                      <a:lnTo>
                        <a:pt x="1640" y="1237"/>
                      </a:lnTo>
                      <a:lnTo>
                        <a:pt x="1673" y="1159"/>
                      </a:lnTo>
                      <a:lnTo>
                        <a:pt x="1698" y="1078"/>
                      </a:lnTo>
                      <a:lnTo>
                        <a:pt x="1715" y="994"/>
                      </a:lnTo>
                      <a:lnTo>
                        <a:pt x="1724" y="907"/>
                      </a:lnTo>
                      <a:lnTo>
                        <a:pt x="1725" y="863"/>
                      </a:lnTo>
                      <a:lnTo>
                        <a:pt x="1724" y="819"/>
                      </a:lnTo>
                      <a:lnTo>
                        <a:pt x="1715" y="731"/>
                      </a:lnTo>
                      <a:lnTo>
                        <a:pt x="1698" y="647"/>
                      </a:lnTo>
                      <a:lnTo>
                        <a:pt x="1673" y="567"/>
                      </a:lnTo>
                      <a:lnTo>
                        <a:pt x="1640" y="489"/>
                      </a:lnTo>
                      <a:lnTo>
                        <a:pt x="1600" y="415"/>
                      </a:lnTo>
                      <a:lnTo>
                        <a:pt x="1554" y="346"/>
                      </a:lnTo>
                      <a:lnTo>
                        <a:pt x="1500" y="283"/>
                      </a:lnTo>
                      <a:lnTo>
                        <a:pt x="1443" y="225"/>
                      </a:lnTo>
                      <a:lnTo>
                        <a:pt x="1379" y="172"/>
                      </a:lnTo>
                      <a:lnTo>
                        <a:pt x="1310" y="126"/>
                      </a:lnTo>
                      <a:lnTo>
                        <a:pt x="1237" y="85"/>
                      </a:lnTo>
                      <a:lnTo>
                        <a:pt x="1159" y="52"/>
                      </a:lnTo>
                      <a:lnTo>
                        <a:pt x="1078" y="28"/>
                      </a:lnTo>
                      <a:lnTo>
                        <a:pt x="994" y="10"/>
                      </a:lnTo>
                      <a:lnTo>
                        <a:pt x="907" y="2"/>
                      </a:lnTo>
                      <a:lnTo>
                        <a:pt x="862" y="0"/>
                      </a:lnTo>
                      <a:close/>
                      <a:moveTo>
                        <a:pt x="1381" y="1123"/>
                      </a:moveTo>
                      <a:lnTo>
                        <a:pt x="1381" y="1149"/>
                      </a:lnTo>
                      <a:lnTo>
                        <a:pt x="1369" y="1201"/>
                      </a:lnTo>
                      <a:lnTo>
                        <a:pt x="1350" y="1247"/>
                      </a:lnTo>
                      <a:lnTo>
                        <a:pt x="1322" y="1288"/>
                      </a:lnTo>
                      <a:lnTo>
                        <a:pt x="1286" y="1324"/>
                      </a:lnTo>
                      <a:lnTo>
                        <a:pt x="1244" y="1352"/>
                      </a:lnTo>
                      <a:lnTo>
                        <a:pt x="1198" y="1372"/>
                      </a:lnTo>
                      <a:lnTo>
                        <a:pt x="1146" y="1383"/>
                      </a:lnTo>
                      <a:lnTo>
                        <a:pt x="1120" y="1383"/>
                      </a:lnTo>
                      <a:lnTo>
                        <a:pt x="605" y="1383"/>
                      </a:lnTo>
                      <a:lnTo>
                        <a:pt x="578" y="1383"/>
                      </a:lnTo>
                      <a:lnTo>
                        <a:pt x="527" y="1372"/>
                      </a:lnTo>
                      <a:lnTo>
                        <a:pt x="480" y="1352"/>
                      </a:lnTo>
                      <a:lnTo>
                        <a:pt x="438" y="1324"/>
                      </a:lnTo>
                      <a:lnTo>
                        <a:pt x="404" y="1288"/>
                      </a:lnTo>
                      <a:lnTo>
                        <a:pt x="375" y="1247"/>
                      </a:lnTo>
                      <a:lnTo>
                        <a:pt x="355" y="1201"/>
                      </a:lnTo>
                      <a:lnTo>
                        <a:pt x="344" y="1149"/>
                      </a:lnTo>
                      <a:lnTo>
                        <a:pt x="343" y="1123"/>
                      </a:lnTo>
                      <a:lnTo>
                        <a:pt x="343" y="608"/>
                      </a:lnTo>
                      <a:lnTo>
                        <a:pt x="344" y="581"/>
                      </a:lnTo>
                      <a:lnTo>
                        <a:pt x="355" y="531"/>
                      </a:lnTo>
                      <a:lnTo>
                        <a:pt x="375" y="483"/>
                      </a:lnTo>
                      <a:lnTo>
                        <a:pt x="404" y="441"/>
                      </a:lnTo>
                      <a:lnTo>
                        <a:pt x="438" y="407"/>
                      </a:lnTo>
                      <a:lnTo>
                        <a:pt x="480" y="378"/>
                      </a:lnTo>
                      <a:lnTo>
                        <a:pt x="527" y="358"/>
                      </a:lnTo>
                      <a:lnTo>
                        <a:pt x="578" y="348"/>
                      </a:lnTo>
                      <a:lnTo>
                        <a:pt x="605" y="346"/>
                      </a:lnTo>
                      <a:lnTo>
                        <a:pt x="1120" y="346"/>
                      </a:lnTo>
                      <a:lnTo>
                        <a:pt x="1146" y="348"/>
                      </a:lnTo>
                      <a:lnTo>
                        <a:pt x="1198" y="358"/>
                      </a:lnTo>
                      <a:lnTo>
                        <a:pt x="1244" y="378"/>
                      </a:lnTo>
                      <a:lnTo>
                        <a:pt x="1286" y="407"/>
                      </a:lnTo>
                      <a:lnTo>
                        <a:pt x="1322" y="441"/>
                      </a:lnTo>
                      <a:lnTo>
                        <a:pt x="1350" y="483"/>
                      </a:lnTo>
                      <a:lnTo>
                        <a:pt x="1369" y="531"/>
                      </a:lnTo>
                      <a:lnTo>
                        <a:pt x="1381" y="581"/>
                      </a:lnTo>
                      <a:lnTo>
                        <a:pt x="1381" y="608"/>
                      </a:lnTo>
                      <a:lnTo>
                        <a:pt x="1381" y="112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81" name="Google Shape;481;p12"/>
              <p:cNvSpPr/>
              <p:nvPr/>
            </p:nvSpPr>
            <p:spPr>
              <a:xfrm rot="5400000">
                <a:off x="11360858" y="343758"/>
                <a:ext cx="140525" cy="26670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617" extrusionOk="0">
                    <a:moveTo>
                      <a:pt x="711" y="92"/>
                    </a:moveTo>
                    <a:lnTo>
                      <a:pt x="586" y="92"/>
                    </a:lnTo>
                    <a:lnTo>
                      <a:pt x="586" y="0"/>
                    </a:lnTo>
                    <a:lnTo>
                      <a:pt x="258" y="0"/>
                    </a:lnTo>
                    <a:lnTo>
                      <a:pt x="258" y="92"/>
                    </a:lnTo>
                    <a:lnTo>
                      <a:pt x="140" y="92"/>
                    </a:lnTo>
                    <a:lnTo>
                      <a:pt x="111" y="95"/>
                    </a:lnTo>
                    <a:lnTo>
                      <a:pt x="61" y="117"/>
                    </a:lnTo>
                    <a:lnTo>
                      <a:pt x="23" y="154"/>
                    </a:lnTo>
                    <a:lnTo>
                      <a:pt x="1" y="205"/>
                    </a:lnTo>
                    <a:lnTo>
                      <a:pt x="0" y="233"/>
                    </a:lnTo>
                    <a:lnTo>
                      <a:pt x="0" y="1477"/>
                    </a:lnTo>
                    <a:lnTo>
                      <a:pt x="1" y="1506"/>
                    </a:lnTo>
                    <a:lnTo>
                      <a:pt x="23" y="1556"/>
                    </a:lnTo>
                    <a:lnTo>
                      <a:pt x="61" y="1594"/>
                    </a:lnTo>
                    <a:lnTo>
                      <a:pt x="111" y="1615"/>
                    </a:lnTo>
                    <a:lnTo>
                      <a:pt x="140" y="1617"/>
                    </a:lnTo>
                    <a:lnTo>
                      <a:pt x="711" y="1617"/>
                    </a:lnTo>
                    <a:lnTo>
                      <a:pt x="740" y="1615"/>
                    </a:lnTo>
                    <a:lnTo>
                      <a:pt x="790" y="1594"/>
                    </a:lnTo>
                    <a:lnTo>
                      <a:pt x="828" y="1556"/>
                    </a:lnTo>
                    <a:lnTo>
                      <a:pt x="850" y="1506"/>
                    </a:lnTo>
                    <a:lnTo>
                      <a:pt x="851" y="1477"/>
                    </a:lnTo>
                    <a:lnTo>
                      <a:pt x="851" y="233"/>
                    </a:lnTo>
                    <a:lnTo>
                      <a:pt x="850" y="205"/>
                    </a:lnTo>
                    <a:lnTo>
                      <a:pt x="828" y="154"/>
                    </a:lnTo>
                    <a:lnTo>
                      <a:pt x="790" y="117"/>
                    </a:lnTo>
                    <a:lnTo>
                      <a:pt x="740" y="95"/>
                    </a:lnTo>
                    <a:lnTo>
                      <a:pt x="711" y="92"/>
                    </a:lnTo>
                    <a:close/>
                    <a:moveTo>
                      <a:pt x="757" y="1477"/>
                    </a:moveTo>
                    <a:lnTo>
                      <a:pt x="757" y="1487"/>
                    </a:lnTo>
                    <a:lnTo>
                      <a:pt x="750" y="1503"/>
                    </a:lnTo>
                    <a:lnTo>
                      <a:pt x="737" y="1516"/>
                    </a:lnTo>
                    <a:lnTo>
                      <a:pt x="721" y="1523"/>
                    </a:lnTo>
                    <a:lnTo>
                      <a:pt x="711" y="1525"/>
                    </a:lnTo>
                    <a:lnTo>
                      <a:pt x="140" y="1525"/>
                    </a:lnTo>
                    <a:lnTo>
                      <a:pt x="131" y="1523"/>
                    </a:lnTo>
                    <a:lnTo>
                      <a:pt x="114" y="1516"/>
                    </a:lnTo>
                    <a:lnTo>
                      <a:pt x="101" y="1503"/>
                    </a:lnTo>
                    <a:lnTo>
                      <a:pt x="94" y="1487"/>
                    </a:lnTo>
                    <a:lnTo>
                      <a:pt x="94" y="1477"/>
                    </a:lnTo>
                    <a:lnTo>
                      <a:pt x="94" y="233"/>
                    </a:lnTo>
                    <a:lnTo>
                      <a:pt x="94" y="223"/>
                    </a:lnTo>
                    <a:lnTo>
                      <a:pt x="101" y="206"/>
                    </a:lnTo>
                    <a:lnTo>
                      <a:pt x="114" y="194"/>
                    </a:lnTo>
                    <a:lnTo>
                      <a:pt x="131" y="187"/>
                    </a:lnTo>
                    <a:lnTo>
                      <a:pt x="140" y="186"/>
                    </a:lnTo>
                    <a:lnTo>
                      <a:pt x="711" y="186"/>
                    </a:lnTo>
                    <a:lnTo>
                      <a:pt x="721" y="187"/>
                    </a:lnTo>
                    <a:lnTo>
                      <a:pt x="737" y="194"/>
                    </a:lnTo>
                    <a:lnTo>
                      <a:pt x="750" y="206"/>
                    </a:lnTo>
                    <a:lnTo>
                      <a:pt x="757" y="223"/>
                    </a:lnTo>
                    <a:lnTo>
                      <a:pt x="757" y="233"/>
                    </a:lnTo>
                    <a:lnTo>
                      <a:pt x="757" y="1477"/>
                    </a:lnTo>
                    <a:close/>
                    <a:moveTo>
                      <a:pt x="707" y="1468"/>
                    </a:moveTo>
                    <a:lnTo>
                      <a:pt x="144" y="1468"/>
                    </a:lnTo>
                    <a:lnTo>
                      <a:pt x="144" y="1264"/>
                    </a:lnTo>
                    <a:lnTo>
                      <a:pt x="707" y="1264"/>
                    </a:lnTo>
                    <a:lnTo>
                      <a:pt x="707" y="1468"/>
                    </a:lnTo>
                    <a:close/>
                    <a:moveTo>
                      <a:pt x="707" y="1213"/>
                    </a:moveTo>
                    <a:lnTo>
                      <a:pt x="144" y="1213"/>
                    </a:lnTo>
                    <a:lnTo>
                      <a:pt x="144" y="1009"/>
                    </a:lnTo>
                    <a:lnTo>
                      <a:pt x="707" y="1009"/>
                    </a:lnTo>
                    <a:lnTo>
                      <a:pt x="707" y="1213"/>
                    </a:lnTo>
                    <a:close/>
                    <a:moveTo>
                      <a:pt x="707" y="958"/>
                    </a:moveTo>
                    <a:lnTo>
                      <a:pt x="144" y="958"/>
                    </a:lnTo>
                    <a:lnTo>
                      <a:pt x="144" y="754"/>
                    </a:lnTo>
                    <a:lnTo>
                      <a:pt x="707" y="754"/>
                    </a:lnTo>
                    <a:lnTo>
                      <a:pt x="707" y="958"/>
                    </a:lnTo>
                    <a:close/>
                    <a:moveTo>
                      <a:pt x="707" y="703"/>
                    </a:moveTo>
                    <a:lnTo>
                      <a:pt x="144" y="703"/>
                    </a:lnTo>
                    <a:lnTo>
                      <a:pt x="144" y="499"/>
                    </a:lnTo>
                    <a:lnTo>
                      <a:pt x="707" y="499"/>
                    </a:lnTo>
                    <a:lnTo>
                      <a:pt x="707" y="703"/>
                    </a:lnTo>
                    <a:close/>
                    <a:moveTo>
                      <a:pt x="707" y="448"/>
                    </a:moveTo>
                    <a:lnTo>
                      <a:pt x="144" y="448"/>
                    </a:lnTo>
                    <a:lnTo>
                      <a:pt x="144" y="243"/>
                    </a:lnTo>
                    <a:lnTo>
                      <a:pt x="707" y="243"/>
                    </a:lnTo>
                    <a:lnTo>
                      <a:pt x="707" y="4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12"/>
              <p:cNvSpPr/>
              <p:nvPr/>
            </p:nvSpPr>
            <p:spPr>
              <a:xfrm>
                <a:off x="10885020" y="369386"/>
                <a:ext cx="454304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100%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12"/>
              <p:cNvSpPr/>
              <p:nvPr/>
            </p:nvSpPr>
            <p:spPr>
              <a:xfrm>
                <a:off x="10212196" y="406846"/>
                <a:ext cx="17980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293" extrusionOk="0">
                    <a:moveTo>
                      <a:pt x="2747" y="3607"/>
                    </a:moveTo>
                    <a:lnTo>
                      <a:pt x="2711" y="3609"/>
                    </a:lnTo>
                    <a:lnTo>
                      <a:pt x="2645" y="3622"/>
                    </a:lnTo>
                    <a:lnTo>
                      <a:pt x="2583" y="3649"/>
                    </a:lnTo>
                    <a:lnTo>
                      <a:pt x="2528" y="3685"/>
                    </a:lnTo>
                    <a:lnTo>
                      <a:pt x="2481" y="3733"/>
                    </a:lnTo>
                    <a:lnTo>
                      <a:pt x="2443" y="3787"/>
                    </a:lnTo>
                    <a:lnTo>
                      <a:pt x="2417" y="3848"/>
                    </a:lnTo>
                    <a:lnTo>
                      <a:pt x="2403" y="3916"/>
                    </a:lnTo>
                    <a:lnTo>
                      <a:pt x="2403" y="3950"/>
                    </a:lnTo>
                    <a:lnTo>
                      <a:pt x="2403" y="3986"/>
                    </a:lnTo>
                    <a:lnTo>
                      <a:pt x="2417" y="4052"/>
                    </a:lnTo>
                    <a:lnTo>
                      <a:pt x="2443" y="4114"/>
                    </a:lnTo>
                    <a:lnTo>
                      <a:pt x="2481" y="4169"/>
                    </a:lnTo>
                    <a:lnTo>
                      <a:pt x="2527" y="4215"/>
                    </a:lnTo>
                    <a:lnTo>
                      <a:pt x="2583" y="4253"/>
                    </a:lnTo>
                    <a:lnTo>
                      <a:pt x="2645" y="4279"/>
                    </a:lnTo>
                    <a:lnTo>
                      <a:pt x="2711" y="4293"/>
                    </a:lnTo>
                    <a:lnTo>
                      <a:pt x="2747" y="4293"/>
                    </a:lnTo>
                    <a:lnTo>
                      <a:pt x="2783" y="4293"/>
                    </a:lnTo>
                    <a:lnTo>
                      <a:pt x="2849" y="4279"/>
                    </a:lnTo>
                    <a:lnTo>
                      <a:pt x="2911" y="4253"/>
                    </a:lnTo>
                    <a:lnTo>
                      <a:pt x="2966" y="4215"/>
                    </a:lnTo>
                    <a:lnTo>
                      <a:pt x="3013" y="4169"/>
                    </a:lnTo>
                    <a:lnTo>
                      <a:pt x="3051" y="4114"/>
                    </a:lnTo>
                    <a:lnTo>
                      <a:pt x="3077" y="4052"/>
                    </a:lnTo>
                    <a:lnTo>
                      <a:pt x="3090" y="3986"/>
                    </a:lnTo>
                    <a:lnTo>
                      <a:pt x="3091" y="3950"/>
                    </a:lnTo>
                    <a:lnTo>
                      <a:pt x="3090" y="3916"/>
                    </a:lnTo>
                    <a:lnTo>
                      <a:pt x="3077" y="3848"/>
                    </a:lnTo>
                    <a:lnTo>
                      <a:pt x="3051" y="3787"/>
                    </a:lnTo>
                    <a:lnTo>
                      <a:pt x="3013" y="3733"/>
                    </a:lnTo>
                    <a:lnTo>
                      <a:pt x="2966" y="3685"/>
                    </a:lnTo>
                    <a:lnTo>
                      <a:pt x="2911" y="3648"/>
                    </a:lnTo>
                    <a:lnTo>
                      <a:pt x="2849" y="3622"/>
                    </a:lnTo>
                    <a:lnTo>
                      <a:pt x="2783" y="3609"/>
                    </a:lnTo>
                    <a:lnTo>
                      <a:pt x="2747" y="3607"/>
                    </a:lnTo>
                    <a:close/>
                    <a:moveTo>
                      <a:pt x="5399" y="1030"/>
                    </a:moveTo>
                    <a:lnTo>
                      <a:pt x="5332" y="968"/>
                    </a:lnTo>
                    <a:lnTo>
                      <a:pt x="5194" y="852"/>
                    </a:lnTo>
                    <a:lnTo>
                      <a:pt x="5050" y="741"/>
                    </a:lnTo>
                    <a:lnTo>
                      <a:pt x="4902" y="638"/>
                    </a:lnTo>
                    <a:lnTo>
                      <a:pt x="4749" y="542"/>
                    </a:lnTo>
                    <a:lnTo>
                      <a:pt x="4592" y="454"/>
                    </a:lnTo>
                    <a:lnTo>
                      <a:pt x="4431" y="373"/>
                    </a:lnTo>
                    <a:lnTo>
                      <a:pt x="4266" y="300"/>
                    </a:lnTo>
                    <a:lnTo>
                      <a:pt x="4098" y="235"/>
                    </a:lnTo>
                    <a:lnTo>
                      <a:pt x="3927" y="178"/>
                    </a:lnTo>
                    <a:lnTo>
                      <a:pt x="3751" y="127"/>
                    </a:lnTo>
                    <a:lnTo>
                      <a:pt x="3574" y="85"/>
                    </a:lnTo>
                    <a:lnTo>
                      <a:pt x="3394" y="52"/>
                    </a:lnTo>
                    <a:lnTo>
                      <a:pt x="3211" y="26"/>
                    </a:lnTo>
                    <a:lnTo>
                      <a:pt x="3026" y="10"/>
                    </a:lnTo>
                    <a:lnTo>
                      <a:pt x="2839" y="2"/>
                    </a:lnTo>
                    <a:lnTo>
                      <a:pt x="2746" y="0"/>
                    </a:lnTo>
                    <a:lnTo>
                      <a:pt x="2652" y="2"/>
                    </a:lnTo>
                    <a:lnTo>
                      <a:pt x="2466" y="10"/>
                    </a:lnTo>
                    <a:lnTo>
                      <a:pt x="2282" y="26"/>
                    </a:lnTo>
                    <a:lnTo>
                      <a:pt x="2099" y="52"/>
                    </a:lnTo>
                    <a:lnTo>
                      <a:pt x="1919" y="85"/>
                    </a:lnTo>
                    <a:lnTo>
                      <a:pt x="1740" y="127"/>
                    </a:lnTo>
                    <a:lnTo>
                      <a:pt x="1566" y="178"/>
                    </a:lnTo>
                    <a:lnTo>
                      <a:pt x="1395" y="235"/>
                    </a:lnTo>
                    <a:lnTo>
                      <a:pt x="1226" y="300"/>
                    </a:lnTo>
                    <a:lnTo>
                      <a:pt x="1060" y="373"/>
                    </a:lnTo>
                    <a:lnTo>
                      <a:pt x="899" y="454"/>
                    </a:lnTo>
                    <a:lnTo>
                      <a:pt x="742" y="542"/>
                    </a:lnTo>
                    <a:lnTo>
                      <a:pt x="590" y="638"/>
                    </a:lnTo>
                    <a:lnTo>
                      <a:pt x="441" y="741"/>
                    </a:lnTo>
                    <a:lnTo>
                      <a:pt x="299" y="852"/>
                    </a:lnTo>
                    <a:lnTo>
                      <a:pt x="160" y="970"/>
                    </a:lnTo>
                    <a:lnTo>
                      <a:pt x="93" y="1030"/>
                    </a:lnTo>
                    <a:lnTo>
                      <a:pt x="71" y="1053"/>
                    </a:lnTo>
                    <a:lnTo>
                      <a:pt x="35" y="1104"/>
                    </a:lnTo>
                    <a:lnTo>
                      <a:pt x="12" y="1157"/>
                    </a:lnTo>
                    <a:lnTo>
                      <a:pt x="0" y="1215"/>
                    </a:lnTo>
                    <a:lnTo>
                      <a:pt x="0" y="1272"/>
                    </a:lnTo>
                    <a:lnTo>
                      <a:pt x="12" y="1328"/>
                    </a:lnTo>
                    <a:lnTo>
                      <a:pt x="35" y="1383"/>
                    </a:lnTo>
                    <a:lnTo>
                      <a:pt x="71" y="1432"/>
                    </a:lnTo>
                    <a:lnTo>
                      <a:pt x="93" y="1455"/>
                    </a:lnTo>
                    <a:lnTo>
                      <a:pt x="117" y="1477"/>
                    </a:lnTo>
                    <a:lnTo>
                      <a:pt x="170" y="1510"/>
                    </a:lnTo>
                    <a:lnTo>
                      <a:pt x="228" y="1532"/>
                    </a:lnTo>
                    <a:lnTo>
                      <a:pt x="288" y="1543"/>
                    </a:lnTo>
                    <a:lnTo>
                      <a:pt x="319" y="1543"/>
                    </a:lnTo>
                    <a:lnTo>
                      <a:pt x="350" y="1543"/>
                    </a:lnTo>
                    <a:lnTo>
                      <a:pt x="411" y="1532"/>
                    </a:lnTo>
                    <a:lnTo>
                      <a:pt x="469" y="1510"/>
                    </a:lnTo>
                    <a:lnTo>
                      <a:pt x="522" y="1477"/>
                    </a:lnTo>
                    <a:lnTo>
                      <a:pt x="546" y="1455"/>
                    </a:lnTo>
                    <a:lnTo>
                      <a:pt x="601" y="1405"/>
                    </a:lnTo>
                    <a:lnTo>
                      <a:pt x="716" y="1308"/>
                    </a:lnTo>
                    <a:lnTo>
                      <a:pt x="834" y="1218"/>
                    </a:lnTo>
                    <a:lnTo>
                      <a:pt x="958" y="1134"/>
                    </a:lnTo>
                    <a:lnTo>
                      <a:pt x="1085" y="1056"/>
                    </a:lnTo>
                    <a:lnTo>
                      <a:pt x="1215" y="986"/>
                    </a:lnTo>
                    <a:lnTo>
                      <a:pt x="1349" y="922"/>
                    </a:lnTo>
                    <a:lnTo>
                      <a:pt x="1485" y="865"/>
                    </a:lnTo>
                    <a:lnTo>
                      <a:pt x="1625" y="813"/>
                    </a:lnTo>
                    <a:lnTo>
                      <a:pt x="1768" y="768"/>
                    </a:lnTo>
                    <a:lnTo>
                      <a:pt x="1985" y="712"/>
                    </a:lnTo>
                    <a:lnTo>
                      <a:pt x="2285" y="662"/>
                    </a:lnTo>
                    <a:lnTo>
                      <a:pt x="2590" y="636"/>
                    </a:lnTo>
                    <a:lnTo>
                      <a:pt x="2746" y="633"/>
                    </a:lnTo>
                    <a:lnTo>
                      <a:pt x="2901" y="636"/>
                    </a:lnTo>
                    <a:lnTo>
                      <a:pt x="3208" y="662"/>
                    </a:lnTo>
                    <a:lnTo>
                      <a:pt x="3506" y="712"/>
                    </a:lnTo>
                    <a:lnTo>
                      <a:pt x="3725" y="768"/>
                    </a:lnTo>
                    <a:lnTo>
                      <a:pt x="3868" y="813"/>
                    </a:lnTo>
                    <a:lnTo>
                      <a:pt x="4007" y="865"/>
                    </a:lnTo>
                    <a:lnTo>
                      <a:pt x="4144" y="922"/>
                    </a:lnTo>
                    <a:lnTo>
                      <a:pt x="4277" y="986"/>
                    </a:lnTo>
                    <a:lnTo>
                      <a:pt x="4408" y="1056"/>
                    </a:lnTo>
                    <a:lnTo>
                      <a:pt x="4534" y="1134"/>
                    </a:lnTo>
                    <a:lnTo>
                      <a:pt x="4657" y="1218"/>
                    </a:lnTo>
                    <a:lnTo>
                      <a:pt x="4776" y="1307"/>
                    </a:lnTo>
                    <a:lnTo>
                      <a:pt x="4890" y="1403"/>
                    </a:lnTo>
                    <a:lnTo>
                      <a:pt x="4946" y="1455"/>
                    </a:lnTo>
                    <a:lnTo>
                      <a:pt x="4969" y="1477"/>
                    </a:lnTo>
                    <a:lnTo>
                      <a:pt x="5023" y="1509"/>
                    </a:lnTo>
                    <a:lnTo>
                      <a:pt x="5082" y="1532"/>
                    </a:lnTo>
                    <a:lnTo>
                      <a:pt x="5142" y="1542"/>
                    </a:lnTo>
                    <a:lnTo>
                      <a:pt x="5203" y="1542"/>
                    </a:lnTo>
                    <a:lnTo>
                      <a:pt x="5263" y="1532"/>
                    </a:lnTo>
                    <a:lnTo>
                      <a:pt x="5322" y="1509"/>
                    </a:lnTo>
                    <a:lnTo>
                      <a:pt x="5375" y="1477"/>
                    </a:lnTo>
                    <a:lnTo>
                      <a:pt x="5399" y="1455"/>
                    </a:lnTo>
                    <a:lnTo>
                      <a:pt x="5422" y="1432"/>
                    </a:lnTo>
                    <a:lnTo>
                      <a:pt x="5456" y="1383"/>
                    </a:lnTo>
                    <a:lnTo>
                      <a:pt x="5481" y="1328"/>
                    </a:lnTo>
                    <a:lnTo>
                      <a:pt x="5492" y="1272"/>
                    </a:lnTo>
                    <a:lnTo>
                      <a:pt x="5492" y="1215"/>
                    </a:lnTo>
                    <a:lnTo>
                      <a:pt x="5481" y="1157"/>
                    </a:lnTo>
                    <a:lnTo>
                      <a:pt x="5456" y="1102"/>
                    </a:lnTo>
                    <a:lnTo>
                      <a:pt x="5422" y="1053"/>
                    </a:lnTo>
                    <a:lnTo>
                      <a:pt x="5399" y="1030"/>
                    </a:lnTo>
                    <a:close/>
                    <a:moveTo>
                      <a:pt x="2743" y="1202"/>
                    </a:moveTo>
                    <a:lnTo>
                      <a:pt x="2604" y="1203"/>
                    </a:lnTo>
                    <a:lnTo>
                      <a:pt x="2332" y="1230"/>
                    </a:lnTo>
                    <a:lnTo>
                      <a:pt x="2066" y="1282"/>
                    </a:lnTo>
                    <a:lnTo>
                      <a:pt x="1807" y="1360"/>
                    </a:lnTo>
                    <a:lnTo>
                      <a:pt x="1557" y="1462"/>
                    </a:lnTo>
                    <a:lnTo>
                      <a:pt x="1320" y="1589"/>
                    </a:lnTo>
                    <a:lnTo>
                      <a:pt x="1094" y="1739"/>
                    </a:lnTo>
                    <a:lnTo>
                      <a:pt x="882" y="1912"/>
                    </a:lnTo>
                    <a:lnTo>
                      <a:pt x="782" y="2008"/>
                    </a:lnTo>
                    <a:lnTo>
                      <a:pt x="759" y="2033"/>
                    </a:lnTo>
                    <a:lnTo>
                      <a:pt x="722" y="2088"/>
                    </a:lnTo>
                    <a:lnTo>
                      <a:pt x="698" y="2148"/>
                    </a:lnTo>
                    <a:lnTo>
                      <a:pt x="686" y="2211"/>
                    </a:lnTo>
                    <a:lnTo>
                      <a:pt x="686" y="2275"/>
                    </a:lnTo>
                    <a:lnTo>
                      <a:pt x="698" y="2337"/>
                    </a:lnTo>
                    <a:lnTo>
                      <a:pt x="722" y="2397"/>
                    </a:lnTo>
                    <a:lnTo>
                      <a:pt x="759" y="2452"/>
                    </a:lnTo>
                    <a:lnTo>
                      <a:pt x="782" y="2478"/>
                    </a:lnTo>
                    <a:lnTo>
                      <a:pt x="808" y="2501"/>
                    </a:lnTo>
                    <a:lnTo>
                      <a:pt x="863" y="2537"/>
                    </a:lnTo>
                    <a:lnTo>
                      <a:pt x="924" y="2561"/>
                    </a:lnTo>
                    <a:lnTo>
                      <a:pt x="987" y="2574"/>
                    </a:lnTo>
                    <a:lnTo>
                      <a:pt x="1019" y="2576"/>
                    </a:lnTo>
                    <a:lnTo>
                      <a:pt x="1052" y="2574"/>
                    </a:lnTo>
                    <a:lnTo>
                      <a:pt x="1115" y="2561"/>
                    </a:lnTo>
                    <a:lnTo>
                      <a:pt x="1176" y="2537"/>
                    </a:lnTo>
                    <a:lnTo>
                      <a:pt x="1230" y="2501"/>
                    </a:lnTo>
                    <a:lnTo>
                      <a:pt x="1256" y="2478"/>
                    </a:lnTo>
                    <a:lnTo>
                      <a:pt x="1331" y="2404"/>
                    </a:lnTo>
                    <a:lnTo>
                      <a:pt x="1493" y="2272"/>
                    </a:lnTo>
                    <a:lnTo>
                      <a:pt x="1664" y="2155"/>
                    </a:lnTo>
                    <a:lnTo>
                      <a:pt x="1844" y="2056"/>
                    </a:lnTo>
                    <a:lnTo>
                      <a:pt x="2033" y="1974"/>
                    </a:lnTo>
                    <a:lnTo>
                      <a:pt x="2229" y="1910"/>
                    </a:lnTo>
                    <a:lnTo>
                      <a:pt x="2432" y="1869"/>
                    </a:lnTo>
                    <a:lnTo>
                      <a:pt x="2638" y="1847"/>
                    </a:lnTo>
                    <a:lnTo>
                      <a:pt x="2743" y="1844"/>
                    </a:lnTo>
                    <a:lnTo>
                      <a:pt x="2848" y="1847"/>
                    </a:lnTo>
                    <a:lnTo>
                      <a:pt x="3055" y="1869"/>
                    </a:lnTo>
                    <a:lnTo>
                      <a:pt x="3257" y="1910"/>
                    </a:lnTo>
                    <a:lnTo>
                      <a:pt x="3453" y="1974"/>
                    </a:lnTo>
                    <a:lnTo>
                      <a:pt x="3643" y="2056"/>
                    </a:lnTo>
                    <a:lnTo>
                      <a:pt x="3823" y="2155"/>
                    </a:lnTo>
                    <a:lnTo>
                      <a:pt x="3994" y="2272"/>
                    </a:lnTo>
                    <a:lnTo>
                      <a:pt x="4154" y="2404"/>
                    </a:lnTo>
                    <a:lnTo>
                      <a:pt x="4230" y="2478"/>
                    </a:lnTo>
                    <a:lnTo>
                      <a:pt x="4255" y="2501"/>
                    </a:lnTo>
                    <a:lnTo>
                      <a:pt x="4311" y="2537"/>
                    </a:lnTo>
                    <a:lnTo>
                      <a:pt x="4372" y="2561"/>
                    </a:lnTo>
                    <a:lnTo>
                      <a:pt x="4435" y="2574"/>
                    </a:lnTo>
                    <a:lnTo>
                      <a:pt x="4500" y="2574"/>
                    </a:lnTo>
                    <a:lnTo>
                      <a:pt x="4562" y="2561"/>
                    </a:lnTo>
                    <a:lnTo>
                      <a:pt x="4622" y="2537"/>
                    </a:lnTo>
                    <a:lnTo>
                      <a:pt x="4678" y="2501"/>
                    </a:lnTo>
                    <a:lnTo>
                      <a:pt x="4703" y="2478"/>
                    </a:lnTo>
                    <a:lnTo>
                      <a:pt x="4727" y="2452"/>
                    </a:lnTo>
                    <a:lnTo>
                      <a:pt x="4763" y="2397"/>
                    </a:lnTo>
                    <a:lnTo>
                      <a:pt x="4788" y="2337"/>
                    </a:lnTo>
                    <a:lnTo>
                      <a:pt x="4801" y="2275"/>
                    </a:lnTo>
                    <a:lnTo>
                      <a:pt x="4801" y="2211"/>
                    </a:lnTo>
                    <a:lnTo>
                      <a:pt x="4788" y="2148"/>
                    </a:lnTo>
                    <a:lnTo>
                      <a:pt x="4763" y="2088"/>
                    </a:lnTo>
                    <a:lnTo>
                      <a:pt x="4727" y="2033"/>
                    </a:lnTo>
                    <a:lnTo>
                      <a:pt x="4703" y="2008"/>
                    </a:lnTo>
                    <a:lnTo>
                      <a:pt x="4603" y="1912"/>
                    </a:lnTo>
                    <a:lnTo>
                      <a:pt x="4392" y="1739"/>
                    </a:lnTo>
                    <a:lnTo>
                      <a:pt x="4167" y="1589"/>
                    </a:lnTo>
                    <a:lnTo>
                      <a:pt x="3928" y="1462"/>
                    </a:lnTo>
                    <a:lnTo>
                      <a:pt x="3679" y="1360"/>
                    </a:lnTo>
                    <a:lnTo>
                      <a:pt x="3421" y="1282"/>
                    </a:lnTo>
                    <a:lnTo>
                      <a:pt x="3155" y="1230"/>
                    </a:lnTo>
                    <a:lnTo>
                      <a:pt x="2881" y="1203"/>
                    </a:lnTo>
                    <a:lnTo>
                      <a:pt x="2743" y="1202"/>
                    </a:lnTo>
                    <a:close/>
                    <a:moveTo>
                      <a:pt x="2746" y="2403"/>
                    </a:moveTo>
                    <a:lnTo>
                      <a:pt x="2668" y="2404"/>
                    </a:lnTo>
                    <a:lnTo>
                      <a:pt x="2514" y="2420"/>
                    </a:lnTo>
                    <a:lnTo>
                      <a:pt x="2362" y="2451"/>
                    </a:lnTo>
                    <a:lnTo>
                      <a:pt x="2217" y="2497"/>
                    </a:lnTo>
                    <a:lnTo>
                      <a:pt x="2076" y="2556"/>
                    </a:lnTo>
                    <a:lnTo>
                      <a:pt x="1940" y="2631"/>
                    </a:lnTo>
                    <a:lnTo>
                      <a:pt x="1814" y="2719"/>
                    </a:lnTo>
                    <a:lnTo>
                      <a:pt x="1694" y="2819"/>
                    </a:lnTo>
                    <a:lnTo>
                      <a:pt x="1637" y="2876"/>
                    </a:lnTo>
                    <a:lnTo>
                      <a:pt x="1615" y="2900"/>
                    </a:lnTo>
                    <a:lnTo>
                      <a:pt x="1580" y="2955"/>
                    </a:lnTo>
                    <a:lnTo>
                      <a:pt x="1557" y="3012"/>
                    </a:lnTo>
                    <a:lnTo>
                      <a:pt x="1546" y="3074"/>
                    </a:lnTo>
                    <a:lnTo>
                      <a:pt x="1546" y="3136"/>
                    </a:lnTo>
                    <a:lnTo>
                      <a:pt x="1557" y="3197"/>
                    </a:lnTo>
                    <a:lnTo>
                      <a:pt x="1580" y="3256"/>
                    </a:lnTo>
                    <a:lnTo>
                      <a:pt x="1615" y="3309"/>
                    </a:lnTo>
                    <a:lnTo>
                      <a:pt x="1637" y="3334"/>
                    </a:lnTo>
                    <a:lnTo>
                      <a:pt x="1661" y="3357"/>
                    </a:lnTo>
                    <a:lnTo>
                      <a:pt x="1713" y="3393"/>
                    </a:lnTo>
                    <a:lnTo>
                      <a:pt x="1769" y="3416"/>
                    </a:lnTo>
                    <a:lnTo>
                      <a:pt x="1830" y="3427"/>
                    </a:lnTo>
                    <a:lnTo>
                      <a:pt x="1860" y="3429"/>
                    </a:lnTo>
                    <a:lnTo>
                      <a:pt x="1890" y="3427"/>
                    </a:lnTo>
                    <a:lnTo>
                      <a:pt x="1949" y="3416"/>
                    </a:lnTo>
                    <a:lnTo>
                      <a:pt x="2005" y="3393"/>
                    </a:lnTo>
                    <a:lnTo>
                      <a:pt x="2057" y="3357"/>
                    </a:lnTo>
                    <a:lnTo>
                      <a:pt x="2082" y="3334"/>
                    </a:lnTo>
                    <a:lnTo>
                      <a:pt x="2115" y="3300"/>
                    </a:lnTo>
                    <a:lnTo>
                      <a:pt x="2187" y="3239"/>
                    </a:lnTo>
                    <a:lnTo>
                      <a:pt x="2263" y="3184"/>
                    </a:lnTo>
                    <a:lnTo>
                      <a:pt x="2344" y="3138"/>
                    </a:lnTo>
                    <a:lnTo>
                      <a:pt x="2429" y="3100"/>
                    </a:lnTo>
                    <a:lnTo>
                      <a:pt x="2517" y="3070"/>
                    </a:lnTo>
                    <a:lnTo>
                      <a:pt x="2607" y="3051"/>
                    </a:lnTo>
                    <a:lnTo>
                      <a:pt x="2699" y="3041"/>
                    </a:lnTo>
                    <a:lnTo>
                      <a:pt x="2746" y="3040"/>
                    </a:lnTo>
                    <a:lnTo>
                      <a:pt x="2793" y="3040"/>
                    </a:lnTo>
                    <a:lnTo>
                      <a:pt x="2885" y="3051"/>
                    </a:lnTo>
                    <a:lnTo>
                      <a:pt x="2976" y="3070"/>
                    </a:lnTo>
                    <a:lnTo>
                      <a:pt x="3064" y="3100"/>
                    </a:lnTo>
                    <a:lnTo>
                      <a:pt x="3147" y="3138"/>
                    </a:lnTo>
                    <a:lnTo>
                      <a:pt x="3228" y="3184"/>
                    </a:lnTo>
                    <a:lnTo>
                      <a:pt x="3304" y="3239"/>
                    </a:lnTo>
                    <a:lnTo>
                      <a:pt x="3376" y="3300"/>
                    </a:lnTo>
                    <a:lnTo>
                      <a:pt x="3411" y="3334"/>
                    </a:lnTo>
                    <a:lnTo>
                      <a:pt x="3434" y="3357"/>
                    </a:lnTo>
                    <a:lnTo>
                      <a:pt x="3487" y="3393"/>
                    </a:lnTo>
                    <a:lnTo>
                      <a:pt x="3543" y="3416"/>
                    </a:lnTo>
                    <a:lnTo>
                      <a:pt x="3603" y="3427"/>
                    </a:lnTo>
                    <a:lnTo>
                      <a:pt x="3663" y="3427"/>
                    </a:lnTo>
                    <a:lnTo>
                      <a:pt x="3722" y="3416"/>
                    </a:lnTo>
                    <a:lnTo>
                      <a:pt x="3780" y="3393"/>
                    </a:lnTo>
                    <a:lnTo>
                      <a:pt x="3832" y="3357"/>
                    </a:lnTo>
                    <a:lnTo>
                      <a:pt x="3855" y="3334"/>
                    </a:lnTo>
                    <a:lnTo>
                      <a:pt x="3878" y="3309"/>
                    </a:lnTo>
                    <a:lnTo>
                      <a:pt x="3912" y="3256"/>
                    </a:lnTo>
                    <a:lnTo>
                      <a:pt x="3934" y="3197"/>
                    </a:lnTo>
                    <a:lnTo>
                      <a:pt x="3945" y="3136"/>
                    </a:lnTo>
                    <a:lnTo>
                      <a:pt x="3945" y="3074"/>
                    </a:lnTo>
                    <a:lnTo>
                      <a:pt x="3934" y="3012"/>
                    </a:lnTo>
                    <a:lnTo>
                      <a:pt x="3912" y="2955"/>
                    </a:lnTo>
                    <a:lnTo>
                      <a:pt x="3878" y="2900"/>
                    </a:lnTo>
                    <a:lnTo>
                      <a:pt x="3855" y="2876"/>
                    </a:lnTo>
                    <a:lnTo>
                      <a:pt x="3798" y="2819"/>
                    </a:lnTo>
                    <a:lnTo>
                      <a:pt x="3679" y="2719"/>
                    </a:lnTo>
                    <a:lnTo>
                      <a:pt x="3551" y="2631"/>
                    </a:lnTo>
                    <a:lnTo>
                      <a:pt x="3417" y="2556"/>
                    </a:lnTo>
                    <a:lnTo>
                      <a:pt x="3276" y="2497"/>
                    </a:lnTo>
                    <a:lnTo>
                      <a:pt x="3130" y="2451"/>
                    </a:lnTo>
                    <a:lnTo>
                      <a:pt x="2979" y="2420"/>
                    </a:lnTo>
                    <a:lnTo>
                      <a:pt x="2825" y="2404"/>
                    </a:lnTo>
                    <a:lnTo>
                      <a:pt x="2746" y="24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12"/>
              <p:cNvSpPr/>
              <p:nvPr/>
            </p:nvSpPr>
            <p:spPr>
              <a:xfrm>
                <a:off x="9512757" y="369386"/>
                <a:ext cx="715178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PPTBIZCAM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5" name="Google Shape;485;p12"/>
            <p:cNvSpPr/>
            <p:nvPr/>
          </p:nvSpPr>
          <p:spPr>
            <a:xfrm>
              <a:off x="11377471" y="133570"/>
              <a:ext cx="176990" cy="176990"/>
            </a:xfrm>
            <a:prstGeom prst="ellipse">
              <a:avLst/>
            </a:prstGeom>
            <a:solidFill>
              <a:srgbClr val="90DA80"/>
            </a:solidFill>
            <a:ln>
              <a:noFill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6" name="Google Shape;486;p12"/>
            <p:cNvGrpSpPr/>
            <p:nvPr/>
          </p:nvGrpSpPr>
          <p:grpSpPr>
            <a:xfrm>
              <a:off x="653849" y="193034"/>
              <a:ext cx="343364" cy="344856"/>
              <a:chOff x="1157487" y="184451"/>
              <a:chExt cx="489882" cy="492010"/>
            </a:xfrm>
          </p:grpSpPr>
          <p:sp>
            <p:nvSpPr>
              <p:cNvPr id="487" name="Google Shape;487;p12"/>
              <p:cNvSpPr/>
              <p:nvPr/>
            </p:nvSpPr>
            <p:spPr>
              <a:xfrm>
                <a:off x="1157487" y="184454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12"/>
              <p:cNvSpPr/>
              <p:nvPr/>
            </p:nvSpPr>
            <p:spPr>
              <a:xfrm>
                <a:off x="1483366" y="184451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12"/>
              <p:cNvSpPr/>
              <p:nvPr/>
            </p:nvSpPr>
            <p:spPr>
              <a:xfrm>
                <a:off x="1319363" y="348454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12"/>
              <p:cNvSpPr/>
              <p:nvPr/>
            </p:nvSpPr>
            <p:spPr>
              <a:xfrm>
                <a:off x="1483366" y="348453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12"/>
              <p:cNvSpPr/>
              <p:nvPr/>
            </p:nvSpPr>
            <p:spPr>
              <a:xfrm>
                <a:off x="1157487" y="512458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12"/>
              <p:cNvSpPr/>
              <p:nvPr/>
            </p:nvSpPr>
            <p:spPr>
              <a:xfrm>
                <a:off x="1483366" y="512455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93" name="Google Shape;493;p12"/>
          <p:cNvSpPr txBox="1"/>
          <p:nvPr/>
        </p:nvSpPr>
        <p:spPr>
          <a:xfrm>
            <a:off x="1250732" y="1961147"/>
            <a:ext cx="825639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rPr>
              <a:t>데이터 확인 및 전처리 1</a:t>
            </a:r>
            <a:endParaRPr/>
          </a:p>
        </p:txBody>
      </p:sp>
      <p:sp>
        <p:nvSpPr>
          <p:cNvPr id="494" name="Google Shape;494;p12"/>
          <p:cNvSpPr txBox="1"/>
          <p:nvPr/>
        </p:nvSpPr>
        <p:spPr>
          <a:xfrm>
            <a:off x="722092" y="1862107"/>
            <a:ext cx="5040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495" name="Google Shape;495;p12"/>
          <p:cNvSpPr txBox="1"/>
          <p:nvPr/>
        </p:nvSpPr>
        <p:spPr>
          <a:xfrm>
            <a:off x="8709020" y="1168154"/>
            <a:ext cx="446449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rPr>
              <a:t>중립기사 -&gt;  0 으로 라벨링</a:t>
            </a:r>
            <a:endParaRPr sz="1600" b="1">
              <a:solidFill>
                <a:srgbClr val="323F4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rPr>
              <a:t>부정기사  -&gt; 1 으로 라벨링</a:t>
            </a:r>
            <a:endParaRPr sz="1600" b="1">
              <a:solidFill>
                <a:srgbClr val="323F4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rPr>
              <a:t>긍정 기사 -&gt; 2 으로 라벨링</a:t>
            </a:r>
            <a:endParaRPr sz="1600" b="1">
              <a:solidFill>
                <a:srgbClr val="323F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6" name="Google Shape;49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852" y="2859511"/>
            <a:ext cx="4448796" cy="3029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57764" y="4644489"/>
            <a:ext cx="5819707" cy="1690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09862" y="2120958"/>
            <a:ext cx="6468379" cy="2523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13"/>
          <p:cNvGrpSpPr/>
          <p:nvPr/>
        </p:nvGrpSpPr>
        <p:grpSpPr>
          <a:xfrm>
            <a:off x="150812" y="0"/>
            <a:ext cx="11890375" cy="6680200"/>
            <a:chOff x="150812" y="0"/>
            <a:chExt cx="11890375" cy="6680200"/>
          </a:xfrm>
        </p:grpSpPr>
        <p:sp>
          <p:nvSpPr>
            <p:cNvPr id="504" name="Google Shape;504;p13"/>
            <p:cNvSpPr/>
            <p:nvPr/>
          </p:nvSpPr>
          <p:spPr>
            <a:xfrm>
              <a:off x="150812" y="0"/>
              <a:ext cx="11890375" cy="6680200"/>
            </a:xfrm>
            <a:prstGeom prst="round2SameRect">
              <a:avLst>
                <a:gd name="adj1" fmla="val 0"/>
                <a:gd name="adj2" fmla="val 5079"/>
              </a:avLst>
            </a:prstGeom>
            <a:solidFill>
              <a:srgbClr val="E4F7F5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3"/>
            <p:cNvSpPr/>
            <p:nvPr/>
          </p:nvSpPr>
          <p:spPr>
            <a:xfrm>
              <a:off x="286543" y="0"/>
              <a:ext cx="11618912" cy="6509543"/>
            </a:xfrm>
            <a:prstGeom prst="round2SameRect">
              <a:avLst>
                <a:gd name="adj1" fmla="val 0"/>
                <a:gd name="adj2" fmla="val 3479"/>
              </a:avLst>
            </a:prstGeom>
            <a:solidFill>
              <a:schemeClr val="lt1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3"/>
            <p:cNvSpPr/>
            <p:nvPr/>
          </p:nvSpPr>
          <p:spPr>
            <a:xfrm>
              <a:off x="286544" y="0"/>
              <a:ext cx="11618912" cy="771525"/>
            </a:xfrm>
            <a:prstGeom prst="round2SameRect">
              <a:avLst>
                <a:gd name="adj1" fmla="val 0"/>
                <a:gd name="adj2" fmla="val 29630"/>
              </a:avLst>
            </a:prstGeom>
            <a:solidFill>
              <a:schemeClr val="lt1"/>
            </a:solidFill>
            <a:ln>
              <a:noFill/>
            </a:ln>
            <a:effectLst>
              <a:outerShdw blurRad="165100" dist="38100" dir="5400000" algn="t" rotWithShape="0">
                <a:srgbClr val="000000">
                  <a:alpha val="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4. 프로젝트 수행 결과</a:t>
              </a:r>
              <a:endParaRPr/>
            </a:p>
          </p:txBody>
        </p:sp>
        <p:grpSp>
          <p:nvGrpSpPr>
            <p:cNvPr id="507" name="Google Shape;507;p13"/>
            <p:cNvGrpSpPr/>
            <p:nvPr/>
          </p:nvGrpSpPr>
          <p:grpSpPr>
            <a:xfrm>
              <a:off x="11067369" y="185874"/>
              <a:ext cx="429876" cy="429876"/>
              <a:chOff x="215317" y="343634"/>
              <a:chExt cx="684000" cy="684000"/>
            </a:xfrm>
          </p:grpSpPr>
          <p:sp>
            <p:nvSpPr>
              <p:cNvPr id="508" name="Google Shape;508;p13"/>
              <p:cNvSpPr/>
              <p:nvPr/>
            </p:nvSpPr>
            <p:spPr>
              <a:xfrm>
                <a:off x="215317" y="343634"/>
                <a:ext cx="684000" cy="684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9F3FC"/>
                  </a:gs>
                  <a:gs pos="86000">
                    <a:srgbClr val="E9F3FC"/>
                  </a:gs>
                  <a:gs pos="100000">
                    <a:srgbClr val="4E5DA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542925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rgbClr val="323F4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09" name="Google Shape;509;p1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2555" y="386637"/>
                <a:ext cx="546554" cy="5465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10" name="Google Shape;510;p13"/>
            <p:cNvGrpSpPr/>
            <p:nvPr/>
          </p:nvGrpSpPr>
          <p:grpSpPr>
            <a:xfrm>
              <a:off x="8951163" y="320145"/>
              <a:ext cx="1550689" cy="169277"/>
              <a:chOff x="9512757" y="369386"/>
              <a:chExt cx="2051714" cy="223970"/>
            </a:xfrm>
          </p:grpSpPr>
          <p:grpSp>
            <p:nvGrpSpPr>
              <p:cNvPr id="511" name="Google Shape;511;p13"/>
              <p:cNvGrpSpPr/>
              <p:nvPr/>
            </p:nvGrpSpPr>
            <p:grpSpPr>
              <a:xfrm>
                <a:off x="10750964" y="406846"/>
                <a:ext cx="132372" cy="140525"/>
                <a:chOff x="4594" y="900"/>
                <a:chExt cx="276" cy="293"/>
              </a:xfrm>
            </p:grpSpPr>
            <p:sp>
              <p:nvSpPr>
                <p:cNvPr id="512" name="Google Shape;512;p13"/>
                <p:cNvSpPr/>
                <p:nvPr/>
              </p:nvSpPr>
              <p:spPr>
                <a:xfrm>
                  <a:off x="4594" y="900"/>
                  <a:ext cx="102" cy="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3" extrusionOk="0">
                      <a:moveTo>
                        <a:pt x="72" y="263"/>
                      </a:moveTo>
                      <a:lnTo>
                        <a:pt x="91" y="236"/>
                      </a:lnTo>
                      <a:lnTo>
                        <a:pt x="139" y="187"/>
                      </a:lnTo>
                      <a:lnTo>
                        <a:pt x="193" y="148"/>
                      </a:lnTo>
                      <a:lnTo>
                        <a:pt x="255" y="119"/>
                      </a:lnTo>
                      <a:lnTo>
                        <a:pt x="290" y="110"/>
                      </a:lnTo>
                      <a:lnTo>
                        <a:pt x="299" y="106"/>
                      </a:lnTo>
                      <a:lnTo>
                        <a:pt x="305" y="97"/>
                      </a:lnTo>
                      <a:lnTo>
                        <a:pt x="307" y="87"/>
                      </a:lnTo>
                      <a:lnTo>
                        <a:pt x="303" y="77"/>
                      </a:lnTo>
                      <a:lnTo>
                        <a:pt x="292" y="60"/>
                      </a:lnTo>
                      <a:lnTo>
                        <a:pt x="263" y="33"/>
                      </a:lnTo>
                      <a:lnTo>
                        <a:pt x="227" y="13"/>
                      </a:lnTo>
                      <a:lnTo>
                        <a:pt x="186" y="1"/>
                      </a:lnTo>
                      <a:lnTo>
                        <a:pt x="165" y="0"/>
                      </a:lnTo>
                      <a:lnTo>
                        <a:pt x="131" y="3"/>
                      </a:lnTo>
                      <a:lnTo>
                        <a:pt x="72" y="27"/>
                      </a:lnTo>
                      <a:lnTo>
                        <a:pt x="27" y="72"/>
                      </a:lnTo>
                      <a:lnTo>
                        <a:pt x="3" y="131"/>
                      </a:lnTo>
                      <a:lnTo>
                        <a:pt x="0" y="164"/>
                      </a:lnTo>
                      <a:lnTo>
                        <a:pt x="1" y="192"/>
                      </a:lnTo>
                      <a:lnTo>
                        <a:pt x="20" y="243"/>
                      </a:lnTo>
                      <a:lnTo>
                        <a:pt x="36" y="266"/>
                      </a:lnTo>
                      <a:lnTo>
                        <a:pt x="43" y="273"/>
                      </a:lnTo>
                      <a:lnTo>
                        <a:pt x="53" y="273"/>
                      </a:lnTo>
                      <a:lnTo>
                        <a:pt x="65" y="271"/>
                      </a:lnTo>
                      <a:lnTo>
                        <a:pt x="72" y="2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3" name="Google Shape;513;p13"/>
                <p:cNvSpPr/>
                <p:nvPr/>
              </p:nvSpPr>
              <p:spPr>
                <a:xfrm>
                  <a:off x="4768" y="900"/>
                  <a:ext cx="102" cy="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1" extrusionOk="0">
                      <a:moveTo>
                        <a:pt x="143" y="0"/>
                      </a:moveTo>
                      <a:lnTo>
                        <a:pt x="121" y="1"/>
                      </a:lnTo>
                      <a:lnTo>
                        <a:pt x="81" y="11"/>
                      </a:lnTo>
                      <a:lnTo>
                        <a:pt x="46" y="31"/>
                      </a:lnTo>
                      <a:lnTo>
                        <a:pt x="16" y="60"/>
                      </a:lnTo>
                      <a:lnTo>
                        <a:pt x="4" y="76"/>
                      </a:lnTo>
                      <a:lnTo>
                        <a:pt x="0" y="86"/>
                      </a:lnTo>
                      <a:lnTo>
                        <a:pt x="3" y="96"/>
                      </a:lnTo>
                      <a:lnTo>
                        <a:pt x="9" y="106"/>
                      </a:lnTo>
                      <a:lnTo>
                        <a:pt x="19" y="110"/>
                      </a:lnTo>
                      <a:lnTo>
                        <a:pt x="52" y="119"/>
                      </a:lnTo>
                      <a:lnTo>
                        <a:pt x="115" y="148"/>
                      </a:lnTo>
                      <a:lnTo>
                        <a:pt x="170" y="187"/>
                      </a:lnTo>
                      <a:lnTo>
                        <a:pt x="218" y="234"/>
                      </a:lnTo>
                      <a:lnTo>
                        <a:pt x="237" y="261"/>
                      </a:lnTo>
                      <a:lnTo>
                        <a:pt x="245" y="270"/>
                      </a:lnTo>
                      <a:lnTo>
                        <a:pt x="255" y="271"/>
                      </a:lnTo>
                      <a:lnTo>
                        <a:pt x="266" y="270"/>
                      </a:lnTo>
                      <a:lnTo>
                        <a:pt x="274" y="263"/>
                      </a:lnTo>
                      <a:lnTo>
                        <a:pt x="289" y="241"/>
                      </a:lnTo>
                      <a:lnTo>
                        <a:pt x="306" y="191"/>
                      </a:lnTo>
                      <a:lnTo>
                        <a:pt x="307" y="164"/>
                      </a:lnTo>
                      <a:lnTo>
                        <a:pt x="306" y="131"/>
                      </a:lnTo>
                      <a:lnTo>
                        <a:pt x="280" y="72"/>
                      </a:lnTo>
                      <a:lnTo>
                        <a:pt x="235" y="27"/>
                      </a:lnTo>
                      <a:lnTo>
                        <a:pt x="178" y="3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4" name="Google Shape;514;p13"/>
                <p:cNvSpPr/>
                <p:nvPr/>
              </p:nvSpPr>
              <p:spPr>
                <a:xfrm>
                  <a:off x="4612" y="947"/>
                  <a:ext cx="241" cy="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37" extrusionOk="0">
                      <a:moveTo>
                        <a:pt x="725" y="361"/>
                      </a:moveTo>
                      <a:lnTo>
                        <a:pt x="722" y="313"/>
                      </a:lnTo>
                      <a:lnTo>
                        <a:pt x="699" y="225"/>
                      </a:lnTo>
                      <a:lnTo>
                        <a:pt x="679" y="187"/>
                      </a:lnTo>
                      <a:lnTo>
                        <a:pt x="659" y="151"/>
                      </a:lnTo>
                      <a:lnTo>
                        <a:pt x="604" y="90"/>
                      </a:lnTo>
                      <a:lnTo>
                        <a:pt x="536" y="44"/>
                      </a:lnTo>
                      <a:lnTo>
                        <a:pt x="459" y="13"/>
                      </a:lnTo>
                      <a:lnTo>
                        <a:pt x="418" y="4"/>
                      </a:lnTo>
                      <a:lnTo>
                        <a:pt x="390" y="1"/>
                      </a:lnTo>
                      <a:lnTo>
                        <a:pt x="363" y="0"/>
                      </a:lnTo>
                      <a:lnTo>
                        <a:pt x="334" y="1"/>
                      </a:lnTo>
                      <a:lnTo>
                        <a:pt x="305" y="5"/>
                      </a:lnTo>
                      <a:lnTo>
                        <a:pt x="263" y="13"/>
                      </a:lnTo>
                      <a:lnTo>
                        <a:pt x="187" y="44"/>
                      </a:lnTo>
                      <a:lnTo>
                        <a:pt x="120" y="92"/>
                      </a:lnTo>
                      <a:lnTo>
                        <a:pt x="67" y="152"/>
                      </a:lnTo>
                      <a:lnTo>
                        <a:pt x="45" y="188"/>
                      </a:lnTo>
                      <a:lnTo>
                        <a:pt x="25" y="227"/>
                      </a:lnTo>
                      <a:lnTo>
                        <a:pt x="3" y="313"/>
                      </a:lnTo>
                      <a:lnTo>
                        <a:pt x="0" y="361"/>
                      </a:lnTo>
                      <a:lnTo>
                        <a:pt x="2" y="399"/>
                      </a:lnTo>
                      <a:lnTo>
                        <a:pt x="19" y="476"/>
                      </a:lnTo>
                      <a:lnTo>
                        <a:pt x="51" y="543"/>
                      </a:lnTo>
                      <a:lnTo>
                        <a:pt x="96" y="604"/>
                      </a:lnTo>
                      <a:lnTo>
                        <a:pt x="123" y="630"/>
                      </a:lnTo>
                      <a:lnTo>
                        <a:pt x="93" y="673"/>
                      </a:lnTo>
                      <a:lnTo>
                        <a:pt x="84" y="687"/>
                      </a:lnTo>
                      <a:lnTo>
                        <a:pt x="90" y="719"/>
                      </a:lnTo>
                      <a:lnTo>
                        <a:pt x="103" y="729"/>
                      </a:lnTo>
                      <a:lnTo>
                        <a:pt x="113" y="736"/>
                      </a:lnTo>
                      <a:lnTo>
                        <a:pt x="126" y="737"/>
                      </a:lnTo>
                      <a:lnTo>
                        <a:pt x="136" y="736"/>
                      </a:lnTo>
                      <a:lnTo>
                        <a:pt x="153" y="727"/>
                      </a:lnTo>
                      <a:lnTo>
                        <a:pt x="159" y="720"/>
                      </a:lnTo>
                      <a:lnTo>
                        <a:pt x="189" y="677"/>
                      </a:lnTo>
                      <a:lnTo>
                        <a:pt x="230" y="696"/>
                      </a:lnTo>
                      <a:lnTo>
                        <a:pt x="316" y="719"/>
                      </a:lnTo>
                      <a:lnTo>
                        <a:pt x="363" y="720"/>
                      </a:lnTo>
                      <a:lnTo>
                        <a:pt x="409" y="719"/>
                      </a:lnTo>
                      <a:lnTo>
                        <a:pt x="495" y="696"/>
                      </a:lnTo>
                      <a:lnTo>
                        <a:pt x="536" y="677"/>
                      </a:lnTo>
                      <a:lnTo>
                        <a:pt x="566" y="720"/>
                      </a:lnTo>
                      <a:lnTo>
                        <a:pt x="572" y="727"/>
                      </a:lnTo>
                      <a:lnTo>
                        <a:pt x="589" y="736"/>
                      </a:lnTo>
                      <a:lnTo>
                        <a:pt x="599" y="737"/>
                      </a:lnTo>
                      <a:lnTo>
                        <a:pt x="612" y="736"/>
                      </a:lnTo>
                      <a:lnTo>
                        <a:pt x="622" y="729"/>
                      </a:lnTo>
                      <a:lnTo>
                        <a:pt x="635" y="719"/>
                      </a:lnTo>
                      <a:lnTo>
                        <a:pt x="640" y="687"/>
                      </a:lnTo>
                      <a:lnTo>
                        <a:pt x="633" y="673"/>
                      </a:lnTo>
                      <a:lnTo>
                        <a:pt x="602" y="630"/>
                      </a:lnTo>
                      <a:lnTo>
                        <a:pt x="630" y="604"/>
                      </a:lnTo>
                      <a:lnTo>
                        <a:pt x="674" y="543"/>
                      </a:lnTo>
                      <a:lnTo>
                        <a:pt x="706" y="476"/>
                      </a:lnTo>
                      <a:lnTo>
                        <a:pt x="723" y="399"/>
                      </a:lnTo>
                      <a:lnTo>
                        <a:pt x="725" y="361"/>
                      </a:lnTo>
                      <a:close/>
                      <a:moveTo>
                        <a:pt x="363" y="619"/>
                      </a:moveTo>
                      <a:lnTo>
                        <a:pt x="335" y="619"/>
                      </a:lnTo>
                      <a:lnTo>
                        <a:pt x="285" y="608"/>
                      </a:lnTo>
                      <a:lnTo>
                        <a:pt x="239" y="589"/>
                      </a:lnTo>
                      <a:lnTo>
                        <a:pt x="197" y="561"/>
                      </a:lnTo>
                      <a:lnTo>
                        <a:pt x="161" y="526"/>
                      </a:lnTo>
                      <a:lnTo>
                        <a:pt x="133" y="484"/>
                      </a:lnTo>
                      <a:lnTo>
                        <a:pt x="113" y="438"/>
                      </a:lnTo>
                      <a:lnTo>
                        <a:pt x="103" y="386"/>
                      </a:lnTo>
                      <a:lnTo>
                        <a:pt x="101" y="361"/>
                      </a:lnTo>
                      <a:lnTo>
                        <a:pt x="103" y="328"/>
                      </a:lnTo>
                      <a:lnTo>
                        <a:pt x="120" y="266"/>
                      </a:lnTo>
                      <a:lnTo>
                        <a:pt x="133" y="237"/>
                      </a:lnTo>
                      <a:lnTo>
                        <a:pt x="149" y="211"/>
                      </a:lnTo>
                      <a:lnTo>
                        <a:pt x="188" y="166"/>
                      </a:lnTo>
                      <a:lnTo>
                        <a:pt x="237" y="133"/>
                      </a:lnTo>
                      <a:lnTo>
                        <a:pt x="292" y="110"/>
                      </a:lnTo>
                      <a:lnTo>
                        <a:pt x="322" y="105"/>
                      </a:lnTo>
                      <a:lnTo>
                        <a:pt x="342" y="102"/>
                      </a:lnTo>
                      <a:lnTo>
                        <a:pt x="363" y="100"/>
                      </a:lnTo>
                      <a:lnTo>
                        <a:pt x="381" y="102"/>
                      </a:lnTo>
                      <a:lnTo>
                        <a:pt x="400" y="103"/>
                      </a:lnTo>
                      <a:lnTo>
                        <a:pt x="431" y="109"/>
                      </a:lnTo>
                      <a:lnTo>
                        <a:pt x="487" y="132"/>
                      </a:lnTo>
                      <a:lnTo>
                        <a:pt x="536" y="166"/>
                      </a:lnTo>
                      <a:lnTo>
                        <a:pt x="576" y="211"/>
                      </a:lnTo>
                      <a:lnTo>
                        <a:pt x="592" y="237"/>
                      </a:lnTo>
                      <a:lnTo>
                        <a:pt x="605" y="264"/>
                      </a:lnTo>
                      <a:lnTo>
                        <a:pt x="622" y="328"/>
                      </a:lnTo>
                      <a:lnTo>
                        <a:pt x="624" y="361"/>
                      </a:lnTo>
                      <a:lnTo>
                        <a:pt x="622" y="386"/>
                      </a:lnTo>
                      <a:lnTo>
                        <a:pt x="612" y="438"/>
                      </a:lnTo>
                      <a:lnTo>
                        <a:pt x="592" y="484"/>
                      </a:lnTo>
                      <a:lnTo>
                        <a:pt x="563" y="526"/>
                      </a:lnTo>
                      <a:lnTo>
                        <a:pt x="529" y="561"/>
                      </a:lnTo>
                      <a:lnTo>
                        <a:pt x="487" y="589"/>
                      </a:lnTo>
                      <a:lnTo>
                        <a:pt x="441" y="608"/>
                      </a:lnTo>
                      <a:lnTo>
                        <a:pt x="389" y="619"/>
                      </a:lnTo>
                      <a:lnTo>
                        <a:pt x="363" y="6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5" name="Google Shape;515;p13"/>
                <p:cNvSpPr/>
                <p:nvPr/>
              </p:nvSpPr>
              <p:spPr>
                <a:xfrm>
                  <a:off x="4716" y="1006"/>
                  <a:ext cx="7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98" extrusionOk="0">
                      <a:moveTo>
                        <a:pt x="194" y="245"/>
                      </a:moveTo>
                      <a:lnTo>
                        <a:pt x="95" y="183"/>
                      </a:lnTo>
                      <a:lnTo>
                        <a:pt x="91" y="167"/>
                      </a:lnTo>
                      <a:lnTo>
                        <a:pt x="78" y="156"/>
                      </a:lnTo>
                      <a:lnTo>
                        <a:pt x="83" y="31"/>
                      </a:lnTo>
                      <a:lnTo>
                        <a:pt x="82" y="19"/>
                      </a:lnTo>
                      <a:lnTo>
                        <a:pt x="66" y="3"/>
                      </a:lnTo>
                      <a:lnTo>
                        <a:pt x="54" y="0"/>
                      </a:lnTo>
                      <a:lnTo>
                        <a:pt x="43" y="2"/>
                      </a:lnTo>
                      <a:lnTo>
                        <a:pt x="27" y="18"/>
                      </a:lnTo>
                      <a:lnTo>
                        <a:pt x="26" y="29"/>
                      </a:lnTo>
                      <a:lnTo>
                        <a:pt x="20" y="153"/>
                      </a:lnTo>
                      <a:lnTo>
                        <a:pt x="11" y="160"/>
                      </a:lnTo>
                      <a:lnTo>
                        <a:pt x="1" y="180"/>
                      </a:lnTo>
                      <a:lnTo>
                        <a:pt x="0" y="192"/>
                      </a:lnTo>
                      <a:lnTo>
                        <a:pt x="1" y="202"/>
                      </a:lnTo>
                      <a:lnTo>
                        <a:pt x="8" y="219"/>
                      </a:lnTo>
                      <a:lnTo>
                        <a:pt x="21" y="232"/>
                      </a:lnTo>
                      <a:lnTo>
                        <a:pt x="39" y="239"/>
                      </a:lnTo>
                      <a:lnTo>
                        <a:pt x="49" y="241"/>
                      </a:lnTo>
                      <a:lnTo>
                        <a:pt x="59" y="239"/>
                      </a:lnTo>
                      <a:lnTo>
                        <a:pt x="69" y="235"/>
                      </a:lnTo>
                      <a:lnTo>
                        <a:pt x="164" y="294"/>
                      </a:lnTo>
                      <a:lnTo>
                        <a:pt x="171" y="298"/>
                      </a:lnTo>
                      <a:lnTo>
                        <a:pt x="180" y="298"/>
                      </a:lnTo>
                      <a:lnTo>
                        <a:pt x="187" y="298"/>
                      </a:lnTo>
                      <a:lnTo>
                        <a:pt x="199" y="291"/>
                      </a:lnTo>
                      <a:lnTo>
                        <a:pt x="205" y="285"/>
                      </a:lnTo>
                      <a:lnTo>
                        <a:pt x="209" y="274"/>
                      </a:lnTo>
                      <a:lnTo>
                        <a:pt x="203" y="252"/>
                      </a:lnTo>
                      <a:lnTo>
                        <a:pt x="194" y="2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16" name="Google Shape;516;p13"/>
              <p:cNvGrpSpPr/>
              <p:nvPr/>
            </p:nvGrpSpPr>
            <p:grpSpPr>
              <a:xfrm>
                <a:off x="10506302" y="406846"/>
                <a:ext cx="140525" cy="140525"/>
                <a:chOff x="1747" y="423"/>
                <a:chExt cx="575" cy="575"/>
              </a:xfrm>
            </p:grpSpPr>
            <p:sp>
              <p:nvSpPr>
                <p:cNvPr id="517" name="Google Shape;517;p13"/>
                <p:cNvSpPr/>
                <p:nvPr/>
              </p:nvSpPr>
              <p:spPr>
                <a:xfrm>
                  <a:off x="1899" y="577"/>
                  <a:ext cx="271" cy="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811" extrusionOk="0">
                      <a:moveTo>
                        <a:pt x="663" y="0"/>
                      </a:moveTo>
                      <a:lnTo>
                        <a:pt x="148" y="0"/>
                      </a:lnTo>
                      <a:lnTo>
                        <a:pt x="118" y="1"/>
                      </a:lnTo>
                      <a:lnTo>
                        <a:pt x="65" y="24"/>
                      </a:lnTo>
                      <a:lnTo>
                        <a:pt x="24" y="65"/>
                      </a:lnTo>
                      <a:lnTo>
                        <a:pt x="1" y="118"/>
                      </a:lnTo>
                      <a:lnTo>
                        <a:pt x="0" y="148"/>
                      </a:lnTo>
                      <a:lnTo>
                        <a:pt x="0" y="663"/>
                      </a:lnTo>
                      <a:lnTo>
                        <a:pt x="1" y="693"/>
                      </a:lnTo>
                      <a:lnTo>
                        <a:pt x="24" y="746"/>
                      </a:lnTo>
                      <a:lnTo>
                        <a:pt x="65" y="787"/>
                      </a:lnTo>
                      <a:lnTo>
                        <a:pt x="118" y="808"/>
                      </a:lnTo>
                      <a:lnTo>
                        <a:pt x="148" y="811"/>
                      </a:lnTo>
                      <a:lnTo>
                        <a:pt x="663" y="811"/>
                      </a:lnTo>
                      <a:lnTo>
                        <a:pt x="693" y="808"/>
                      </a:lnTo>
                      <a:lnTo>
                        <a:pt x="746" y="787"/>
                      </a:lnTo>
                      <a:lnTo>
                        <a:pt x="787" y="746"/>
                      </a:lnTo>
                      <a:lnTo>
                        <a:pt x="810" y="693"/>
                      </a:lnTo>
                      <a:lnTo>
                        <a:pt x="811" y="663"/>
                      </a:lnTo>
                      <a:lnTo>
                        <a:pt x="811" y="148"/>
                      </a:lnTo>
                      <a:lnTo>
                        <a:pt x="810" y="118"/>
                      </a:lnTo>
                      <a:lnTo>
                        <a:pt x="787" y="65"/>
                      </a:lnTo>
                      <a:lnTo>
                        <a:pt x="746" y="24"/>
                      </a:lnTo>
                      <a:lnTo>
                        <a:pt x="693" y="1"/>
                      </a:lnTo>
                      <a:lnTo>
                        <a:pt x="663" y="0"/>
                      </a:lnTo>
                      <a:close/>
                      <a:moveTo>
                        <a:pt x="405" y="673"/>
                      </a:moveTo>
                      <a:lnTo>
                        <a:pt x="377" y="671"/>
                      </a:lnTo>
                      <a:lnTo>
                        <a:pt x="326" y="661"/>
                      </a:lnTo>
                      <a:lnTo>
                        <a:pt x="278" y="640"/>
                      </a:lnTo>
                      <a:lnTo>
                        <a:pt x="235" y="611"/>
                      </a:lnTo>
                      <a:lnTo>
                        <a:pt x="199" y="575"/>
                      </a:lnTo>
                      <a:lnTo>
                        <a:pt x="170" y="533"/>
                      </a:lnTo>
                      <a:lnTo>
                        <a:pt x="150" y="484"/>
                      </a:lnTo>
                      <a:lnTo>
                        <a:pt x="140" y="432"/>
                      </a:lnTo>
                      <a:lnTo>
                        <a:pt x="138" y="405"/>
                      </a:lnTo>
                      <a:lnTo>
                        <a:pt x="140" y="377"/>
                      </a:lnTo>
                      <a:lnTo>
                        <a:pt x="150" y="326"/>
                      </a:lnTo>
                      <a:lnTo>
                        <a:pt x="170" y="278"/>
                      </a:lnTo>
                      <a:lnTo>
                        <a:pt x="199" y="235"/>
                      </a:lnTo>
                      <a:lnTo>
                        <a:pt x="235" y="199"/>
                      </a:lnTo>
                      <a:lnTo>
                        <a:pt x="278" y="170"/>
                      </a:lnTo>
                      <a:lnTo>
                        <a:pt x="326" y="150"/>
                      </a:lnTo>
                      <a:lnTo>
                        <a:pt x="377" y="138"/>
                      </a:lnTo>
                      <a:lnTo>
                        <a:pt x="405" y="138"/>
                      </a:lnTo>
                      <a:lnTo>
                        <a:pt x="432" y="138"/>
                      </a:lnTo>
                      <a:lnTo>
                        <a:pt x="486" y="150"/>
                      </a:lnTo>
                      <a:lnTo>
                        <a:pt x="533" y="170"/>
                      </a:lnTo>
                      <a:lnTo>
                        <a:pt x="575" y="199"/>
                      </a:lnTo>
                      <a:lnTo>
                        <a:pt x="612" y="235"/>
                      </a:lnTo>
                      <a:lnTo>
                        <a:pt x="641" y="278"/>
                      </a:lnTo>
                      <a:lnTo>
                        <a:pt x="661" y="326"/>
                      </a:lnTo>
                      <a:lnTo>
                        <a:pt x="671" y="377"/>
                      </a:lnTo>
                      <a:lnTo>
                        <a:pt x="673" y="405"/>
                      </a:lnTo>
                      <a:lnTo>
                        <a:pt x="671" y="432"/>
                      </a:lnTo>
                      <a:lnTo>
                        <a:pt x="661" y="484"/>
                      </a:lnTo>
                      <a:lnTo>
                        <a:pt x="641" y="533"/>
                      </a:lnTo>
                      <a:lnTo>
                        <a:pt x="612" y="575"/>
                      </a:lnTo>
                      <a:lnTo>
                        <a:pt x="575" y="611"/>
                      </a:lnTo>
                      <a:lnTo>
                        <a:pt x="533" y="640"/>
                      </a:lnTo>
                      <a:lnTo>
                        <a:pt x="486" y="661"/>
                      </a:lnTo>
                      <a:lnTo>
                        <a:pt x="432" y="671"/>
                      </a:lnTo>
                      <a:lnTo>
                        <a:pt x="405" y="673"/>
                      </a:lnTo>
                      <a:close/>
                      <a:moveTo>
                        <a:pt x="682" y="193"/>
                      </a:moveTo>
                      <a:lnTo>
                        <a:pt x="669" y="193"/>
                      </a:lnTo>
                      <a:lnTo>
                        <a:pt x="646" y="183"/>
                      </a:lnTo>
                      <a:lnTo>
                        <a:pt x="628" y="166"/>
                      </a:lnTo>
                      <a:lnTo>
                        <a:pt x="620" y="143"/>
                      </a:lnTo>
                      <a:lnTo>
                        <a:pt x="618" y="130"/>
                      </a:lnTo>
                      <a:lnTo>
                        <a:pt x="620" y="117"/>
                      </a:lnTo>
                      <a:lnTo>
                        <a:pt x="628" y="95"/>
                      </a:lnTo>
                      <a:lnTo>
                        <a:pt x="646" y="78"/>
                      </a:lnTo>
                      <a:lnTo>
                        <a:pt x="669" y="68"/>
                      </a:lnTo>
                      <a:lnTo>
                        <a:pt x="682" y="66"/>
                      </a:lnTo>
                      <a:lnTo>
                        <a:pt x="695" y="68"/>
                      </a:lnTo>
                      <a:lnTo>
                        <a:pt x="716" y="78"/>
                      </a:lnTo>
                      <a:lnTo>
                        <a:pt x="733" y="95"/>
                      </a:lnTo>
                      <a:lnTo>
                        <a:pt x="744" y="117"/>
                      </a:lnTo>
                      <a:lnTo>
                        <a:pt x="745" y="130"/>
                      </a:lnTo>
                      <a:lnTo>
                        <a:pt x="744" y="143"/>
                      </a:lnTo>
                      <a:lnTo>
                        <a:pt x="733" y="166"/>
                      </a:lnTo>
                      <a:lnTo>
                        <a:pt x="716" y="183"/>
                      </a:lnTo>
                      <a:lnTo>
                        <a:pt x="695" y="193"/>
                      </a:lnTo>
                      <a:lnTo>
                        <a:pt x="682" y="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8" name="Google Shape;518;p13"/>
                <p:cNvSpPr/>
                <p:nvPr/>
              </p:nvSpPr>
              <p:spPr>
                <a:xfrm>
                  <a:off x="1983" y="660"/>
                  <a:ext cx="103" cy="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" h="308" extrusionOk="0">
                      <a:moveTo>
                        <a:pt x="154" y="0"/>
                      </a:moveTo>
                      <a:lnTo>
                        <a:pt x="124" y="3"/>
                      </a:lnTo>
                      <a:lnTo>
                        <a:pt x="67" y="26"/>
                      </a:lnTo>
                      <a:lnTo>
                        <a:pt x="26" y="67"/>
                      </a:lnTo>
                      <a:lnTo>
                        <a:pt x="3" y="122"/>
                      </a:lnTo>
                      <a:lnTo>
                        <a:pt x="0" y="154"/>
                      </a:lnTo>
                      <a:lnTo>
                        <a:pt x="3" y="185"/>
                      </a:lnTo>
                      <a:lnTo>
                        <a:pt x="26" y="240"/>
                      </a:lnTo>
                      <a:lnTo>
                        <a:pt x="67" y="283"/>
                      </a:lnTo>
                      <a:lnTo>
                        <a:pt x="124" y="307"/>
                      </a:lnTo>
                      <a:lnTo>
                        <a:pt x="154" y="308"/>
                      </a:lnTo>
                      <a:lnTo>
                        <a:pt x="186" y="307"/>
                      </a:lnTo>
                      <a:lnTo>
                        <a:pt x="242" y="283"/>
                      </a:lnTo>
                      <a:lnTo>
                        <a:pt x="284" y="240"/>
                      </a:lnTo>
                      <a:lnTo>
                        <a:pt x="307" y="185"/>
                      </a:lnTo>
                      <a:lnTo>
                        <a:pt x="308" y="154"/>
                      </a:lnTo>
                      <a:lnTo>
                        <a:pt x="307" y="122"/>
                      </a:lnTo>
                      <a:lnTo>
                        <a:pt x="284" y="67"/>
                      </a:lnTo>
                      <a:lnTo>
                        <a:pt x="242" y="26"/>
                      </a:lnTo>
                      <a:lnTo>
                        <a:pt x="186" y="3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9" name="Google Shape;519;p13"/>
                <p:cNvSpPr/>
                <p:nvPr/>
              </p:nvSpPr>
              <p:spPr>
                <a:xfrm>
                  <a:off x="1747" y="423"/>
                  <a:ext cx="575" cy="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725" extrusionOk="0">
                      <a:moveTo>
                        <a:pt x="862" y="0"/>
                      </a:moveTo>
                      <a:lnTo>
                        <a:pt x="819" y="2"/>
                      </a:lnTo>
                      <a:lnTo>
                        <a:pt x="731" y="10"/>
                      </a:lnTo>
                      <a:lnTo>
                        <a:pt x="647" y="28"/>
                      </a:lnTo>
                      <a:lnTo>
                        <a:pt x="566" y="52"/>
                      </a:lnTo>
                      <a:lnTo>
                        <a:pt x="489" y="85"/>
                      </a:lnTo>
                      <a:lnTo>
                        <a:pt x="415" y="126"/>
                      </a:lnTo>
                      <a:lnTo>
                        <a:pt x="346" y="172"/>
                      </a:lnTo>
                      <a:lnTo>
                        <a:pt x="282" y="225"/>
                      </a:lnTo>
                      <a:lnTo>
                        <a:pt x="223" y="283"/>
                      </a:lnTo>
                      <a:lnTo>
                        <a:pt x="172" y="346"/>
                      </a:lnTo>
                      <a:lnTo>
                        <a:pt x="124" y="415"/>
                      </a:lnTo>
                      <a:lnTo>
                        <a:pt x="85" y="489"/>
                      </a:lnTo>
                      <a:lnTo>
                        <a:pt x="52" y="567"/>
                      </a:lnTo>
                      <a:lnTo>
                        <a:pt x="27" y="647"/>
                      </a:lnTo>
                      <a:lnTo>
                        <a:pt x="10" y="731"/>
                      </a:lnTo>
                      <a:lnTo>
                        <a:pt x="1" y="819"/>
                      </a:lnTo>
                      <a:lnTo>
                        <a:pt x="0" y="863"/>
                      </a:lnTo>
                      <a:lnTo>
                        <a:pt x="1" y="907"/>
                      </a:lnTo>
                      <a:lnTo>
                        <a:pt x="10" y="994"/>
                      </a:lnTo>
                      <a:lnTo>
                        <a:pt x="27" y="1078"/>
                      </a:lnTo>
                      <a:lnTo>
                        <a:pt x="52" y="1159"/>
                      </a:lnTo>
                      <a:lnTo>
                        <a:pt x="85" y="1237"/>
                      </a:lnTo>
                      <a:lnTo>
                        <a:pt x="124" y="1310"/>
                      </a:lnTo>
                      <a:lnTo>
                        <a:pt x="172" y="1379"/>
                      </a:lnTo>
                      <a:lnTo>
                        <a:pt x="223" y="1443"/>
                      </a:lnTo>
                      <a:lnTo>
                        <a:pt x="282" y="1502"/>
                      </a:lnTo>
                      <a:lnTo>
                        <a:pt x="346" y="1553"/>
                      </a:lnTo>
                      <a:lnTo>
                        <a:pt x="415" y="1601"/>
                      </a:lnTo>
                      <a:lnTo>
                        <a:pt x="489" y="1640"/>
                      </a:lnTo>
                      <a:lnTo>
                        <a:pt x="566" y="1673"/>
                      </a:lnTo>
                      <a:lnTo>
                        <a:pt x="647" y="1698"/>
                      </a:lnTo>
                      <a:lnTo>
                        <a:pt x="731" y="1715"/>
                      </a:lnTo>
                      <a:lnTo>
                        <a:pt x="819" y="1724"/>
                      </a:lnTo>
                      <a:lnTo>
                        <a:pt x="862" y="1725"/>
                      </a:lnTo>
                      <a:lnTo>
                        <a:pt x="907" y="1724"/>
                      </a:lnTo>
                      <a:lnTo>
                        <a:pt x="994" y="1715"/>
                      </a:lnTo>
                      <a:lnTo>
                        <a:pt x="1078" y="1698"/>
                      </a:lnTo>
                      <a:lnTo>
                        <a:pt x="1159" y="1673"/>
                      </a:lnTo>
                      <a:lnTo>
                        <a:pt x="1237" y="1640"/>
                      </a:lnTo>
                      <a:lnTo>
                        <a:pt x="1310" y="1601"/>
                      </a:lnTo>
                      <a:lnTo>
                        <a:pt x="1379" y="1553"/>
                      </a:lnTo>
                      <a:lnTo>
                        <a:pt x="1443" y="1502"/>
                      </a:lnTo>
                      <a:lnTo>
                        <a:pt x="1500" y="1443"/>
                      </a:lnTo>
                      <a:lnTo>
                        <a:pt x="1554" y="1379"/>
                      </a:lnTo>
                      <a:lnTo>
                        <a:pt x="1600" y="1310"/>
                      </a:lnTo>
                      <a:lnTo>
                        <a:pt x="1640" y="1237"/>
                      </a:lnTo>
                      <a:lnTo>
                        <a:pt x="1673" y="1159"/>
                      </a:lnTo>
                      <a:lnTo>
                        <a:pt x="1698" y="1078"/>
                      </a:lnTo>
                      <a:lnTo>
                        <a:pt x="1715" y="994"/>
                      </a:lnTo>
                      <a:lnTo>
                        <a:pt x="1724" y="907"/>
                      </a:lnTo>
                      <a:lnTo>
                        <a:pt x="1725" y="863"/>
                      </a:lnTo>
                      <a:lnTo>
                        <a:pt x="1724" y="819"/>
                      </a:lnTo>
                      <a:lnTo>
                        <a:pt x="1715" y="731"/>
                      </a:lnTo>
                      <a:lnTo>
                        <a:pt x="1698" y="647"/>
                      </a:lnTo>
                      <a:lnTo>
                        <a:pt x="1673" y="567"/>
                      </a:lnTo>
                      <a:lnTo>
                        <a:pt x="1640" y="489"/>
                      </a:lnTo>
                      <a:lnTo>
                        <a:pt x="1600" y="415"/>
                      </a:lnTo>
                      <a:lnTo>
                        <a:pt x="1554" y="346"/>
                      </a:lnTo>
                      <a:lnTo>
                        <a:pt x="1500" y="283"/>
                      </a:lnTo>
                      <a:lnTo>
                        <a:pt x="1443" y="225"/>
                      </a:lnTo>
                      <a:lnTo>
                        <a:pt x="1379" y="172"/>
                      </a:lnTo>
                      <a:lnTo>
                        <a:pt x="1310" y="126"/>
                      </a:lnTo>
                      <a:lnTo>
                        <a:pt x="1237" y="85"/>
                      </a:lnTo>
                      <a:lnTo>
                        <a:pt x="1159" y="52"/>
                      </a:lnTo>
                      <a:lnTo>
                        <a:pt x="1078" y="28"/>
                      </a:lnTo>
                      <a:lnTo>
                        <a:pt x="994" y="10"/>
                      </a:lnTo>
                      <a:lnTo>
                        <a:pt x="907" y="2"/>
                      </a:lnTo>
                      <a:lnTo>
                        <a:pt x="862" y="0"/>
                      </a:lnTo>
                      <a:close/>
                      <a:moveTo>
                        <a:pt x="1381" y="1123"/>
                      </a:moveTo>
                      <a:lnTo>
                        <a:pt x="1381" y="1149"/>
                      </a:lnTo>
                      <a:lnTo>
                        <a:pt x="1369" y="1201"/>
                      </a:lnTo>
                      <a:lnTo>
                        <a:pt x="1350" y="1247"/>
                      </a:lnTo>
                      <a:lnTo>
                        <a:pt x="1322" y="1288"/>
                      </a:lnTo>
                      <a:lnTo>
                        <a:pt x="1286" y="1324"/>
                      </a:lnTo>
                      <a:lnTo>
                        <a:pt x="1244" y="1352"/>
                      </a:lnTo>
                      <a:lnTo>
                        <a:pt x="1198" y="1372"/>
                      </a:lnTo>
                      <a:lnTo>
                        <a:pt x="1146" y="1383"/>
                      </a:lnTo>
                      <a:lnTo>
                        <a:pt x="1120" y="1383"/>
                      </a:lnTo>
                      <a:lnTo>
                        <a:pt x="605" y="1383"/>
                      </a:lnTo>
                      <a:lnTo>
                        <a:pt x="578" y="1383"/>
                      </a:lnTo>
                      <a:lnTo>
                        <a:pt x="527" y="1372"/>
                      </a:lnTo>
                      <a:lnTo>
                        <a:pt x="480" y="1352"/>
                      </a:lnTo>
                      <a:lnTo>
                        <a:pt x="438" y="1324"/>
                      </a:lnTo>
                      <a:lnTo>
                        <a:pt x="404" y="1288"/>
                      </a:lnTo>
                      <a:lnTo>
                        <a:pt x="375" y="1247"/>
                      </a:lnTo>
                      <a:lnTo>
                        <a:pt x="355" y="1201"/>
                      </a:lnTo>
                      <a:lnTo>
                        <a:pt x="344" y="1149"/>
                      </a:lnTo>
                      <a:lnTo>
                        <a:pt x="343" y="1123"/>
                      </a:lnTo>
                      <a:lnTo>
                        <a:pt x="343" y="608"/>
                      </a:lnTo>
                      <a:lnTo>
                        <a:pt x="344" y="581"/>
                      </a:lnTo>
                      <a:lnTo>
                        <a:pt x="355" y="531"/>
                      </a:lnTo>
                      <a:lnTo>
                        <a:pt x="375" y="483"/>
                      </a:lnTo>
                      <a:lnTo>
                        <a:pt x="404" y="441"/>
                      </a:lnTo>
                      <a:lnTo>
                        <a:pt x="438" y="407"/>
                      </a:lnTo>
                      <a:lnTo>
                        <a:pt x="480" y="378"/>
                      </a:lnTo>
                      <a:lnTo>
                        <a:pt x="527" y="358"/>
                      </a:lnTo>
                      <a:lnTo>
                        <a:pt x="578" y="348"/>
                      </a:lnTo>
                      <a:lnTo>
                        <a:pt x="605" y="346"/>
                      </a:lnTo>
                      <a:lnTo>
                        <a:pt x="1120" y="346"/>
                      </a:lnTo>
                      <a:lnTo>
                        <a:pt x="1146" y="348"/>
                      </a:lnTo>
                      <a:lnTo>
                        <a:pt x="1198" y="358"/>
                      </a:lnTo>
                      <a:lnTo>
                        <a:pt x="1244" y="378"/>
                      </a:lnTo>
                      <a:lnTo>
                        <a:pt x="1286" y="407"/>
                      </a:lnTo>
                      <a:lnTo>
                        <a:pt x="1322" y="441"/>
                      </a:lnTo>
                      <a:lnTo>
                        <a:pt x="1350" y="483"/>
                      </a:lnTo>
                      <a:lnTo>
                        <a:pt x="1369" y="531"/>
                      </a:lnTo>
                      <a:lnTo>
                        <a:pt x="1381" y="581"/>
                      </a:lnTo>
                      <a:lnTo>
                        <a:pt x="1381" y="608"/>
                      </a:lnTo>
                      <a:lnTo>
                        <a:pt x="1381" y="112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20" name="Google Shape;520;p13"/>
              <p:cNvSpPr/>
              <p:nvPr/>
            </p:nvSpPr>
            <p:spPr>
              <a:xfrm rot="5400000">
                <a:off x="11360858" y="343758"/>
                <a:ext cx="140525" cy="26670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617" extrusionOk="0">
                    <a:moveTo>
                      <a:pt x="711" y="92"/>
                    </a:moveTo>
                    <a:lnTo>
                      <a:pt x="586" y="92"/>
                    </a:lnTo>
                    <a:lnTo>
                      <a:pt x="586" y="0"/>
                    </a:lnTo>
                    <a:lnTo>
                      <a:pt x="258" y="0"/>
                    </a:lnTo>
                    <a:lnTo>
                      <a:pt x="258" y="92"/>
                    </a:lnTo>
                    <a:lnTo>
                      <a:pt x="140" y="92"/>
                    </a:lnTo>
                    <a:lnTo>
                      <a:pt x="111" y="95"/>
                    </a:lnTo>
                    <a:lnTo>
                      <a:pt x="61" y="117"/>
                    </a:lnTo>
                    <a:lnTo>
                      <a:pt x="23" y="154"/>
                    </a:lnTo>
                    <a:lnTo>
                      <a:pt x="1" y="205"/>
                    </a:lnTo>
                    <a:lnTo>
                      <a:pt x="0" y="233"/>
                    </a:lnTo>
                    <a:lnTo>
                      <a:pt x="0" y="1477"/>
                    </a:lnTo>
                    <a:lnTo>
                      <a:pt x="1" y="1506"/>
                    </a:lnTo>
                    <a:lnTo>
                      <a:pt x="23" y="1556"/>
                    </a:lnTo>
                    <a:lnTo>
                      <a:pt x="61" y="1594"/>
                    </a:lnTo>
                    <a:lnTo>
                      <a:pt x="111" y="1615"/>
                    </a:lnTo>
                    <a:lnTo>
                      <a:pt x="140" y="1617"/>
                    </a:lnTo>
                    <a:lnTo>
                      <a:pt x="711" y="1617"/>
                    </a:lnTo>
                    <a:lnTo>
                      <a:pt x="740" y="1615"/>
                    </a:lnTo>
                    <a:lnTo>
                      <a:pt x="790" y="1594"/>
                    </a:lnTo>
                    <a:lnTo>
                      <a:pt x="828" y="1556"/>
                    </a:lnTo>
                    <a:lnTo>
                      <a:pt x="850" y="1506"/>
                    </a:lnTo>
                    <a:lnTo>
                      <a:pt x="851" y="1477"/>
                    </a:lnTo>
                    <a:lnTo>
                      <a:pt x="851" y="233"/>
                    </a:lnTo>
                    <a:lnTo>
                      <a:pt x="850" y="205"/>
                    </a:lnTo>
                    <a:lnTo>
                      <a:pt x="828" y="154"/>
                    </a:lnTo>
                    <a:lnTo>
                      <a:pt x="790" y="117"/>
                    </a:lnTo>
                    <a:lnTo>
                      <a:pt x="740" y="95"/>
                    </a:lnTo>
                    <a:lnTo>
                      <a:pt x="711" y="92"/>
                    </a:lnTo>
                    <a:close/>
                    <a:moveTo>
                      <a:pt x="757" y="1477"/>
                    </a:moveTo>
                    <a:lnTo>
                      <a:pt x="757" y="1487"/>
                    </a:lnTo>
                    <a:lnTo>
                      <a:pt x="750" y="1503"/>
                    </a:lnTo>
                    <a:lnTo>
                      <a:pt x="737" y="1516"/>
                    </a:lnTo>
                    <a:lnTo>
                      <a:pt x="721" y="1523"/>
                    </a:lnTo>
                    <a:lnTo>
                      <a:pt x="711" y="1525"/>
                    </a:lnTo>
                    <a:lnTo>
                      <a:pt x="140" y="1525"/>
                    </a:lnTo>
                    <a:lnTo>
                      <a:pt x="131" y="1523"/>
                    </a:lnTo>
                    <a:lnTo>
                      <a:pt x="114" y="1516"/>
                    </a:lnTo>
                    <a:lnTo>
                      <a:pt x="101" y="1503"/>
                    </a:lnTo>
                    <a:lnTo>
                      <a:pt x="94" y="1487"/>
                    </a:lnTo>
                    <a:lnTo>
                      <a:pt x="94" y="1477"/>
                    </a:lnTo>
                    <a:lnTo>
                      <a:pt x="94" y="233"/>
                    </a:lnTo>
                    <a:lnTo>
                      <a:pt x="94" y="223"/>
                    </a:lnTo>
                    <a:lnTo>
                      <a:pt x="101" y="206"/>
                    </a:lnTo>
                    <a:lnTo>
                      <a:pt x="114" y="194"/>
                    </a:lnTo>
                    <a:lnTo>
                      <a:pt x="131" y="187"/>
                    </a:lnTo>
                    <a:lnTo>
                      <a:pt x="140" y="186"/>
                    </a:lnTo>
                    <a:lnTo>
                      <a:pt x="711" y="186"/>
                    </a:lnTo>
                    <a:lnTo>
                      <a:pt x="721" y="187"/>
                    </a:lnTo>
                    <a:lnTo>
                      <a:pt x="737" y="194"/>
                    </a:lnTo>
                    <a:lnTo>
                      <a:pt x="750" y="206"/>
                    </a:lnTo>
                    <a:lnTo>
                      <a:pt x="757" y="223"/>
                    </a:lnTo>
                    <a:lnTo>
                      <a:pt x="757" y="233"/>
                    </a:lnTo>
                    <a:lnTo>
                      <a:pt x="757" y="1477"/>
                    </a:lnTo>
                    <a:close/>
                    <a:moveTo>
                      <a:pt x="707" y="1468"/>
                    </a:moveTo>
                    <a:lnTo>
                      <a:pt x="144" y="1468"/>
                    </a:lnTo>
                    <a:lnTo>
                      <a:pt x="144" y="1264"/>
                    </a:lnTo>
                    <a:lnTo>
                      <a:pt x="707" y="1264"/>
                    </a:lnTo>
                    <a:lnTo>
                      <a:pt x="707" y="1468"/>
                    </a:lnTo>
                    <a:close/>
                    <a:moveTo>
                      <a:pt x="707" y="1213"/>
                    </a:moveTo>
                    <a:lnTo>
                      <a:pt x="144" y="1213"/>
                    </a:lnTo>
                    <a:lnTo>
                      <a:pt x="144" y="1009"/>
                    </a:lnTo>
                    <a:lnTo>
                      <a:pt x="707" y="1009"/>
                    </a:lnTo>
                    <a:lnTo>
                      <a:pt x="707" y="1213"/>
                    </a:lnTo>
                    <a:close/>
                    <a:moveTo>
                      <a:pt x="707" y="958"/>
                    </a:moveTo>
                    <a:lnTo>
                      <a:pt x="144" y="958"/>
                    </a:lnTo>
                    <a:lnTo>
                      <a:pt x="144" y="754"/>
                    </a:lnTo>
                    <a:lnTo>
                      <a:pt x="707" y="754"/>
                    </a:lnTo>
                    <a:lnTo>
                      <a:pt x="707" y="958"/>
                    </a:lnTo>
                    <a:close/>
                    <a:moveTo>
                      <a:pt x="707" y="703"/>
                    </a:moveTo>
                    <a:lnTo>
                      <a:pt x="144" y="703"/>
                    </a:lnTo>
                    <a:lnTo>
                      <a:pt x="144" y="499"/>
                    </a:lnTo>
                    <a:lnTo>
                      <a:pt x="707" y="499"/>
                    </a:lnTo>
                    <a:lnTo>
                      <a:pt x="707" y="703"/>
                    </a:lnTo>
                    <a:close/>
                    <a:moveTo>
                      <a:pt x="707" y="448"/>
                    </a:moveTo>
                    <a:lnTo>
                      <a:pt x="144" y="448"/>
                    </a:lnTo>
                    <a:lnTo>
                      <a:pt x="144" y="243"/>
                    </a:lnTo>
                    <a:lnTo>
                      <a:pt x="707" y="243"/>
                    </a:lnTo>
                    <a:lnTo>
                      <a:pt x="707" y="4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13"/>
              <p:cNvSpPr/>
              <p:nvPr/>
            </p:nvSpPr>
            <p:spPr>
              <a:xfrm>
                <a:off x="10885020" y="369386"/>
                <a:ext cx="454304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100%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13"/>
              <p:cNvSpPr/>
              <p:nvPr/>
            </p:nvSpPr>
            <p:spPr>
              <a:xfrm>
                <a:off x="10212196" y="406846"/>
                <a:ext cx="17980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293" extrusionOk="0">
                    <a:moveTo>
                      <a:pt x="2747" y="3607"/>
                    </a:moveTo>
                    <a:lnTo>
                      <a:pt x="2711" y="3609"/>
                    </a:lnTo>
                    <a:lnTo>
                      <a:pt x="2645" y="3622"/>
                    </a:lnTo>
                    <a:lnTo>
                      <a:pt x="2583" y="3649"/>
                    </a:lnTo>
                    <a:lnTo>
                      <a:pt x="2528" y="3685"/>
                    </a:lnTo>
                    <a:lnTo>
                      <a:pt x="2481" y="3733"/>
                    </a:lnTo>
                    <a:lnTo>
                      <a:pt x="2443" y="3787"/>
                    </a:lnTo>
                    <a:lnTo>
                      <a:pt x="2417" y="3848"/>
                    </a:lnTo>
                    <a:lnTo>
                      <a:pt x="2403" y="3916"/>
                    </a:lnTo>
                    <a:lnTo>
                      <a:pt x="2403" y="3950"/>
                    </a:lnTo>
                    <a:lnTo>
                      <a:pt x="2403" y="3986"/>
                    </a:lnTo>
                    <a:lnTo>
                      <a:pt x="2417" y="4052"/>
                    </a:lnTo>
                    <a:lnTo>
                      <a:pt x="2443" y="4114"/>
                    </a:lnTo>
                    <a:lnTo>
                      <a:pt x="2481" y="4169"/>
                    </a:lnTo>
                    <a:lnTo>
                      <a:pt x="2527" y="4215"/>
                    </a:lnTo>
                    <a:lnTo>
                      <a:pt x="2583" y="4253"/>
                    </a:lnTo>
                    <a:lnTo>
                      <a:pt x="2645" y="4279"/>
                    </a:lnTo>
                    <a:lnTo>
                      <a:pt x="2711" y="4293"/>
                    </a:lnTo>
                    <a:lnTo>
                      <a:pt x="2747" y="4293"/>
                    </a:lnTo>
                    <a:lnTo>
                      <a:pt x="2783" y="4293"/>
                    </a:lnTo>
                    <a:lnTo>
                      <a:pt x="2849" y="4279"/>
                    </a:lnTo>
                    <a:lnTo>
                      <a:pt x="2911" y="4253"/>
                    </a:lnTo>
                    <a:lnTo>
                      <a:pt x="2966" y="4215"/>
                    </a:lnTo>
                    <a:lnTo>
                      <a:pt x="3013" y="4169"/>
                    </a:lnTo>
                    <a:lnTo>
                      <a:pt x="3051" y="4114"/>
                    </a:lnTo>
                    <a:lnTo>
                      <a:pt x="3077" y="4052"/>
                    </a:lnTo>
                    <a:lnTo>
                      <a:pt x="3090" y="3986"/>
                    </a:lnTo>
                    <a:lnTo>
                      <a:pt x="3091" y="3950"/>
                    </a:lnTo>
                    <a:lnTo>
                      <a:pt x="3090" y="3916"/>
                    </a:lnTo>
                    <a:lnTo>
                      <a:pt x="3077" y="3848"/>
                    </a:lnTo>
                    <a:lnTo>
                      <a:pt x="3051" y="3787"/>
                    </a:lnTo>
                    <a:lnTo>
                      <a:pt x="3013" y="3733"/>
                    </a:lnTo>
                    <a:lnTo>
                      <a:pt x="2966" y="3685"/>
                    </a:lnTo>
                    <a:lnTo>
                      <a:pt x="2911" y="3648"/>
                    </a:lnTo>
                    <a:lnTo>
                      <a:pt x="2849" y="3622"/>
                    </a:lnTo>
                    <a:lnTo>
                      <a:pt x="2783" y="3609"/>
                    </a:lnTo>
                    <a:lnTo>
                      <a:pt x="2747" y="3607"/>
                    </a:lnTo>
                    <a:close/>
                    <a:moveTo>
                      <a:pt x="5399" y="1030"/>
                    </a:moveTo>
                    <a:lnTo>
                      <a:pt x="5332" y="968"/>
                    </a:lnTo>
                    <a:lnTo>
                      <a:pt x="5194" y="852"/>
                    </a:lnTo>
                    <a:lnTo>
                      <a:pt x="5050" y="741"/>
                    </a:lnTo>
                    <a:lnTo>
                      <a:pt x="4902" y="638"/>
                    </a:lnTo>
                    <a:lnTo>
                      <a:pt x="4749" y="542"/>
                    </a:lnTo>
                    <a:lnTo>
                      <a:pt x="4592" y="454"/>
                    </a:lnTo>
                    <a:lnTo>
                      <a:pt x="4431" y="373"/>
                    </a:lnTo>
                    <a:lnTo>
                      <a:pt x="4266" y="300"/>
                    </a:lnTo>
                    <a:lnTo>
                      <a:pt x="4098" y="235"/>
                    </a:lnTo>
                    <a:lnTo>
                      <a:pt x="3927" y="178"/>
                    </a:lnTo>
                    <a:lnTo>
                      <a:pt x="3751" y="127"/>
                    </a:lnTo>
                    <a:lnTo>
                      <a:pt x="3574" y="85"/>
                    </a:lnTo>
                    <a:lnTo>
                      <a:pt x="3394" y="52"/>
                    </a:lnTo>
                    <a:lnTo>
                      <a:pt x="3211" y="26"/>
                    </a:lnTo>
                    <a:lnTo>
                      <a:pt x="3026" y="10"/>
                    </a:lnTo>
                    <a:lnTo>
                      <a:pt x="2839" y="2"/>
                    </a:lnTo>
                    <a:lnTo>
                      <a:pt x="2746" y="0"/>
                    </a:lnTo>
                    <a:lnTo>
                      <a:pt x="2652" y="2"/>
                    </a:lnTo>
                    <a:lnTo>
                      <a:pt x="2466" y="10"/>
                    </a:lnTo>
                    <a:lnTo>
                      <a:pt x="2282" y="26"/>
                    </a:lnTo>
                    <a:lnTo>
                      <a:pt x="2099" y="52"/>
                    </a:lnTo>
                    <a:lnTo>
                      <a:pt x="1919" y="85"/>
                    </a:lnTo>
                    <a:lnTo>
                      <a:pt x="1740" y="127"/>
                    </a:lnTo>
                    <a:lnTo>
                      <a:pt x="1566" y="178"/>
                    </a:lnTo>
                    <a:lnTo>
                      <a:pt x="1395" y="235"/>
                    </a:lnTo>
                    <a:lnTo>
                      <a:pt x="1226" y="300"/>
                    </a:lnTo>
                    <a:lnTo>
                      <a:pt x="1060" y="373"/>
                    </a:lnTo>
                    <a:lnTo>
                      <a:pt x="899" y="454"/>
                    </a:lnTo>
                    <a:lnTo>
                      <a:pt x="742" y="542"/>
                    </a:lnTo>
                    <a:lnTo>
                      <a:pt x="590" y="638"/>
                    </a:lnTo>
                    <a:lnTo>
                      <a:pt x="441" y="741"/>
                    </a:lnTo>
                    <a:lnTo>
                      <a:pt x="299" y="852"/>
                    </a:lnTo>
                    <a:lnTo>
                      <a:pt x="160" y="970"/>
                    </a:lnTo>
                    <a:lnTo>
                      <a:pt x="93" y="1030"/>
                    </a:lnTo>
                    <a:lnTo>
                      <a:pt x="71" y="1053"/>
                    </a:lnTo>
                    <a:lnTo>
                      <a:pt x="35" y="1104"/>
                    </a:lnTo>
                    <a:lnTo>
                      <a:pt x="12" y="1157"/>
                    </a:lnTo>
                    <a:lnTo>
                      <a:pt x="0" y="1215"/>
                    </a:lnTo>
                    <a:lnTo>
                      <a:pt x="0" y="1272"/>
                    </a:lnTo>
                    <a:lnTo>
                      <a:pt x="12" y="1328"/>
                    </a:lnTo>
                    <a:lnTo>
                      <a:pt x="35" y="1383"/>
                    </a:lnTo>
                    <a:lnTo>
                      <a:pt x="71" y="1432"/>
                    </a:lnTo>
                    <a:lnTo>
                      <a:pt x="93" y="1455"/>
                    </a:lnTo>
                    <a:lnTo>
                      <a:pt x="117" y="1477"/>
                    </a:lnTo>
                    <a:lnTo>
                      <a:pt x="170" y="1510"/>
                    </a:lnTo>
                    <a:lnTo>
                      <a:pt x="228" y="1532"/>
                    </a:lnTo>
                    <a:lnTo>
                      <a:pt x="288" y="1543"/>
                    </a:lnTo>
                    <a:lnTo>
                      <a:pt x="319" y="1543"/>
                    </a:lnTo>
                    <a:lnTo>
                      <a:pt x="350" y="1543"/>
                    </a:lnTo>
                    <a:lnTo>
                      <a:pt x="411" y="1532"/>
                    </a:lnTo>
                    <a:lnTo>
                      <a:pt x="469" y="1510"/>
                    </a:lnTo>
                    <a:lnTo>
                      <a:pt x="522" y="1477"/>
                    </a:lnTo>
                    <a:lnTo>
                      <a:pt x="546" y="1455"/>
                    </a:lnTo>
                    <a:lnTo>
                      <a:pt x="601" y="1405"/>
                    </a:lnTo>
                    <a:lnTo>
                      <a:pt x="716" y="1308"/>
                    </a:lnTo>
                    <a:lnTo>
                      <a:pt x="834" y="1218"/>
                    </a:lnTo>
                    <a:lnTo>
                      <a:pt x="958" y="1134"/>
                    </a:lnTo>
                    <a:lnTo>
                      <a:pt x="1085" y="1056"/>
                    </a:lnTo>
                    <a:lnTo>
                      <a:pt x="1215" y="986"/>
                    </a:lnTo>
                    <a:lnTo>
                      <a:pt x="1349" y="922"/>
                    </a:lnTo>
                    <a:lnTo>
                      <a:pt x="1485" y="865"/>
                    </a:lnTo>
                    <a:lnTo>
                      <a:pt x="1625" y="813"/>
                    </a:lnTo>
                    <a:lnTo>
                      <a:pt x="1768" y="768"/>
                    </a:lnTo>
                    <a:lnTo>
                      <a:pt x="1985" y="712"/>
                    </a:lnTo>
                    <a:lnTo>
                      <a:pt x="2285" y="662"/>
                    </a:lnTo>
                    <a:lnTo>
                      <a:pt x="2590" y="636"/>
                    </a:lnTo>
                    <a:lnTo>
                      <a:pt x="2746" y="633"/>
                    </a:lnTo>
                    <a:lnTo>
                      <a:pt x="2901" y="636"/>
                    </a:lnTo>
                    <a:lnTo>
                      <a:pt x="3208" y="662"/>
                    </a:lnTo>
                    <a:lnTo>
                      <a:pt x="3506" y="712"/>
                    </a:lnTo>
                    <a:lnTo>
                      <a:pt x="3725" y="768"/>
                    </a:lnTo>
                    <a:lnTo>
                      <a:pt x="3868" y="813"/>
                    </a:lnTo>
                    <a:lnTo>
                      <a:pt x="4007" y="865"/>
                    </a:lnTo>
                    <a:lnTo>
                      <a:pt x="4144" y="922"/>
                    </a:lnTo>
                    <a:lnTo>
                      <a:pt x="4277" y="986"/>
                    </a:lnTo>
                    <a:lnTo>
                      <a:pt x="4408" y="1056"/>
                    </a:lnTo>
                    <a:lnTo>
                      <a:pt x="4534" y="1134"/>
                    </a:lnTo>
                    <a:lnTo>
                      <a:pt x="4657" y="1218"/>
                    </a:lnTo>
                    <a:lnTo>
                      <a:pt x="4776" y="1307"/>
                    </a:lnTo>
                    <a:lnTo>
                      <a:pt x="4890" y="1403"/>
                    </a:lnTo>
                    <a:lnTo>
                      <a:pt x="4946" y="1455"/>
                    </a:lnTo>
                    <a:lnTo>
                      <a:pt x="4969" y="1477"/>
                    </a:lnTo>
                    <a:lnTo>
                      <a:pt x="5023" y="1509"/>
                    </a:lnTo>
                    <a:lnTo>
                      <a:pt x="5082" y="1532"/>
                    </a:lnTo>
                    <a:lnTo>
                      <a:pt x="5142" y="1542"/>
                    </a:lnTo>
                    <a:lnTo>
                      <a:pt x="5203" y="1542"/>
                    </a:lnTo>
                    <a:lnTo>
                      <a:pt x="5263" y="1532"/>
                    </a:lnTo>
                    <a:lnTo>
                      <a:pt x="5322" y="1509"/>
                    </a:lnTo>
                    <a:lnTo>
                      <a:pt x="5375" y="1477"/>
                    </a:lnTo>
                    <a:lnTo>
                      <a:pt x="5399" y="1455"/>
                    </a:lnTo>
                    <a:lnTo>
                      <a:pt x="5422" y="1432"/>
                    </a:lnTo>
                    <a:lnTo>
                      <a:pt x="5456" y="1383"/>
                    </a:lnTo>
                    <a:lnTo>
                      <a:pt x="5481" y="1328"/>
                    </a:lnTo>
                    <a:lnTo>
                      <a:pt x="5492" y="1272"/>
                    </a:lnTo>
                    <a:lnTo>
                      <a:pt x="5492" y="1215"/>
                    </a:lnTo>
                    <a:lnTo>
                      <a:pt x="5481" y="1157"/>
                    </a:lnTo>
                    <a:lnTo>
                      <a:pt x="5456" y="1102"/>
                    </a:lnTo>
                    <a:lnTo>
                      <a:pt x="5422" y="1053"/>
                    </a:lnTo>
                    <a:lnTo>
                      <a:pt x="5399" y="1030"/>
                    </a:lnTo>
                    <a:close/>
                    <a:moveTo>
                      <a:pt x="2743" y="1202"/>
                    </a:moveTo>
                    <a:lnTo>
                      <a:pt x="2604" y="1203"/>
                    </a:lnTo>
                    <a:lnTo>
                      <a:pt x="2332" y="1230"/>
                    </a:lnTo>
                    <a:lnTo>
                      <a:pt x="2066" y="1282"/>
                    </a:lnTo>
                    <a:lnTo>
                      <a:pt x="1807" y="1360"/>
                    </a:lnTo>
                    <a:lnTo>
                      <a:pt x="1557" y="1462"/>
                    </a:lnTo>
                    <a:lnTo>
                      <a:pt x="1320" y="1589"/>
                    </a:lnTo>
                    <a:lnTo>
                      <a:pt x="1094" y="1739"/>
                    </a:lnTo>
                    <a:lnTo>
                      <a:pt x="882" y="1912"/>
                    </a:lnTo>
                    <a:lnTo>
                      <a:pt x="782" y="2008"/>
                    </a:lnTo>
                    <a:lnTo>
                      <a:pt x="759" y="2033"/>
                    </a:lnTo>
                    <a:lnTo>
                      <a:pt x="722" y="2088"/>
                    </a:lnTo>
                    <a:lnTo>
                      <a:pt x="698" y="2148"/>
                    </a:lnTo>
                    <a:lnTo>
                      <a:pt x="686" y="2211"/>
                    </a:lnTo>
                    <a:lnTo>
                      <a:pt x="686" y="2275"/>
                    </a:lnTo>
                    <a:lnTo>
                      <a:pt x="698" y="2337"/>
                    </a:lnTo>
                    <a:lnTo>
                      <a:pt x="722" y="2397"/>
                    </a:lnTo>
                    <a:lnTo>
                      <a:pt x="759" y="2452"/>
                    </a:lnTo>
                    <a:lnTo>
                      <a:pt x="782" y="2478"/>
                    </a:lnTo>
                    <a:lnTo>
                      <a:pt x="808" y="2501"/>
                    </a:lnTo>
                    <a:lnTo>
                      <a:pt x="863" y="2537"/>
                    </a:lnTo>
                    <a:lnTo>
                      <a:pt x="924" y="2561"/>
                    </a:lnTo>
                    <a:lnTo>
                      <a:pt x="987" y="2574"/>
                    </a:lnTo>
                    <a:lnTo>
                      <a:pt x="1019" y="2576"/>
                    </a:lnTo>
                    <a:lnTo>
                      <a:pt x="1052" y="2574"/>
                    </a:lnTo>
                    <a:lnTo>
                      <a:pt x="1115" y="2561"/>
                    </a:lnTo>
                    <a:lnTo>
                      <a:pt x="1176" y="2537"/>
                    </a:lnTo>
                    <a:lnTo>
                      <a:pt x="1230" y="2501"/>
                    </a:lnTo>
                    <a:lnTo>
                      <a:pt x="1256" y="2478"/>
                    </a:lnTo>
                    <a:lnTo>
                      <a:pt x="1331" y="2404"/>
                    </a:lnTo>
                    <a:lnTo>
                      <a:pt x="1493" y="2272"/>
                    </a:lnTo>
                    <a:lnTo>
                      <a:pt x="1664" y="2155"/>
                    </a:lnTo>
                    <a:lnTo>
                      <a:pt x="1844" y="2056"/>
                    </a:lnTo>
                    <a:lnTo>
                      <a:pt x="2033" y="1974"/>
                    </a:lnTo>
                    <a:lnTo>
                      <a:pt x="2229" y="1910"/>
                    </a:lnTo>
                    <a:lnTo>
                      <a:pt x="2432" y="1869"/>
                    </a:lnTo>
                    <a:lnTo>
                      <a:pt x="2638" y="1847"/>
                    </a:lnTo>
                    <a:lnTo>
                      <a:pt x="2743" y="1844"/>
                    </a:lnTo>
                    <a:lnTo>
                      <a:pt x="2848" y="1847"/>
                    </a:lnTo>
                    <a:lnTo>
                      <a:pt x="3055" y="1869"/>
                    </a:lnTo>
                    <a:lnTo>
                      <a:pt x="3257" y="1910"/>
                    </a:lnTo>
                    <a:lnTo>
                      <a:pt x="3453" y="1974"/>
                    </a:lnTo>
                    <a:lnTo>
                      <a:pt x="3643" y="2056"/>
                    </a:lnTo>
                    <a:lnTo>
                      <a:pt x="3823" y="2155"/>
                    </a:lnTo>
                    <a:lnTo>
                      <a:pt x="3994" y="2272"/>
                    </a:lnTo>
                    <a:lnTo>
                      <a:pt x="4154" y="2404"/>
                    </a:lnTo>
                    <a:lnTo>
                      <a:pt x="4230" y="2478"/>
                    </a:lnTo>
                    <a:lnTo>
                      <a:pt x="4255" y="2501"/>
                    </a:lnTo>
                    <a:lnTo>
                      <a:pt x="4311" y="2537"/>
                    </a:lnTo>
                    <a:lnTo>
                      <a:pt x="4372" y="2561"/>
                    </a:lnTo>
                    <a:lnTo>
                      <a:pt x="4435" y="2574"/>
                    </a:lnTo>
                    <a:lnTo>
                      <a:pt x="4500" y="2574"/>
                    </a:lnTo>
                    <a:lnTo>
                      <a:pt x="4562" y="2561"/>
                    </a:lnTo>
                    <a:lnTo>
                      <a:pt x="4622" y="2537"/>
                    </a:lnTo>
                    <a:lnTo>
                      <a:pt x="4678" y="2501"/>
                    </a:lnTo>
                    <a:lnTo>
                      <a:pt x="4703" y="2478"/>
                    </a:lnTo>
                    <a:lnTo>
                      <a:pt x="4727" y="2452"/>
                    </a:lnTo>
                    <a:lnTo>
                      <a:pt x="4763" y="2397"/>
                    </a:lnTo>
                    <a:lnTo>
                      <a:pt x="4788" y="2337"/>
                    </a:lnTo>
                    <a:lnTo>
                      <a:pt x="4801" y="2275"/>
                    </a:lnTo>
                    <a:lnTo>
                      <a:pt x="4801" y="2211"/>
                    </a:lnTo>
                    <a:lnTo>
                      <a:pt x="4788" y="2148"/>
                    </a:lnTo>
                    <a:lnTo>
                      <a:pt x="4763" y="2088"/>
                    </a:lnTo>
                    <a:lnTo>
                      <a:pt x="4727" y="2033"/>
                    </a:lnTo>
                    <a:lnTo>
                      <a:pt x="4703" y="2008"/>
                    </a:lnTo>
                    <a:lnTo>
                      <a:pt x="4603" y="1912"/>
                    </a:lnTo>
                    <a:lnTo>
                      <a:pt x="4392" y="1739"/>
                    </a:lnTo>
                    <a:lnTo>
                      <a:pt x="4167" y="1589"/>
                    </a:lnTo>
                    <a:lnTo>
                      <a:pt x="3928" y="1462"/>
                    </a:lnTo>
                    <a:lnTo>
                      <a:pt x="3679" y="1360"/>
                    </a:lnTo>
                    <a:lnTo>
                      <a:pt x="3421" y="1282"/>
                    </a:lnTo>
                    <a:lnTo>
                      <a:pt x="3155" y="1230"/>
                    </a:lnTo>
                    <a:lnTo>
                      <a:pt x="2881" y="1203"/>
                    </a:lnTo>
                    <a:lnTo>
                      <a:pt x="2743" y="1202"/>
                    </a:lnTo>
                    <a:close/>
                    <a:moveTo>
                      <a:pt x="2746" y="2403"/>
                    </a:moveTo>
                    <a:lnTo>
                      <a:pt x="2668" y="2404"/>
                    </a:lnTo>
                    <a:lnTo>
                      <a:pt x="2514" y="2420"/>
                    </a:lnTo>
                    <a:lnTo>
                      <a:pt x="2362" y="2451"/>
                    </a:lnTo>
                    <a:lnTo>
                      <a:pt x="2217" y="2497"/>
                    </a:lnTo>
                    <a:lnTo>
                      <a:pt x="2076" y="2556"/>
                    </a:lnTo>
                    <a:lnTo>
                      <a:pt x="1940" y="2631"/>
                    </a:lnTo>
                    <a:lnTo>
                      <a:pt x="1814" y="2719"/>
                    </a:lnTo>
                    <a:lnTo>
                      <a:pt x="1694" y="2819"/>
                    </a:lnTo>
                    <a:lnTo>
                      <a:pt x="1637" y="2876"/>
                    </a:lnTo>
                    <a:lnTo>
                      <a:pt x="1615" y="2900"/>
                    </a:lnTo>
                    <a:lnTo>
                      <a:pt x="1580" y="2955"/>
                    </a:lnTo>
                    <a:lnTo>
                      <a:pt x="1557" y="3012"/>
                    </a:lnTo>
                    <a:lnTo>
                      <a:pt x="1546" y="3074"/>
                    </a:lnTo>
                    <a:lnTo>
                      <a:pt x="1546" y="3136"/>
                    </a:lnTo>
                    <a:lnTo>
                      <a:pt x="1557" y="3197"/>
                    </a:lnTo>
                    <a:lnTo>
                      <a:pt x="1580" y="3256"/>
                    </a:lnTo>
                    <a:lnTo>
                      <a:pt x="1615" y="3309"/>
                    </a:lnTo>
                    <a:lnTo>
                      <a:pt x="1637" y="3334"/>
                    </a:lnTo>
                    <a:lnTo>
                      <a:pt x="1661" y="3357"/>
                    </a:lnTo>
                    <a:lnTo>
                      <a:pt x="1713" y="3393"/>
                    </a:lnTo>
                    <a:lnTo>
                      <a:pt x="1769" y="3416"/>
                    </a:lnTo>
                    <a:lnTo>
                      <a:pt x="1830" y="3427"/>
                    </a:lnTo>
                    <a:lnTo>
                      <a:pt x="1860" y="3429"/>
                    </a:lnTo>
                    <a:lnTo>
                      <a:pt x="1890" y="3427"/>
                    </a:lnTo>
                    <a:lnTo>
                      <a:pt x="1949" y="3416"/>
                    </a:lnTo>
                    <a:lnTo>
                      <a:pt x="2005" y="3393"/>
                    </a:lnTo>
                    <a:lnTo>
                      <a:pt x="2057" y="3357"/>
                    </a:lnTo>
                    <a:lnTo>
                      <a:pt x="2082" y="3334"/>
                    </a:lnTo>
                    <a:lnTo>
                      <a:pt x="2115" y="3300"/>
                    </a:lnTo>
                    <a:lnTo>
                      <a:pt x="2187" y="3239"/>
                    </a:lnTo>
                    <a:lnTo>
                      <a:pt x="2263" y="3184"/>
                    </a:lnTo>
                    <a:lnTo>
                      <a:pt x="2344" y="3138"/>
                    </a:lnTo>
                    <a:lnTo>
                      <a:pt x="2429" y="3100"/>
                    </a:lnTo>
                    <a:lnTo>
                      <a:pt x="2517" y="3070"/>
                    </a:lnTo>
                    <a:lnTo>
                      <a:pt x="2607" y="3051"/>
                    </a:lnTo>
                    <a:lnTo>
                      <a:pt x="2699" y="3041"/>
                    </a:lnTo>
                    <a:lnTo>
                      <a:pt x="2746" y="3040"/>
                    </a:lnTo>
                    <a:lnTo>
                      <a:pt x="2793" y="3040"/>
                    </a:lnTo>
                    <a:lnTo>
                      <a:pt x="2885" y="3051"/>
                    </a:lnTo>
                    <a:lnTo>
                      <a:pt x="2976" y="3070"/>
                    </a:lnTo>
                    <a:lnTo>
                      <a:pt x="3064" y="3100"/>
                    </a:lnTo>
                    <a:lnTo>
                      <a:pt x="3147" y="3138"/>
                    </a:lnTo>
                    <a:lnTo>
                      <a:pt x="3228" y="3184"/>
                    </a:lnTo>
                    <a:lnTo>
                      <a:pt x="3304" y="3239"/>
                    </a:lnTo>
                    <a:lnTo>
                      <a:pt x="3376" y="3300"/>
                    </a:lnTo>
                    <a:lnTo>
                      <a:pt x="3411" y="3334"/>
                    </a:lnTo>
                    <a:lnTo>
                      <a:pt x="3434" y="3357"/>
                    </a:lnTo>
                    <a:lnTo>
                      <a:pt x="3487" y="3393"/>
                    </a:lnTo>
                    <a:lnTo>
                      <a:pt x="3543" y="3416"/>
                    </a:lnTo>
                    <a:lnTo>
                      <a:pt x="3603" y="3427"/>
                    </a:lnTo>
                    <a:lnTo>
                      <a:pt x="3663" y="3427"/>
                    </a:lnTo>
                    <a:lnTo>
                      <a:pt x="3722" y="3416"/>
                    </a:lnTo>
                    <a:lnTo>
                      <a:pt x="3780" y="3393"/>
                    </a:lnTo>
                    <a:lnTo>
                      <a:pt x="3832" y="3357"/>
                    </a:lnTo>
                    <a:lnTo>
                      <a:pt x="3855" y="3334"/>
                    </a:lnTo>
                    <a:lnTo>
                      <a:pt x="3878" y="3309"/>
                    </a:lnTo>
                    <a:lnTo>
                      <a:pt x="3912" y="3256"/>
                    </a:lnTo>
                    <a:lnTo>
                      <a:pt x="3934" y="3197"/>
                    </a:lnTo>
                    <a:lnTo>
                      <a:pt x="3945" y="3136"/>
                    </a:lnTo>
                    <a:lnTo>
                      <a:pt x="3945" y="3074"/>
                    </a:lnTo>
                    <a:lnTo>
                      <a:pt x="3934" y="3012"/>
                    </a:lnTo>
                    <a:lnTo>
                      <a:pt x="3912" y="2955"/>
                    </a:lnTo>
                    <a:lnTo>
                      <a:pt x="3878" y="2900"/>
                    </a:lnTo>
                    <a:lnTo>
                      <a:pt x="3855" y="2876"/>
                    </a:lnTo>
                    <a:lnTo>
                      <a:pt x="3798" y="2819"/>
                    </a:lnTo>
                    <a:lnTo>
                      <a:pt x="3679" y="2719"/>
                    </a:lnTo>
                    <a:lnTo>
                      <a:pt x="3551" y="2631"/>
                    </a:lnTo>
                    <a:lnTo>
                      <a:pt x="3417" y="2556"/>
                    </a:lnTo>
                    <a:lnTo>
                      <a:pt x="3276" y="2497"/>
                    </a:lnTo>
                    <a:lnTo>
                      <a:pt x="3130" y="2451"/>
                    </a:lnTo>
                    <a:lnTo>
                      <a:pt x="2979" y="2420"/>
                    </a:lnTo>
                    <a:lnTo>
                      <a:pt x="2825" y="2404"/>
                    </a:lnTo>
                    <a:lnTo>
                      <a:pt x="2746" y="24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13"/>
              <p:cNvSpPr/>
              <p:nvPr/>
            </p:nvSpPr>
            <p:spPr>
              <a:xfrm>
                <a:off x="9512757" y="369386"/>
                <a:ext cx="715178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PPTBIZCAM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4" name="Google Shape;524;p13"/>
            <p:cNvSpPr/>
            <p:nvPr/>
          </p:nvSpPr>
          <p:spPr>
            <a:xfrm>
              <a:off x="11377471" y="133570"/>
              <a:ext cx="176990" cy="176990"/>
            </a:xfrm>
            <a:prstGeom prst="ellipse">
              <a:avLst/>
            </a:prstGeom>
            <a:solidFill>
              <a:srgbClr val="90DA80"/>
            </a:solidFill>
            <a:ln>
              <a:noFill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5" name="Google Shape;525;p13"/>
            <p:cNvGrpSpPr/>
            <p:nvPr/>
          </p:nvGrpSpPr>
          <p:grpSpPr>
            <a:xfrm>
              <a:off x="653849" y="193034"/>
              <a:ext cx="343364" cy="344856"/>
              <a:chOff x="1157487" y="184451"/>
              <a:chExt cx="489882" cy="492010"/>
            </a:xfrm>
          </p:grpSpPr>
          <p:sp>
            <p:nvSpPr>
              <p:cNvPr id="526" name="Google Shape;526;p13"/>
              <p:cNvSpPr/>
              <p:nvPr/>
            </p:nvSpPr>
            <p:spPr>
              <a:xfrm>
                <a:off x="1157487" y="184454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13"/>
              <p:cNvSpPr/>
              <p:nvPr/>
            </p:nvSpPr>
            <p:spPr>
              <a:xfrm>
                <a:off x="1483366" y="184451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13"/>
              <p:cNvSpPr/>
              <p:nvPr/>
            </p:nvSpPr>
            <p:spPr>
              <a:xfrm>
                <a:off x="1319363" y="348454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13"/>
              <p:cNvSpPr/>
              <p:nvPr/>
            </p:nvSpPr>
            <p:spPr>
              <a:xfrm>
                <a:off x="1483366" y="348453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13"/>
              <p:cNvSpPr/>
              <p:nvPr/>
            </p:nvSpPr>
            <p:spPr>
              <a:xfrm>
                <a:off x="1157487" y="512458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13"/>
              <p:cNvSpPr/>
              <p:nvPr/>
            </p:nvSpPr>
            <p:spPr>
              <a:xfrm>
                <a:off x="1483366" y="512455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32" name="Google Shape;532;p13"/>
          <p:cNvSpPr txBox="1"/>
          <p:nvPr/>
        </p:nvSpPr>
        <p:spPr>
          <a:xfrm>
            <a:off x="1250732" y="1001923"/>
            <a:ext cx="825639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rPr>
              <a:t>데이터 확인 및 전처리 2 – 데이터셋 나누기/중복제거</a:t>
            </a:r>
            <a:endParaRPr sz="1600" b="1">
              <a:solidFill>
                <a:srgbClr val="323F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3"/>
          <p:cNvSpPr txBox="1"/>
          <p:nvPr/>
        </p:nvSpPr>
        <p:spPr>
          <a:xfrm>
            <a:off x="722092" y="902883"/>
            <a:ext cx="5040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pic>
        <p:nvPicPr>
          <p:cNvPr id="534" name="Google Shape;53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3378" y="1570875"/>
            <a:ext cx="5837785" cy="4509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9" name="Google Shape;539;p14"/>
          <p:cNvGrpSpPr/>
          <p:nvPr/>
        </p:nvGrpSpPr>
        <p:grpSpPr>
          <a:xfrm>
            <a:off x="150812" y="0"/>
            <a:ext cx="11890375" cy="6680200"/>
            <a:chOff x="150812" y="0"/>
            <a:chExt cx="11890375" cy="6680200"/>
          </a:xfrm>
        </p:grpSpPr>
        <p:sp>
          <p:nvSpPr>
            <p:cNvPr id="540" name="Google Shape;540;p14"/>
            <p:cNvSpPr/>
            <p:nvPr/>
          </p:nvSpPr>
          <p:spPr>
            <a:xfrm>
              <a:off x="150812" y="0"/>
              <a:ext cx="11890375" cy="6680200"/>
            </a:xfrm>
            <a:prstGeom prst="round2SameRect">
              <a:avLst>
                <a:gd name="adj1" fmla="val 0"/>
                <a:gd name="adj2" fmla="val 5079"/>
              </a:avLst>
            </a:prstGeom>
            <a:solidFill>
              <a:srgbClr val="E4F7F5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4"/>
            <p:cNvSpPr/>
            <p:nvPr/>
          </p:nvSpPr>
          <p:spPr>
            <a:xfrm>
              <a:off x="286543" y="0"/>
              <a:ext cx="11618912" cy="6509543"/>
            </a:xfrm>
            <a:prstGeom prst="round2SameRect">
              <a:avLst>
                <a:gd name="adj1" fmla="val 0"/>
                <a:gd name="adj2" fmla="val 3479"/>
              </a:avLst>
            </a:prstGeom>
            <a:solidFill>
              <a:schemeClr val="lt1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14"/>
            <p:cNvSpPr/>
            <p:nvPr/>
          </p:nvSpPr>
          <p:spPr>
            <a:xfrm>
              <a:off x="286544" y="0"/>
              <a:ext cx="11618912" cy="771525"/>
            </a:xfrm>
            <a:prstGeom prst="round2SameRect">
              <a:avLst>
                <a:gd name="adj1" fmla="val 0"/>
                <a:gd name="adj2" fmla="val 29630"/>
              </a:avLst>
            </a:prstGeom>
            <a:solidFill>
              <a:schemeClr val="lt1"/>
            </a:solidFill>
            <a:ln>
              <a:noFill/>
            </a:ln>
            <a:effectLst>
              <a:outerShdw blurRad="165100" dist="38100" dir="5400000" algn="t" rotWithShape="0">
                <a:srgbClr val="000000">
                  <a:alpha val="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4. 프로젝트 수행 결과</a:t>
              </a:r>
              <a:endParaRPr/>
            </a:p>
          </p:txBody>
        </p:sp>
        <p:grpSp>
          <p:nvGrpSpPr>
            <p:cNvPr id="543" name="Google Shape;543;p14"/>
            <p:cNvGrpSpPr/>
            <p:nvPr/>
          </p:nvGrpSpPr>
          <p:grpSpPr>
            <a:xfrm>
              <a:off x="11067369" y="185874"/>
              <a:ext cx="429876" cy="429876"/>
              <a:chOff x="215317" y="343634"/>
              <a:chExt cx="684000" cy="684000"/>
            </a:xfrm>
          </p:grpSpPr>
          <p:sp>
            <p:nvSpPr>
              <p:cNvPr id="544" name="Google Shape;544;p14"/>
              <p:cNvSpPr/>
              <p:nvPr/>
            </p:nvSpPr>
            <p:spPr>
              <a:xfrm>
                <a:off x="215317" y="343634"/>
                <a:ext cx="684000" cy="684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9F3FC"/>
                  </a:gs>
                  <a:gs pos="86000">
                    <a:srgbClr val="E9F3FC"/>
                  </a:gs>
                  <a:gs pos="100000">
                    <a:srgbClr val="4E5DA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542925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rgbClr val="323F4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45" name="Google Shape;545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2555" y="386637"/>
                <a:ext cx="546554" cy="5465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46" name="Google Shape;546;p14"/>
            <p:cNvGrpSpPr/>
            <p:nvPr/>
          </p:nvGrpSpPr>
          <p:grpSpPr>
            <a:xfrm>
              <a:off x="8951163" y="320145"/>
              <a:ext cx="1550689" cy="169277"/>
              <a:chOff x="9512757" y="369386"/>
              <a:chExt cx="2051714" cy="223970"/>
            </a:xfrm>
          </p:grpSpPr>
          <p:grpSp>
            <p:nvGrpSpPr>
              <p:cNvPr id="547" name="Google Shape;547;p14"/>
              <p:cNvGrpSpPr/>
              <p:nvPr/>
            </p:nvGrpSpPr>
            <p:grpSpPr>
              <a:xfrm>
                <a:off x="10750964" y="406846"/>
                <a:ext cx="132372" cy="140525"/>
                <a:chOff x="4594" y="900"/>
                <a:chExt cx="276" cy="293"/>
              </a:xfrm>
            </p:grpSpPr>
            <p:sp>
              <p:nvSpPr>
                <p:cNvPr id="548" name="Google Shape;548;p14"/>
                <p:cNvSpPr/>
                <p:nvPr/>
              </p:nvSpPr>
              <p:spPr>
                <a:xfrm>
                  <a:off x="4594" y="900"/>
                  <a:ext cx="102" cy="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3" extrusionOk="0">
                      <a:moveTo>
                        <a:pt x="72" y="263"/>
                      </a:moveTo>
                      <a:lnTo>
                        <a:pt x="91" y="236"/>
                      </a:lnTo>
                      <a:lnTo>
                        <a:pt x="139" y="187"/>
                      </a:lnTo>
                      <a:lnTo>
                        <a:pt x="193" y="148"/>
                      </a:lnTo>
                      <a:lnTo>
                        <a:pt x="255" y="119"/>
                      </a:lnTo>
                      <a:lnTo>
                        <a:pt x="290" y="110"/>
                      </a:lnTo>
                      <a:lnTo>
                        <a:pt x="299" y="106"/>
                      </a:lnTo>
                      <a:lnTo>
                        <a:pt x="305" y="97"/>
                      </a:lnTo>
                      <a:lnTo>
                        <a:pt x="307" y="87"/>
                      </a:lnTo>
                      <a:lnTo>
                        <a:pt x="303" y="77"/>
                      </a:lnTo>
                      <a:lnTo>
                        <a:pt x="292" y="60"/>
                      </a:lnTo>
                      <a:lnTo>
                        <a:pt x="263" y="33"/>
                      </a:lnTo>
                      <a:lnTo>
                        <a:pt x="227" y="13"/>
                      </a:lnTo>
                      <a:lnTo>
                        <a:pt x="186" y="1"/>
                      </a:lnTo>
                      <a:lnTo>
                        <a:pt x="165" y="0"/>
                      </a:lnTo>
                      <a:lnTo>
                        <a:pt x="131" y="3"/>
                      </a:lnTo>
                      <a:lnTo>
                        <a:pt x="72" y="27"/>
                      </a:lnTo>
                      <a:lnTo>
                        <a:pt x="27" y="72"/>
                      </a:lnTo>
                      <a:lnTo>
                        <a:pt x="3" y="131"/>
                      </a:lnTo>
                      <a:lnTo>
                        <a:pt x="0" y="164"/>
                      </a:lnTo>
                      <a:lnTo>
                        <a:pt x="1" y="192"/>
                      </a:lnTo>
                      <a:lnTo>
                        <a:pt x="20" y="243"/>
                      </a:lnTo>
                      <a:lnTo>
                        <a:pt x="36" y="266"/>
                      </a:lnTo>
                      <a:lnTo>
                        <a:pt x="43" y="273"/>
                      </a:lnTo>
                      <a:lnTo>
                        <a:pt x="53" y="273"/>
                      </a:lnTo>
                      <a:lnTo>
                        <a:pt x="65" y="271"/>
                      </a:lnTo>
                      <a:lnTo>
                        <a:pt x="72" y="2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9" name="Google Shape;549;p14"/>
                <p:cNvSpPr/>
                <p:nvPr/>
              </p:nvSpPr>
              <p:spPr>
                <a:xfrm>
                  <a:off x="4768" y="900"/>
                  <a:ext cx="102" cy="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1" extrusionOk="0">
                      <a:moveTo>
                        <a:pt x="143" y="0"/>
                      </a:moveTo>
                      <a:lnTo>
                        <a:pt x="121" y="1"/>
                      </a:lnTo>
                      <a:lnTo>
                        <a:pt x="81" y="11"/>
                      </a:lnTo>
                      <a:lnTo>
                        <a:pt x="46" y="31"/>
                      </a:lnTo>
                      <a:lnTo>
                        <a:pt x="16" y="60"/>
                      </a:lnTo>
                      <a:lnTo>
                        <a:pt x="4" y="76"/>
                      </a:lnTo>
                      <a:lnTo>
                        <a:pt x="0" y="86"/>
                      </a:lnTo>
                      <a:lnTo>
                        <a:pt x="3" y="96"/>
                      </a:lnTo>
                      <a:lnTo>
                        <a:pt x="9" y="106"/>
                      </a:lnTo>
                      <a:lnTo>
                        <a:pt x="19" y="110"/>
                      </a:lnTo>
                      <a:lnTo>
                        <a:pt x="52" y="119"/>
                      </a:lnTo>
                      <a:lnTo>
                        <a:pt x="115" y="148"/>
                      </a:lnTo>
                      <a:lnTo>
                        <a:pt x="170" y="187"/>
                      </a:lnTo>
                      <a:lnTo>
                        <a:pt x="218" y="234"/>
                      </a:lnTo>
                      <a:lnTo>
                        <a:pt x="237" y="261"/>
                      </a:lnTo>
                      <a:lnTo>
                        <a:pt x="245" y="270"/>
                      </a:lnTo>
                      <a:lnTo>
                        <a:pt x="255" y="271"/>
                      </a:lnTo>
                      <a:lnTo>
                        <a:pt x="266" y="270"/>
                      </a:lnTo>
                      <a:lnTo>
                        <a:pt x="274" y="263"/>
                      </a:lnTo>
                      <a:lnTo>
                        <a:pt x="289" y="241"/>
                      </a:lnTo>
                      <a:lnTo>
                        <a:pt x="306" y="191"/>
                      </a:lnTo>
                      <a:lnTo>
                        <a:pt x="307" y="164"/>
                      </a:lnTo>
                      <a:lnTo>
                        <a:pt x="306" y="131"/>
                      </a:lnTo>
                      <a:lnTo>
                        <a:pt x="280" y="72"/>
                      </a:lnTo>
                      <a:lnTo>
                        <a:pt x="235" y="27"/>
                      </a:lnTo>
                      <a:lnTo>
                        <a:pt x="178" y="3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0" name="Google Shape;550;p14"/>
                <p:cNvSpPr/>
                <p:nvPr/>
              </p:nvSpPr>
              <p:spPr>
                <a:xfrm>
                  <a:off x="4612" y="947"/>
                  <a:ext cx="241" cy="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37" extrusionOk="0">
                      <a:moveTo>
                        <a:pt x="725" y="361"/>
                      </a:moveTo>
                      <a:lnTo>
                        <a:pt x="722" y="313"/>
                      </a:lnTo>
                      <a:lnTo>
                        <a:pt x="699" y="225"/>
                      </a:lnTo>
                      <a:lnTo>
                        <a:pt x="679" y="187"/>
                      </a:lnTo>
                      <a:lnTo>
                        <a:pt x="659" y="151"/>
                      </a:lnTo>
                      <a:lnTo>
                        <a:pt x="604" y="90"/>
                      </a:lnTo>
                      <a:lnTo>
                        <a:pt x="536" y="44"/>
                      </a:lnTo>
                      <a:lnTo>
                        <a:pt x="459" y="13"/>
                      </a:lnTo>
                      <a:lnTo>
                        <a:pt x="418" y="4"/>
                      </a:lnTo>
                      <a:lnTo>
                        <a:pt x="390" y="1"/>
                      </a:lnTo>
                      <a:lnTo>
                        <a:pt x="363" y="0"/>
                      </a:lnTo>
                      <a:lnTo>
                        <a:pt x="334" y="1"/>
                      </a:lnTo>
                      <a:lnTo>
                        <a:pt x="305" y="5"/>
                      </a:lnTo>
                      <a:lnTo>
                        <a:pt x="263" y="13"/>
                      </a:lnTo>
                      <a:lnTo>
                        <a:pt x="187" y="44"/>
                      </a:lnTo>
                      <a:lnTo>
                        <a:pt x="120" y="92"/>
                      </a:lnTo>
                      <a:lnTo>
                        <a:pt x="67" y="152"/>
                      </a:lnTo>
                      <a:lnTo>
                        <a:pt x="45" y="188"/>
                      </a:lnTo>
                      <a:lnTo>
                        <a:pt x="25" y="227"/>
                      </a:lnTo>
                      <a:lnTo>
                        <a:pt x="3" y="313"/>
                      </a:lnTo>
                      <a:lnTo>
                        <a:pt x="0" y="361"/>
                      </a:lnTo>
                      <a:lnTo>
                        <a:pt x="2" y="399"/>
                      </a:lnTo>
                      <a:lnTo>
                        <a:pt x="19" y="476"/>
                      </a:lnTo>
                      <a:lnTo>
                        <a:pt x="51" y="543"/>
                      </a:lnTo>
                      <a:lnTo>
                        <a:pt x="96" y="604"/>
                      </a:lnTo>
                      <a:lnTo>
                        <a:pt x="123" y="630"/>
                      </a:lnTo>
                      <a:lnTo>
                        <a:pt x="93" y="673"/>
                      </a:lnTo>
                      <a:lnTo>
                        <a:pt x="84" y="687"/>
                      </a:lnTo>
                      <a:lnTo>
                        <a:pt x="90" y="719"/>
                      </a:lnTo>
                      <a:lnTo>
                        <a:pt x="103" y="729"/>
                      </a:lnTo>
                      <a:lnTo>
                        <a:pt x="113" y="736"/>
                      </a:lnTo>
                      <a:lnTo>
                        <a:pt x="126" y="737"/>
                      </a:lnTo>
                      <a:lnTo>
                        <a:pt x="136" y="736"/>
                      </a:lnTo>
                      <a:lnTo>
                        <a:pt x="153" y="727"/>
                      </a:lnTo>
                      <a:lnTo>
                        <a:pt x="159" y="720"/>
                      </a:lnTo>
                      <a:lnTo>
                        <a:pt x="189" y="677"/>
                      </a:lnTo>
                      <a:lnTo>
                        <a:pt x="230" y="696"/>
                      </a:lnTo>
                      <a:lnTo>
                        <a:pt x="316" y="719"/>
                      </a:lnTo>
                      <a:lnTo>
                        <a:pt x="363" y="720"/>
                      </a:lnTo>
                      <a:lnTo>
                        <a:pt x="409" y="719"/>
                      </a:lnTo>
                      <a:lnTo>
                        <a:pt x="495" y="696"/>
                      </a:lnTo>
                      <a:lnTo>
                        <a:pt x="536" y="677"/>
                      </a:lnTo>
                      <a:lnTo>
                        <a:pt x="566" y="720"/>
                      </a:lnTo>
                      <a:lnTo>
                        <a:pt x="572" y="727"/>
                      </a:lnTo>
                      <a:lnTo>
                        <a:pt x="589" y="736"/>
                      </a:lnTo>
                      <a:lnTo>
                        <a:pt x="599" y="737"/>
                      </a:lnTo>
                      <a:lnTo>
                        <a:pt x="612" y="736"/>
                      </a:lnTo>
                      <a:lnTo>
                        <a:pt x="622" y="729"/>
                      </a:lnTo>
                      <a:lnTo>
                        <a:pt x="635" y="719"/>
                      </a:lnTo>
                      <a:lnTo>
                        <a:pt x="640" y="687"/>
                      </a:lnTo>
                      <a:lnTo>
                        <a:pt x="633" y="673"/>
                      </a:lnTo>
                      <a:lnTo>
                        <a:pt x="602" y="630"/>
                      </a:lnTo>
                      <a:lnTo>
                        <a:pt x="630" y="604"/>
                      </a:lnTo>
                      <a:lnTo>
                        <a:pt x="674" y="543"/>
                      </a:lnTo>
                      <a:lnTo>
                        <a:pt x="706" y="476"/>
                      </a:lnTo>
                      <a:lnTo>
                        <a:pt x="723" y="399"/>
                      </a:lnTo>
                      <a:lnTo>
                        <a:pt x="725" y="361"/>
                      </a:lnTo>
                      <a:close/>
                      <a:moveTo>
                        <a:pt x="363" y="619"/>
                      </a:moveTo>
                      <a:lnTo>
                        <a:pt x="335" y="619"/>
                      </a:lnTo>
                      <a:lnTo>
                        <a:pt x="285" y="608"/>
                      </a:lnTo>
                      <a:lnTo>
                        <a:pt x="239" y="589"/>
                      </a:lnTo>
                      <a:lnTo>
                        <a:pt x="197" y="561"/>
                      </a:lnTo>
                      <a:lnTo>
                        <a:pt x="161" y="526"/>
                      </a:lnTo>
                      <a:lnTo>
                        <a:pt x="133" y="484"/>
                      </a:lnTo>
                      <a:lnTo>
                        <a:pt x="113" y="438"/>
                      </a:lnTo>
                      <a:lnTo>
                        <a:pt x="103" y="386"/>
                      </a:lnTo>
                      <a:lnTo>
                        <a:pt x="101" y="361"/>
                      </a:lnTo>
                      <a:lnTo>
                        <a:pt x="103" y="328"/>
                      </a:lnTo>
                      <a:lnTo>
                        <a:pt x="120" y="266"/>
                      </a:lnTo>
                      <a:lnTo>
                        <a:pt x="133" y="237"/>
                      </a:lnTo>
                      <a:lnTo>
                        <a:pt x="149" y="211"/>
                      </a:lnTo>
                      <a:lnTo>
                        <a:pt x="188" y="166"/>
                      </a:lnTo>
                      <a:lnTo>
                        <a:pt x="237" y="133"/>
                      </a:lnTo>
                      <a:lnTo>
                        <a:pt x="292" y="110"/>
                      </a:lnTo>
                      <a:lnTo>
                        <a:pt x="322" y="105"/>
                      </a:lnTo>
                      <a:lnTo>
                        <a:pt x="342" y="102"/>
                      </a:lnTo>
                      <a:lnTo>
                        <a:pt x="363" y="100"/>
                      </a:lnTo>
                      <a:lnTo>
                        <a:pt x="381" y="102"/>
                      </a:lnTo>
                      <a:lnTo>
                        <a:pt x="400" y="103"/>
                      </a:lnTo>
                      <a:lnTo>
                        <a:pt x="431" y="109"/>
                      </a:lnTo>
                      <a:lnTo>
                        <a:pt x="487" y="132"/>
                      </a:lnTo>
                      <a:lnTo>
                        <a:pt x="536" y="166"/>
                      </a:lnTo>
                      <a:lnTo>
                        <a:pt x="576" y="211"/>
                      </a:lnTo>
                      <a:lnTo>
                        <a:pt x="592" y="237"/>
                      </a:lnTo>
                      <a:lnTo>
                        <a:pt x="605" y="264"/>
                      </a:lnTo>
                      <a:lnTo>
                        <a:pt x="622" y="328"/>
                      </a:lnTo>
                      <a:lnTo>
                        <a:pt x="624" y="361"/>
                      </a:lnTo>
                      <a:lnTo>
                        <a:pt x="622" y="386"/>
                      </a:lnTo>
                      <a:lnTo>
                        <a:pt x="612" y="438"/>
                      </a:lnTo>
                      <a:lnTo>
                        <a:pt x="592" y="484"/>
                      </a:lnTo>
                      <a:lnTo>
                        <a:pt x="563" y="526"/>
                      </a:lnTo>
                      <a:lnTo>
                        <a:pt x="529" y="561"/>
                      </a:lnTo>
                      <a:lnTo>
                        <a:pt x="487" y="589"/>
                      </a:lnTo>
                      <a:lnTo>
                        <a:pt x="441" y="608"/>
                      </a:lnTo>
                      <a:lnTo>
                        <a:pt x="389" y="619"/>
                      </a:lnTo>
                      <a:lnTo>
                        <a:pt x="363" y="6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1" name="Google Shape;551;p14"/>
                <p:cNvSpPr/>
                <p:nvPr/>
              </p:nvSpPr>
              <p:spPr>
                <a:xfrm>
                  <a:off x="4716" y="1006"/>
                  <a:ext cx="7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98" extrusionOk="0">
                      <a:moveTo>
                        <a:pt x="194" y="245"/>
                      </a:moveTo>
                      <a:lnTo>
                        <a:pt x="95" y="183"/>
                      </a:lnTo>
                      <a:lnTo>
                        <a:pt x="91" y="167"/>
                      </a:lnTo>
                      <a:lnTo>
                        <a:pt x="78" y="156"/>
                      </a:lnTo>
                      <a:lnTo>
                        <a:pt x="83" y="31"/>
                      </a:lnTo>
                      <a:lnTo>
                        <a:pt x="82" y="19"/>
                      </a:lnTo>
                      <a:lnTo>
                        <a:pt x="66" y="3"/>
                      </a:lnTo>
                      <a:lnTo>
                        <a:pt x="54" y="0"/>
                      </a:lnTo>
                      <a:lnTo>
                        <a:pt x="43" y="2"/>
                      </a:lnTo>
                      <a:lnTo>
                        <a:pt x="27" y="18"/>
                      </a:lnTo>
                      <a:lnTo>
                        <a:pt x="26" y="29"/>
                      </a:lnTo>
                      <a:lnTo>
                        <a:pt x="20" y="153"/>
                      </a:lnTo>
                      <a:lnTo>
                        <a:pt x="11" y="160"/>
                      </a:lnTo>
                      <a:lnTo>
                        <a:pt x="1" y="180"/>
                      </a:lnTo>
                      <a:lnTo>
                        <a:pt x="0" y="192"/>
                      </a:lnTo>
                      <a:lnTo>
                        <a:pt x="1" y="202"/>
                      </a:lnTo>
                      <a:lnTo>
                        <a:pt x="8" y="219"/>
                      </a:lnTo>
                      <a:lnTo>
                        <a:pt x="21" y="232"/>
                      </a:lnTo>
                      <a:lnTo>
                        <a:pt x="39" y="239"/>
                      </a:lnTo>
                      <a:lnTo>
                        <a:pt x="49" y="241"/>
                      </a:lnTo>
                      <a:lnTo>
                        <a:pt x="59" y="239"/>
                      </a:lnTo>
                      <a:lnTo>
                        <a:pt x="69" y="235"/>
                      </a:lnTo>
                      <a:lnTo>
                        <a:pt x="164" y="294"/>
                      </a:lnTo>
                      <a:lnTo>
                        <a:pt x="171" y="298"/>
                      </a:lnTo>
                      <a:lnTo>
                        <a:pt x="180" y="298"/>
                      </a:lnTo>
                      <a:lnTo>
                        <a:pt x="187" y="298"/>
                      </a:lnTo>
                      <a:lnTo>
                        <a:pt x="199" y="291"/>
                      </a:lnTo>
                      <a:lnTo>
                        <a:pt x="205" y="285"/>
                      </a:lnTo>
                      <a:lnTo>
                        <a:pt x="209" y="274"/>
                      </a:lnTo>
                      <a:lnTo>
                        <a:pt x="203" y="252"/>
                      </a:lnTo>
                      <a:lnTo>
                        <a:pt x="194" y="2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52" name="Google Shape;552;p14"/>
              <p:cNvGrpSpPr/>
              <p:nvPr/>
            </p:nvGrpSpPr>
            <p:grpSpPr>
              <a:xfrm>
                <a:off x="10506302" y="406846"/>
                <a:ext cx="140525" cy="140525"/>
                <a:chOff x="1747" y="423"/>
                <a:chExt cx="575" cy="575"/>
              </a:xfrm>
            </p:grpSpPr>
            <p:sp>
              <p:nvSpPr>
                <p:cNvPr id="553" name="Google Shape;553;p14"/>
                <p:cNvSpPr/>
                <p:nvPr/>
              </p:nvSpPr>
              <p:spPr>
                <a:xfrm>
                  <a:off x="1899" y="577"/>
                  <a:ext cx="271" cy="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811" extrusionOk="0">
                      <a:moveTo>
                        <a:pt x="663" y="0"/>
                      </a:moveTo>
                      <a:lnTo>
                        <a:pt x="148" y="0"/>
                      </a:lnTo>
                      <a:lnTo>
                        <a:pt x="118" y="1"/>
                      </a:lnTo>
                      <a:lnTo>
                        <a:pt x="65" y="24"/>
                      </a:lnTo>
                      <a:lnTo>
                        <a:pt x="24" y="65"/>
                      </a:lnTo>
                      <a:lnTo>
                        <a:pt x="1" y="118"/>
                      </a:lnTo>
                      <a:lnTo>
                        <a:pt x="0" y="148"/>
                      </a:lnTo>
                      <a:lnTo>
                        <a:pt x="0" y="663"/>
                      </a:lnTo>
                      <a:lnTo>
                        <a:pt x="1" y="693"/>
                      </a:lnTo>
                      <a:lnTo>
                        <a:pt x="24" y="746"/>
                      </a:lnTo>
                      <a:lnTo>
                        <a:pt x="65" y="787"/>
                      </a:lnTo>
                      <a:lnTo>
                        <a:pt x="118" y="808"/>
                      </a:lnTo>
                      <a:lnTo>
                        <a:pt x="148" y="811"/>
                      </a:lnTo>
                      <a:lnTo>
                        <a:pt x="663" y="811"/>
                      </a:lnTo>
                      <a:lnTo>
                        <a:pt x="693" y="808"/>
                      </a:lnTo>
                      <a:lnTo>
                        <a:pt x="746" y="787"/>
                      </a:lnTo>
                      <a:lnTo>
                        <a:pt x="787" y="746"/>
                      </a:lnTo>
                      <a:lnTo>
                        <a:pt x="810" y="693"/>
                      </a:lnTo>
                      <a:lnTo>
                        <a:pt x="811" y="663"/>
                      </a:lnTo>
                      <a:lnTo>
                        <a:pt x="811" y="148"/>
                      </a:lnTo>
                      <a:lnTo>
                        <a:pt x="810" y="118"/>
                      </a:lnTo>
                      <a:lnTo>
                        <a:pt x="787" y="65"/>
                      </a:lnTo>
                      <a:lnTo>
                        <a:pt x="746" y="24"/>
                      </a:lnTo>
                      <a:lnTo>
                        <a:pt x="693" y="1"/>
                      </a:lnTo>
                      <a:lnTo>
                        <a:pt x="663" y="0"/>
                      </a:lnTo>
                      <a:close/>
                      <a:moveTo>
                        <a:pt x="405" y="673"/>
                      </a:moveTo>
                      <a:lnTo>
                        <a:pt x="377" y="671"/>
                      </a:lnTo>
                      <a:lnTo>
                        <a:pt x="326" y="661"/>
                      </a:lnTo>
                      <a:lnTo>
                        <a:pt x="278" y="640"/>
                      </a:lnTo>
                      <a:lnTo>
                        <a:pt x="235" y="611"/>
                      </a:lnTo>
                      <a:lnTo>
                        <a:pt x="199" y="575"/>
                      </a:lnTo>
                      <a:lnTo>
                        <a:pt x="170" y="533"/>
                      </a:lnTo>
                      <a:lnTo>
                        <a:pt x="150" y="484"/>
                      </a:lnTo>
                      <a:lnTo>
                        <a:pt x="140" y="432"/>
                      </a:lnTo>
                      <a:lnTo>
                        <a:pt x="138" y="405"/>
                      </a:lnTo>
                      <a:lnTo>
                        <a:pt x="140" y="377"/>
                      </a:lnTo>
                      <a:lnTo>
                        <a:pt x="150" y="326"/>
                      </a:lnTo>
                      <a:lnTo>
                        <a:pt x="170" y="278"/>
                      </a:lnTo>
                      <a:lnTo>
                        <a:pt x="199" y="235"/>
                      </a:lnTo>
                      <a:lnTo>
                        <a:pt x="235" y="199"/>
                      </a:lnTo>
                      <a:lnTo>
                        <a:pt x="278" y="170"/>
                      </a:lnTo>
                      <a:lnTo>
                        <a:pt x="326" y="150"/>
                      </a:lnTo>
                      <a:lnTo>
                        <a:pt x="377" y="138"/>
                      </a:lnTo>
                      <a:lnTo>
                        <a:pt x="405" y="138"/>
                      </a:lnTo>
                      <a:lnTo>
                        <a:pt x="432" y="138"/>
                      </a:lnTo>
                      <a:lnTo>
                        <a:pt x="486" y="150"/>
                      </a:lnTo>
                      <a:lnTo>
                        <a:pt x="533" y="170"/>
                      </a:lnTo>
                      <a:lnTo>
                        <a:pt x="575" y="199"/>
                      </a:lnTo>
                      <a:lnTo>
                        <a:pt x="612" y="235"/>
                      </a:lnTo>
                      <a:lnTo>
                        <a:pt x="641" y="278"/>
                      </a:lnTo>
                      <a:lnTo>
                        <a:pt x="661" y="326"/>
                      </a:lnTo>
                      <a:lnTo>
                        <a:pt x="671" y="377"/>
                      </a:lnTo>
                      <a:lnTo>
                        <a:pt x="673" y="405"/>
                      </a:lnTo>
                      <a:lnTo>
                        <a:pt x="671" y="432"/>
                      </a:lnTo>
                      <a:lnTo>
                        <a:pt x="661" y="484"/>
                      </a:lnTo>
                      <a:lnTo>
                        <a:pt x="641" y="533"/>
                      </a:lnTo>
                      <a:lnTo>
                        <a:pt x="612" y="575"/>
                      </a:lnTo>
                      <a:lnTo>
                        <a:pt x="575" y="611"/>
                      </a:lnTo>
                      <a:lnTo>
                        <a:pt x="533" y="640"/>
                      </a:lnTo>
                      <a:lnTo>
                        <a:pt x="486" y="661"/>
                      </a:lnTo>
                      <a:lnTo>
                        <a:pt x="432" y="671"/>
                      </a:lnTo>
                      <a:lnTo>
                        <a:pt x="405" y="673"/>
                      </a:lnTo>
                      <a:close/>
                      <a:moveTo>
                        <a:pt x="682" y="193"/>
                      </a:moveTo>
                      <a:lnTo>
                        <a:pt x="669" y="193"/>
                      </a:lnTo>
                      <a:lnTo>
                        <a:pt x="646" y="183"/>
                      </a:lnTo>
                      <a:lnTo>
                        <a:pt x="628" y="166"/>
                      </a:lnTo>
                      <a:lnTo>
                        <a:pt x="620" y="143"/>
                      </a:lnTo>
                      <a:lnTo>
                        <a:pt x="618" y="130"/>
                      </a:lnTo>
                      <a:lnTo>
                        <a:pt x="620" y="117"/>
                      </a:lnTo>
                      <a:lnTo>
                        <a:pt x="628" y="95"/>
                      </a:lnTo>
                      <a:lnTo>
                        <a:pt x="646" y="78"/>
                      </a:lnTo>
                      <a:lnTo>
                        <a:pt x="669" y="68"/>
                      </a:lnTo>
                      <a:lnTo>
                        <a:pt x="682" y="66"/>
                      </a:lnTo>
                      <a:lnTo>
                        <a:pt x="695" y="68"/>
                      </a:lnTo>
                      <a:lnTo>
                        <a:pt x="716" y="78"/>
                      </a:lnTo>
                      <a:lnTo>
                        <a:pt x="733" y="95"/>
                      </a:lnTo>
                      <a:lnTo>
                        <a:pt x="744" y="117"/>
                      </a:lnTo>
                      <a:lnTo>
                        <a:pt x="745" y="130"/>
                      </a:lnTo>
                      <a:lnTo>
                        <a:pt x="744" y="143"/>
                      </a:lnTo>
                      <a:lnTo>
                        <a:pt x="733" y="166"/>
                      </a:lnTo>
                      <a:lnTo>
                        <a:pt x="716" y="183"/>
                      </a:lnTo>
                      <a:lnTo>
                        <a:pt x="695" y="193"/>
                      </a:lnTo>
                      <a:lnTo>
                        <a:pt x="682" y="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4" name="Google Shape;554;p14"/>
                <p:cNvSpPr/>
                <p:nvPr/>
              </p:nvSpPr>
              <p:spPr>
                <a:xfrm>
                  <a:off x="1983" y="660"/>
                  <a:ext cx="103" cy="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" h="308" extrusionOk="0">
                      <a:moveTo>
                        <a:pt x="154" y="0"/>
                      </a:moveTo>
                      <a:lnTo>
                        <a:pt x="124" y="3"/>
                      </a:lnTo>
                      <a:lnTo>
                        <a:pt x="67" y="26"/>
                      </a:lnTo>
                      <a:lnTo>
                        <a:pt x="26" y="67"/>
                      </a:lnTo>
                      <a:lnTo>
                        <a:pt x="3" y="122"/>
                      </a:lnTo>
                      <a:lnTo>
                        <a:pt x="0" y="154"/>
                      </a:lnTo>
                      <a:lnTo>
                        <a:pt x="3" y="185"/>
                      </a:lnTo>
                      <a:lnTo>
                        <a:pt x="26" y="240"/>
                      </a:lnTo>
                      <a:lnTo>
                        <a:pt x="67" y="283"/>
                      </a:lnTo>
                      <a:lnTo>
                        <a:pt x="124" y="307"/>
                      </a:lnTo>
                      <a:lnTo>
                        <a:pt x="154" y="308"/>
                      </a:lnTo>
                      <a:lnTo>
                        <a:pt x="186" y="307"/>
                      </a:lnTo>
                      <a:lnTo>
                        <a:pt x="242" y="283"/>
                      </a:lnTo>
                      <a:lnTo>
                        <a:pt x="284" y="240"/>
                      </a:lnTo>
                      <a:lnTo>
                        <a:pt x="307" y="185"/>
                      </a:lnTo>
                      <a:lnTo>
                        <a:pt x="308" y="154"/>
                      </a:lnTo>
                      <a:lnTo>
                        <a:pt x="307" y="122"/>
                      </a:lnTo>
                      <a:lnTo>
                        <a:pt x="284" y="67"/>
                      </a:lnTo>
                      <a:lnTo>
                        <a:pt x="242" y="26"/>
                      </a:lnTo>
                      <a:lnTo>
                        <a:pt x="186" y="3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5" name="Google Shape;555;p14"/>
                <p:cNvSpPr/>
                <p:nvPr/>
              </p:nvSpPr>
              <p:spPr>
                <a:xfrm>
                  <a:off x="1747" y="423"/>
                  <a:ext cx="575" cy="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725" extrusionOk="0">
                      <a:moveTo>
                        <a:pt x="862" y="0"/>
                      </a:moveTo>
                      <a:lnTo>
                        <a:pt x="819" y="2"/>
                      </a:lnTo>
                      <a:lnTo>
                        <a:pt x="731" y="10"/>
                      </a:lnTo>
                      <a:lnTo>
                        <a:pt x="647" y="28"/>
                      </a:lnTo>
                      <a:lnTo>
                        <a:pt x="566" y="52"/>
                      </a:lnTo>
                      <a:lnTo>
                        <a:pt x="489" y="85"/>
                      </a:lnTo>
                      <a:lnTo>
                        <a:pt x="415" y="126"/>
                      </a:lnTo>
                      <a:lnTo>
                        <a:pt x="346" y="172"/>
                      </a:lnTo>
                      <a:lnTo>
                        <a:pt x="282" y="225"/>
                      </a:lnTo>
                      <a:lnTo>
                        <a:pt x="223" y="283"/>
                      </a:lnTo>
                      <a:lnTo>
                        <a:pt x="172" y="346"/>
                      </a:lnTo>
                      <a:lnTo>
                        <a:pt x="124" y="415"/>
                      </a:lnTo>
                      <a:lnTo>
                        <a:pt x="85" y="489"/>
                      </a:lnTo>
                      <a:lnTo>
                        <a:pt x="52" y="567"/>
                      </a:lnTo>
                      <a:lnTo>
                        <a:pt x="27" y="647"/>
                      </a:lnTo>
                      <a:lnTo>
                        <a:pt x="10" y="731"/>
                      </a:lnTo>
                      <a:lnTo>
                        <a:pt x="1" y="819"/>
                      </a:lnTo>
                      <a:lnTo>
                        <a:pt x="0" y="863"/>
                      </a:lnTo>
                      <a:lnTo>
                        <a:pt x="1" y="907"/>
                      </a:lnTo>
                      <a:lnTo>
                        <a:pt x="10" y="994"/>
                      </a:lnTo>
                      <a:lnTo>
                        <a:pt x="27" y="1078"/>
                      </a:lnTo>
                      <a:lnTo>
                        <a:pt x="52" y="1159"/>
                      </a:lnTo>
                      <a:lnTo>
                        <a:pt x="85" y="1237"/>
                      </a:lnTo>
                      <a:lnTo>
                        <a:pt x="124" y="1310"/>
                      </a:lnTo>
                      <a:lnTo>
                        <a:pt x="172" y="1379"/>
                      </a:lnTo>
                      <a:lnTo>
                        <a:pt x="223" y="1443"/>
                      </a:lnTo>
                      <a:lnTo>
                        <a:pt x="282" y="1502"/>
                      </a:lnTo>
                      <a:lnTo>
                        <a:pt x="346" y="1553"/>
                      </a:lnTo>
                      <a:lnTo>
                        <a:pt x="415" y="1601"/>
                      </a:lnTo>
                      <a:lnTo>
                        <a:pt x="489" y="1640"/>
                      </a:lnTo>
                      <a:lnTo>
                        <a:pt x="566" y="1673"/>
                      </a:lnTo>
                      <a:lnTo>
                        <a:pt x="647" y="1698"/>
                      </a:lnTo>
                      <a:lnTo>
                        <a:pt x="731" y="1715"/>
                      </a:lnTo>
                      <a:lnTo>
                        <a:pt x="819" y="1724"/>
                      </a:lnTo>
                      <a:lnTo>
                        <a:pt x="862" y="1725"/>
                      </a:lnTo>
                      <a:lnTo>
                        <a:pt x="907" y="1724"/>
                      </a:lnTo>
                      <a:lnTo>
                        <a:pt x="994" y="1715"/>
                      </a:lnTo>
                      <a:lnTo>
                        <a:pt x="1078" y="1698"/>
                      </a:lnTo>
                      <a:lnTo>
                        <a:pt x="1159" y="1673"/>
                      </a:lnTo>
                      <a:lnTo>
                        <a:pt x="1237" y="1640"/>
                      </a:lnTo>
                      <a:lnTo>
                        <a:pt x="1310" y="1601"/>
                      </a:lnTo>
                      <a:lnTo>
                        <a:pt x="1379" y="1553"/>
                      </a:lnTo>
                      <a:lnTo>
                        <a:pt x="1443" y="1502"/>
                      </a:lnTo>
                      <a:lnTo>
                        <a:pt x="1500" y="1443"/>
                      </a:lnTo>
                      <a:lnTo>
                        <a:pt x="1554" y="1379"/>
                      </a:lnTo>
                      <a:lnTo>
                        <a:pt x="1600" y="1310"/>
                      </a:lnTo>
                      <a:lnTo>
                        <a:pt x="1640" y="1237"/>
                      </a:lnTo>
                      <a:lnTo>
                        <a:pt x="1673" y="1159"/>
                      </a:lnTo>
                      <a:lnTo>
                        <a:pt x="1698" y="1078"/>
                      </a:lnTo>
                      <a:lnTo>
                        <a:pt x="1715" y="994"/>
                      </a:lnTo>
                      <a:lnTo>
                        <a:pt x="1724" y="907"/>
                      </a:lnTo>
                      <a:lnTo>
                        <a:pt x="1725" y="863"/>
                      </a:lnTo>
                      <a:lnTo>
                        <a:pt x="1724" y="819"/>
                      </a:lnTo>
                      <a:lnTo>
                        <a:pt x="1715" y="731"/>
                      </a:lnTo>
                      <a:lnTo>
                        <a:pt x="1698" y="647"/>
                      </a:lnTo>
                      <a:lnTo>
                        <a:pt x="1673" y="567"/>
                      </a:lnTo>
                      <a:lnTo>
                        <a:pt x="1640" y="489"/>
                      </a:lnTo>
                      <a:lnTo>
                        <a:pt x="1600" y="415"/>
                      </a:lnTo>
                      <a:lnTo>
                        <a:pt x="1554" y="346"/>
                      </a:lnTo>
                      <a:lnTo>
                        <a:pt x="1500" y="283"/>
                      </a:lnTo>
                      <a:lnTo>
                        <a:pt x="1443" y="225"/>
                      </a:lnTo>
                      <a:lnTo>
                        <a:pt x="1379" y="172"/>
                      </a:lnTo>
                      <a:lnTo>
                        <a:pt x="1310" y="126"/>
                      </a:lnTo>
                      <a:lnTo>
                        <a:pt x="1237" y="85"/>
                      </a:lnTo>
                      <a:lnTo>
                        <a:pt x="1159" y="52"/>
                      </a:lnTo>
                      <a:lnTo>
                        <a:pt x="1078" y="28"/>
                      </a:lnTo>
                      <a:lnTo>
                        <a:pt x="994" y="10"/>
                      </a:lnTo>
                      <a:lnTo>
                        <a:pt x="907" y="2"/>
                      </a:lnTo>
                      <a:lnTo>
                        <a:pt x="862" y="0"/>
                      </a:lnTo>
                      <a:close/>
                      <a:moveTo>
                        <a:pt x="1381" y="1123"/>
                      </a:moveTo>
                      <a:lnTo>
                        <a:pt x="1381" y="1149"/>
                      </a:lnTo>
                      <a:lnTo>
                        <a:pt x="1369" y="1201"/>
                      </a:lnTo>
                      <a:lnTo>
                        <a:pt x="1350" y="1247"/>
                      </a:lnTo>
                      <a:lnTo>
                        <a:pt x="1322" y="1288"/>
                      </a:lnTo>
                      <a:lnTo>
                        <a:pt x="1286" y="1324"/>
                      </a:lnTo>
                      <a:lnTo>
                        <a:pt x="1244" y="1352"/>
                      </a:lnTo>
                      <a:lnTo>
                        <a:pt x="1198" y="1372"/>
                      </a:lnTo>
                      <a:lnTo>
                        <a:pt x="1146" y="1383"/>
                      </a:lnTo>
                      <a:lnTo>
                        <a:pt x="1120" y="1383"/>
                      </a:lnTo>
                      <a:lnTo>
                        <a:pt x="605" y="1383"/>
                      </a:lnTo>
                      <a:lnTo>
                        <a:pt x="578" y="1383"/>
                      </a:lnTo>
                      <a:lnTo>
                        <a:pt x="527" y="1372"/>
                      </a:lnTo>
                      <a:lnTo>
                        <a:pt x="480" y="1352"/>
                      </a:lnTo>
                      <a:lnTo>
                        <a:pt x="438" y="1324"/>
                      </a:lnTo>
                      <a:lnTo>
                        <a:pt x="404" y="1288"/>
                      </a:lnTo>
                      <a:lnTo>
                        <a:pt x="375" y="1247"/>
                      </a:lnTo>
                      <a:lnTo>
                        <a:pt x="355" y="1201"/>
                      </a:lnTo>
                      <a:lnTo>
                        <a:pt x="344" y="1149"/>
                      </a:lnTo>
                      <a:lnTo>
                        <a:pt x="343" y="1123"/>
                      </a:lnTo>
                      <a:lnTo>
                        <a:pt x="343" y="608"/>
                      </a:lnTo>
                      <a:lnTo>
                        <a:pt x="344" y="581"/>
                      </a:lnTo>
                      <a:lnTo>
                        <a:pt x="355" y="531"/>
                      </a:lnTo>
                      <a:lnTo>
                        <a:pt x="375" y="483"/>
                      </a:lnTo>
                      <a:lnTo>
                        <a:pt x="404" y="441"/>
                      </a:lnTo>
                      <a:lnTo>
                        <a:pt x="438" y="407"/>
                      </a:lnTo>
                      <a:lnTo>
                        <a:pt x="480" y="378"/>
                      </a:lnTo>
                      <a:lnTo>
                        <a:pt x="527" y="358"/>
                      </a:lnTo>
                      <a:lnTo>
                        <a:pt x="578" y="348"/>
                      </a:lnTo>
                      <a:lnTo>
                        <a:pt x="605" y="346"/>
                      </a:lnTo>
                      <a:lnTo>
                        <a:pt x="1120" y="346"/>
                      </a:lnTo>
                      <a:lnTo>
                        <a:pt x="1146" y="348"/>
                      </a:lnTo>
                      <a:lnTo>
                        <a:pt x="1198" y="358"/>
                      </a:lnTo>
                      <a:lnTo>
                        <a:pt x="1244" y="378"/>
                      </a:lnTo>
                      <a:lnTo>
                        <a:pt x="1286" y="407"/>
                      </a:lnTo>
                      <a:lnTo>
                        <a:pt x="1322" y="441"/>
                      </a:lnTo>
                      <a:lnTo>
                        <a:pt x="1350" y="483"/>
                      </a:lnTo>
                      <a:lnTo>
                        <a:pt x="1369" y="531"/>
                      </a:lnTo>
                      <a:lnTo>
                        <a:pt x="1381" y="581"/>
                      </a:lnTo>
                      <a:lnTo>
                        <a:pt x="1381" y="608"/>
                      </a:lnTo>
                      <a:lnTo>
                        <a:pt x="1381" y="112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56" name="Google Shape;556;p14"/>
              <p:cNvSpPr/>
              <p:nvPr/>
            </p:nvSpPr>
            <p:spPr>
              <a:xfrm rot="5400000">
                <a:off x="11360858" y="343758"/>
                <a:ext cx="140525" cy="26670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617" extrusionOk="0">
                    <a:moveTo>
                      <a:pt x="711" y="92"/>
                    </a:moveTo>
                    <a:lnTo>
                      <a:pt x="586" y="92"/>
                    </a:lnTo>
                    <a:lnTo>
                      <a:pt x="586" y="0"/>
                    </a:lnTo>
                    <a:lnTo>
                      <a:pt x="258" y="0"/>
                    </a:lnTo>
                    <a:lnTo>
                      <a:pt x="258" y="92"/>
                    </a:lnTo>
                    <a:lnTo>
                      <a:pt x="140" y="92"/>
                    </a:lnTo>
                    <a:lnTo>
                      <a:pt x="111" y="95"/>
                    </a:lnTo>
                    <a:lnTo>
                      <a:pt x="61" y="117"/>
                    </a:lnTo>
                    <a:lnTo>
                      <a:pt x="23" y="154"/>
                    </a:lnTo>
                    <a:lnTo>
                      <a:pt x="1" y="205"/>
                    </a:lnTo>
                    <a:lnTo>
                      <a:pt x="0" y="233"/>
                    </a:lnTo>
                    <a:lnTo>
                      <a:pt x="0" y="1477"/>
                    </a:lnTo>
                    <a:lnTo>
                      <a:pt x="1" y="1506"/>
                    </a:lnTo>
                    <a:lnTo>
                      <a:pt x="23" y="1556"/>
                    </a:lnTo>
                    <a:lnTo>
                      <a:pt x="61" y="1594"/>
                    </a:lnTo>
                    <a:lnTo>
                      <a:pt x="111" y="1615"/>
                    </a:lnTo>
                    <a:lnTo>
                      <a:pt x="140" y="1617"/>
                    </a:lnTo>
                    <a:lnTo>
                      <a:pt x="711" y="1617"/>
                    </a:lnTo>
                    <a:lnTo>
                      <a:pt x="740" y="1615"/>
                    </a:lnTo>
                    <a:lnTo>
                      <a:pt x="790" y="1594"/>
                    </a:lnTo>
                    <a:lnTo>
                      <a:pt x="828" y="1556"/>
                    </a:lnTo>
                    <a:lnTo>
                      <a:pt x="850" y="1506"/>
                    </a:lnTo>
                    <a:lnTo>
                      <a:pt x="851" y="1477"/>
                    </a:lnTo>
                    <a:lnTo>
                      <a:pt x="851" y="233"/>
                    </a:lnTo>
                    <a:lnTo>
                      <a:pt x="850" y="205"/>
                    </a:lnTo>
                    <a:lnTo>
                      <a:pt x="828" y="154"/>
                    </a:lnTo>
                    <a:lnTo>
                      <a:pt x="790" y="117"/>
                    </a:lnTo>
                    <a:lnTo>
                      <a:pt x="740" y="95"/>
                    </a:lnTo>
                    <a:lnTo>
                      <a:pt x="711" y="92"/>
                    </a:lnTo>
                    <a:close/>
                    <a:moveTo>
                      <a:pt x="757" y="1477"/>
                    </a:moveTo>
                    <a:lnTo>
                      <a:pt x="757" y="1487"/>
                    </a:lnTo>
                    <a:lnTo>
                      <a:pt x="750" y="1503"/>
                    </a:lnTo>
                    <a:lnTo>
                      <a:pt x="737" y="1516"/>
                    </a:lnTo>
                    <a:lnTo>
                      <a:pt x="721" y="1523"/>
                    </a:lnTo>
                    <a:lnTo>
                      <a:pt x="711" y="1525"/>
                    </a:lnTo>
                    <a:lnTo>
                      <a:pt x="140" y="1525"/>
                    </a:lnTo>
                    <a:lnTo>
                      <a:pt x="131" y="1523"/>
                    </a:lnTo>
                    <a:lnTo>
                      <a:pt x="114" y="1516"/>
                    </a:lnTo>
                    <a:lnTo>
                      <a:pt x="101" y="1503"/>
                    </a:lnTo>
                    <a:lnTo>
                      <a:pt x="94" y="1487"/>
                    </a:lnTo>
                    <a:lnTo>
                      <a:pt x="94" y="1477"/>
                    </a:lnTo>
                    <a:lnTo>
                      <a:pt x="94" y="233"/>
                    </a:lnTo>
                    <a:lnTo>
                      <a:pt x="94" y="223"/>
                    </a:lnTo>
                    <a:lnTo>
                      <a:pt x="101" y="206"/>
                    </a:lnTo>
                    <a:lnTo>
                      <a:pt x="114" y="194"/>
                    </a:lnTo>
                    <a:lnTo>
                      <a:pt x="131" y="187"/>
                    </a:lnTo>
                    <a:lnTo>
                      <a:pt x="140" y="186"/>
                    </a:lnTo>
                    <a:lnTo>
                      <a:pt x="711" y="186"/>
                    </a:lnTo>
                    <a:lnTo>
                      <a:pt x="721" y="187"/>
                    </a:lnTo>
                    <a:lnTo>
                      <a:pt x="737" y="194"/>
                    </a:lnTo>
                    <a:lnTo>
                      <a:pt x="750" y="206"/>
                    </a:lnTo>
                    <a:lnTo>
                      <a:pt x="757" y="223"/>
                    </a:lnTo>
                    <a:lnTo>
                      <a:pt x="757" y="233"/>
                    </a:lnTo>
                    <a:lnTo>
                      <a:pt x="757" y="1477"/>
                    </a:lnTo>
                    <a:close/>
                    <a:moveTo>
                      <a:pt x="707" y="1468"/>
                    </a:moveTo>
                    <a:lnTo>
                      <a:pt x="144" y="1468"/>
                    </a:lnTo>
                    <a:lnTo>
                      <a:pt x="144" y="1264"/>
                    </a:lnTo>
                    <a:lnTo>
                      <a:pt x="707" y="1264"/>
                    </a:lnTo>
                    <a:lnTo>
                      <a:pt x="707" y="1468"/>
                    </a:lnTo>
                    <a:close/>
                    <a:moveTo>
                      <a:pt x="707" y="1213"/>
                    </a:moveTo>
                    <a:lnTo>
                      <a:pt x="144" y="1213"/>
                    </a:lnTo>
                    <a:lnTo>
                      <a:pt x="144" y="1009"/>
                    </a:lnTo>
                    <a:lnTo>
                      <a:pt x="707" y="1009"/>
                    </a:lnTo>
                    <a:lnTo>
                      <a:pt x="707" y="1213"/>
                    </a:lnTo>
                    <a:close/>
                    <a:moveTo>
                      <a:pt x="707" y="958"/>
                    </a:moveTo>
                    <a:lnTo>
                      <a:pt x="144" y="958"/>
                    </a:lnTo>
                    <a:lnTo>
                      <a:pt x="144" y="754"/>
                    </a:lnTo>
                    <a:lnTo>
                      <a:pt x="707" y="754"/>
                    </a:lnTo>
                    <a:lnTo>
                      <a:pt x="707" y="958"/>
                    </a:lnTo>
                    <a:close/>
                    <a:moveTo>
                      <a:pt x="707" y="703"/>
                    </a:moveTo>
                    <a:lnTo>
                      <a:pt x="144" y="703"/>
                    </a:lnTo>
                    <a:lnTo>
                      <a:pt x="144" y="499"/>
                    </a:lnTo>
                    <a:lnTo>
                      <a:pt x="707" y="499"/>
                    </a:lnTo>
                    <a:lnTo>
                      <a:pt x="707" y="703"/>
                    </a:lnTo>
                    <a:close/>
                    <a:moveTo>
                      <a:pt x="707" y="448"/>
                    </a:moveTo>
                    <a:lnTo>
                      <a:pt x="144" y="448"/>
                    </a:lnTo>
                    <a:lnTo>
                      <a:pt x="144" y="243"/>
                    </a:lnTo>
                    <a:lnTo>
                      <a:pt x="707" y="243"/>
                    </a:lnTo>
                    <a:lnTo>
                      <a:pt x="707" y="4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14"/>
              <p:cNvSpPr/>
              <p:nvPr/>
            </p:nvSpPr>
            <p:spPr>
              <a:xfrm>
                <a:off x="10885020" y="369386"/>
                <a:ext cx="454304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100%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14"/>
              <p:cNvSpPr/>
              <p:nvPr/>
            </p:nvSpPr>
            <p:spPr>
              <a:xfrm>
                <a:off x="10212196" y="406846"/>
                <a:ext cx="17980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293" extrusionOk="0">
                    <a:moveTo>
                      <a:pt x="2747" y="3607"/>
                    </a:moveTo>
                    <a:lnTo>
                      <a:pt x="2711" y="3609"/>
                    </a:lnTo>
                    <a:lnTo>
                      <a:pt x="2645" y="3622"/>
                    </a:lnTo>
                    <a:lnTo>
                      <a:pt x="2583" y="3649"/>
                    </a:lnTo>
                    <a:lnTo>
                      <a:pt x="2528" y="3685"/>
                    </a:lnTo>
                    <a:lnTo>
                      <a:pt x="2481" y="3733"/>
                    </a:lnTo>
                    <a:lnTo>
                      <a:pt x="2443" y="3787"/>
                    </a:lnTo>
                    <a:lnTo>
                      <a:pt x="2417" y="3848"/>
                    </a:lnTo>
                    <a:lnTo>
                      <a:pt x="2403" y="3916"/>
                    </a:lnTo>
                    <a:lnTo>
                      <a:pt x="2403" y="3950"/>
                    </a:lnTo>
                    <a:lnTo>
                      <a:pt x="2403" y="3986"/>
                    </a:lnTo>
                    <a:lnTo>
                      <a:pt x="2417" y="4052"/>
                    </a:lnTo>
                    <a:lnTo>
                      <a:pt x="2443" y="4114"/>
                    </a:lnTo>
                    <a:lnTo>
                      <a:pt x="2481" y="4169"/>
                    </a:lnTo>
                    <a:lnTo>
                      <a:pt x="2527" y="4215"/>
                    </a:lnTo>
                    <a:lnTo>
                      <a:pt x="2583" y="4253"/>
                    </a:lnTo>
                    <a:lnTo>
                      <a:pt x="2645" y="4279"/>
                    </a:lnTo>
                    <a:lnTo>
                      <a:pt x="2711" y="4293"/>
                    </a:lnTo>
                    <a:lnTo>
                      <a:pt x="2747" y="4293"/>
                    </a:lnTo>
                    <a:lnTo>
                      <a:pt x="2783" y="4293"/>
                    </a:lnTo>
                    <a:lnTo>
                      <a:pt x="2849" y="4279"/>
                    </a:lnTo>
                    <a:lnTo>
                      <a:pt x="2911" y="4253"/>
                    </a:lnTo>
                    <a:lnTo>
                      <a:pt x="2966" y="4215"/>
                    </a:lnTo>
                    <a:lnTo>
                      <a:pt x="3013" y="4169"/>
                    </a:lnTo>
                    <a:lnTo>
                      <a:pt x="3051" y="4114"/>
                    </a:lnTo>
                    <a:lnTo>
                      <a:pt x="3077" y="4052"/>
                    </a:lnTo>
                    <a:lnTo>
                      <a:pt x="3090" y="3986"/>
                    </a:lnTo>
                    <a:lnTo>
                      <a:pt x="3091" y="3950"/>
                    </a:lnTo>
                    <a:lnTo>
                      <a:pt x="3090" y="3916"/>
                    </a:lnTo>
                    <a:lnTo>
                      <a:pt x="3077" y="3848"/>
                    </a:lnTo>
                    <a:lnTo>
                      <a:pt x="3051" y="3787"/>
                    </a:lnTo>
                    <a:lnTo>
                      <a:pt x="3013" y="3733"/>
                    </a:lnTo>
                    <a:lnTo>
                      <a:pt x="2966" y="3685"/>
                    </a:lnTo>
                    <a:lnTo>
                      <a:pt x="2911" y="3648"/>
                    </a:lnTo>
                    <a:lnTo>
                      <a:pt x="2849" y="3622"/>
                    </a:lnTo>
                    <a:lnTo>
                      <a:pt x="2783" y="3609"/>
                    </a:lnTo>
                    <a:lnTo>
                      <a:pt x="2747" y="3607"/>
                    </a:lnTo>
                    <a:close/>
                    <a:moveTo>
                      <a:pt x="5399" y="1030"/>
                    </a:moveTo>
                    <a:lnTo>
                      <a:pt x="5332" y="968"/>
                    </a:lnTo>
                    <a:lnTo>
                      <a:pt x="5194" y="852"/>
                    </a:lnTo>
                    <a:lnTo>
                      <a:pt x="5050" y="741"/>
                    </a:lnTo>
                    <a:lnTo>
                      <a:pt x="4902" y="638"/>
                    </a:lnTo>
                    <a:lnTo>
                      <a:pt x="4749" y="542"/>
                    </a:lnTo>
                    <a:lnTo>
                      <a:pt x="4592" y="454"/>
                    </a:lnTo>
                    <a:lnTo>
                      <a:pt x="4431" y="373"/>
                    </a:lnTo>
                    <a:lnTo>
                      <a:pt x="4266" y="300"/>
                    </a:lnTo>
                    <a:lnTo>
                      <a:pt x="4098" y="235"/>
                    </a:lnTo>
                    <a:lnTo>
                      <a:pt x="3927" y="178"/>
                    </a:lnTo>
                    <a:lnTo>
                      <a:pt x="3751" y="127"/>
                    </a:lnTo>
                    <a:lnTo>
                      <a:pt x="3574" y="85"/>
                    </a:lnTo>
                    <a:lnTo>
                      <a:pt x="3394" y="52"/>
                    </a:lnTo>
                    <a:lnTo>
                      <a:pt x="3211" y="26"/>
                    </a:lnTo>
                    <a:lnTo>
                      <a:pt x="3026" y="10"/>
                    </a:lnTo>
                    <a:lnTo>
                      <a:pt x="2839" y="2"/>
                    </a:lnTo>
                    <a:lnTo>
                      <a:pt x="2746" y="0"/>
                    </a:lnTo>
                    <a:lnTo>
                      <a:pt x="2652" y="2"/>
                    </a:lnTo>
                    <a:lnTo>
                      <a:pt x="2466" y="10"/>
                    </a:lnTo>
                    <a:lnTo>
                      <a:pt x="2282" y="26"/>
                    </a:lnTo>
                    <a:lnTo>
                      <a:pt x="2099" y="52"/>
                    </a:lnTo>
                    <a:lnTo>
                      <a:pt x="1919" y="85"/>
                    </a:lnTo>
                    <a:lnTo>
                      <a:pt x="1740" y="127"/>
                    </a:lnTo>
                    <a:lnTo>
                      <a:pt x="1566" y="178"/>
                    </a:lnTo>
                    <a:lnTo>
                      <a:pt x="1395" y="235"/>
                    </a:lnTo>
                    <a:lnTo>
                      <a:pt x="1226" y="300"/>
                    </a:lnTo>
                    <a:lnTo>
                      <a:pt x="1060" y="373"/>
                    </a:lnTo>
                    <a:lnTo>
                      <a:pt x="899" y="454"/>
                    </a:lnTo>
                    <a:lnTo>
                      <a:pt x="742" y="542"/>
                    </a:lnTo>
                    <a:lnTo>
                      <a:pt x="590" y="638"/>
                    </a:lnTo>
                    <a:lnTo>
                      <a:pt x="441" y="741"/>
                    </a:lnTo>
                    <a:lnTo>
                      <a:pt x="299" y="852"/>
                    </a:lnTo>
                    <a:lnTo>
                      <a:pt x="160" y="970"/>
                    </a:lnTo>
                    <a:lnTo>
                      <a:pt x="93" y="1030"/>
                    </a:lnTo>
                    <a:lnTo>
                      <a:pt x="71" y="1053"/>
                    </a:lnTo>
                    <a:lnTo>
                      <a:pt x="35" y="1104"/>
                    </a:lnTo>
                    <a:lnTo>
                      <a:pt x="12" y="1157"/>
                    </a:lnTo>
                    <a:lnTo>
                      <a:pt x="0" y="1215"/>
                    </a:lnTo>
                    <a:lnTo>
                      <a:pt x="0" y="1272"/>
                    </a:lnTo>
                    <a:lnTo>
                      <a:pt x="12" y="1328"/>
                    </a:lnTo>
                    <a:lnTo>
                      <a:pt x="35" y="1383"/>
                    </a:lnTo>
                    <a:lnTo>
                      <a:pt x="71" y="1432"/>
                    </a:lnTo>
                    <a:lnTo>
                      <a:pt x="93" y="1455"/>
                    </a:lnTo>
                    <a:lnTo>
                      <a:pt x="117" y="1477"/>
                    </a:lnTo>
                    <a:lnTo>
                      <a:pt x="170" y="1510"/>
                    </a:lnTo>
                    <a:lnTo>
                      <a:pt x="228" y="1532"/>
                    </a:lnTo>
                    <a:lnTo>
                      <a:pt x="288" y="1543"/>
                    </a:lnTo>
                    <a:lnTo>
                      <a:pt x="319" y="1543"/>
                    </a:lnTo>
                    <a:lnTo>
                      <a:pt x="350" y="1543"/>
                    </a:lnTo>
                    <a:lnTo>
                      <a:pt x="411" y="1532"/>
                    </a:lnTo>
                    <a:lnTo>
                      <a:pt x="469" y="1510"/>
                    </a:lnTo>
                    <a:lnTo>
                      <a:pt x="522" y="1477"/>
                    </a:lnTo>
                    <a:lnTo>
                      <a:pt x="546" y="1455"/>
                    </a:lnTo>
                    <a:lnTo>
                      <a:pt x="601" y="1405"/>
                    </a:lnTo>
                    <a:lnTo>
                      <a:pt x="716" y="1308"/>
                    </a:lnTo>
                    <a:lnTo>
                      <a:pt x="834" y="1218"/>
                    </a:lnTo>
                    <a:lnTo>
                      <a:pt x="958" y="1134"/>
                    </a:lnTo>
                    <a:lnTo>
                      <a:pt x="1085" y="1056"/>
                    </a:lnTo>
                    <a:lnTo>
                      <a:pt x="1215" y="986"/>
                    </a:lnTo>
                    <a:lnTo>
                      <a:pt x="1349" y="922"/>
                    </a:lnTo>
                    <a:lnTo>
                      <a:pt x="1485" y="865"/>
                    </a:lnTo>
                    <a:lnTo>
                      <a:pt x="1625" y="813"/>
                    </a:lnTo>
                    <a:lnTo>
                      <a:pt x="1768" y="768"/>
                    </a:lnTo>
                    <a:lnTo>
                      <a:pt x="1985" y="712"/>
                    </a:lnTo>
                    <a:lnTo>
                      <a:pt x="2285" y="662"/>
                    </a:lnTo>
                    <a:lnTo>
                      <a:pt x="2590" y="636"/>
                    </a:lnTo>
                    <a:lnTo>
                      <a:pt x="2746" y="633"/>
                    </a:lnTo>
                    <a:lnTo>
                      <a:pt x="2901" y="636"/>
                    </a:lnTo>
                    <a:lnTo>
                      <a:pt x="3208" y="662"/>
                    </a:lnTo>
                    <a:lnTo>
                      <a:pt x="3506" y="712"/>
                    </a:lnTo>
                    <a:lnTo>
                      <a:pt x="3725" y="768"/>
                    </a:lnTo>
                    <a:lnTo>
                      <a:pt x="3868" y="813"/>
                    </a:lnTo>
                    <a:lnTo>
                      <a:pt x="4007" y="865"/>
                    </a:lnTo>
                    <a:lnTo>
                      <a:pt x="4144" y="922"/>
                    </a:lnTo>
                    <a:lnTo>
                      <a:pt x="4277" y="986"/>
                    </a:lnTo>
                    <a:lnTo>
                      <a:pt x="4408" y="1056"/>
                    </a:lnTo>
                    <a:lnTo>
                      <a:pt x="4534" y="1134"/>
                    </a:lnTo>
                    <a:lnTo>
                      <a:pt x="4657" y="1218"/>
                    </a:lnTo>
                    <a:lnTo>
                      <a:pt x="4776" y="1307"/>
                    </a:lnTo>
                    <a:lnTo>
                      <a:pt x="4890" y="1403"/>
                    </a:lnTo>
                    <a:lnTo>
                      <a:pt x="4946" y="1455"/>
                    </a:lnTo>
                    <a:lnTo>
                      <a:pt x="4969" y="1477"/>
                    </a:lnTo>
                    <a:lnTo>
                      <a:pt x="5023" y="1509"/>
                    </a:lnTo>
                    <a:lnTo>
                      <a:pt x="5082" y="1532"/>
                    </a:lnTo>
                    <a:lnTo>
                      <a:pt x="5142" y="1542"/>
                    </a:lnTo>
                    <a:lnTo>
                      <a:pt x="5203" y="1542"/>
                    </a:lnTo>
                    <a:lnTo>
                      <a:pt x="5263" y="1532"/>
                    </a:lnTo>
                    <a:lnTo>
                      <a:pt x="5322" y="1509"/>
                    </a:lnTo>
                    <a:lnTo>
                      <a:pt x="5375" y="1477"/>
                    </a:lnTo>
                    <a:lnTo>
                      <a:pt x="5399" y="1455"/>
                    </a:lnTo>
                    <a:lnTo>
                      <a:pt x="5422" y="1432"/>
                    </a:lnTo>
                    <a:lnTo>
                      <a:pt x="5456" y="1383"/>
                    </a:lnTo>
                    <a:lnTo>
                      <a:pt x="5481" y="1328"/>
                    </a:lnTo>
                    <a:lnTo>
                      <a:pt x="5492" y="1272"/>
                    </a:lnTo>
                    <a:lnTo>
                      <a:pt x="5492" y="1215"/>
                    </a:lnTo>
                    <a:lnTo>
                      <a:pt x="5481" y="1157"/>
                    </a:lnTo>
                    <a:lnTo>
                      <a:pt x="5456" y="1102"/>
                    </a:lnTo>
                    <a:lnTo>
                      <a:pt x="5422" y="1053"/>
                    </a:lnTo>
                    <a:lnTo>
                      <a:pt x="5399" y="1030"/>
                    </a:lnTo>
                    <a:close/>
                    <a:moveTo>
                      <a:pt x="2743" y="1202"/>
                    </a:moveTo>
                    <a:lnTo>
                      <a:pt x="2604" y="1203"/>
                    </a:lnTo>
                    <a:lnTo>
                      <a:pt x="2332" y="1230"/>
                    </a:lnTo>
                    <a:lnTo>
                      <a:pt x="2066" y="1282"/>
                    </a:lnTo>
                    <a:lnTo>
                      <a:pt x="1807" y="1360"/>
                    </a:lnTo>
                    <a:lnTo>
                      <a:pt x="1557" y="1462"/>
                    </a:lnTo>
                    <a:lnTo>
                      <a:pt x="1320" y="1589"/>
                    </a:lnTo>
                    <a:lnTo>
                      <a:pt x="1094" y="1739"/>
                    </a:lnTo>
                    <a:lnTo>
                      <a:pt x="882" y="1912"/>
                    </a:lnTo>
                    <a:lnTo>
                      <a:pt x="782" y="2008"/>
                    </a:lnTo>
                    <a:lnTo>
                      <a:pt x="759" y="2033"/>
                    </a:lnTo>
                    <a:lnTo>
                      <a:pt x="722" y="2088"/>
                    </a:lnTo>
                    <a:lnTo>
                      <a:pt x="698" y="2148"/>
                    </a:lnTo>
                    <a:lnTo>
                      <a:pt x="686" y="2211"/>
                    </a:lnTo>
                    <a:lnTo>
                      <a:pt x="686" y="2275"/>
                    </a:lnTo>
                    <a:lnTo>
                      <a:pt x="698" y="2337"/>
                    </a:lnTo>
                    <a:lnTo>
                      <a:pt x="722" y="2397"/>
                    </a:lnTo>
                    <a:lnTo>
                      <a:pt x="759" y="2452"/>
                    </a:lnTo>
                    <a:lnTo>
                      <a:pt x="782" y="2478"/>
                    </a:lnTo>
                    <a:lnTo>
                      <a:pt x="808" y="2501"/>
                    </a:lnTo>
                    <a:lnTo>
                      <a:pt x="863" y="2537"/>
                    </a:lnTo>
                    <a:lnTo>
                      <a:pt x="924" y="2561"/>
                    </a:lnTo>
                    <a:lnTo>
                      <a:pt x="987" y="2574"/>
                    </a:lnTo>
                    <a:lnTo>
                      <a:pt x="1019" y="2576"/>
                    </a:lnTo>
                    <a:lnTo>
                      <a:pt x="1052" y="2574"/>
                    </a:lnTo>
                    <a:lnTo>
                      <a:pt x="1115" y="2561"/>
                    </a:lnTo>
                    <a:lnTo>
                      <a:pt x="1176" y="2537"/>
                    </a:lnTo>
                    <a:lnTo>
                      <a:pt x="1230" y="2501"/>
                    </a:lnTo>
                    <a:lnTo>
                      <a:pt x="1256" y="2478"/>
                    </a:lnTo>
                    <a:lnTo>
                      <a:pt x="1331" y="2404"/>
                    </a:lnTo>
                    <a:lnTo>
                      <a:pt x="1493" y="2272"/>
                    </a:lnTo>
                    <a:lnTo>
                      <a:pt x="1664" y="2155"/>
                    </a:lnTo>
                    <a:lnTo>
                      <a:pt x="1844" y="2056"/>
                    </a:lnTo>
                    <a:lnTo>
                      <a:pt x="2033" y="1974"/>
                    </a:lnTo>
                    <a:lnTo>
                      <a:pt x="2229" y="1910"/>
                    </a:lnTo>
                    <a:lnTo>
                      <a:pt x="2432" y="1869"/>
                    </a:lnTo>
                    <a:lnTo>
                      <a:pt x="2638" y="1847"/>
                    </a:lnTo>
                    <a:lnTo>
                      <a:pt x="2743" y="1844"/>
                    </a:lnTo>
                    <a:lnTo>
                      <a:pt x="2848" y="1847"/>
                    </a:lnTo>
                    <a:lnTo>
                      <a:pt x="3055" y="1869"/>
                    </a:lnTo>
                    <a:lnTo>
                      <a:pt x="3257" y="1910"/>
                    </a:lnTo>
                    <a:lnTo>
                      <a:pt x="3453" y="1974"/>
                    </a:lnTo>
                    <a:lnTo>
                      <a:pt x="3643" y="2056"/>
                    </a:lnTo>
                    <a:lnTo>
                      <a:pt x="3823" y="2155"/>
                    </a:lnTo>
                    <a:lnTo>
                      <a:pt x="3994" y="2272"/>
                    </a:lnTo>
                    <a:lnTo>
                      <a:pt x="4154" y="2404"/>
                    </a:lnTo>
                    <a:lnTo>
                      <a:pt x="4230" y="2478"/>
                    </a:lnTo>
                    <a:lnTo>
                      <a:pt x="4255" y="2501"/>
                    </a:lnTo>
                    <a:lnTo>
                      <a:pt x="4311" y="2537"/>
                    </a:lnTo>
                    <a:lnTo>
                      <a:pt x="4372" y="2561"/>
                    </a:lnTo>
                    <a:lnTo>
                      <a:pt x="4435" y="2574"/>
                    </a:lnTo>
                    <a:lnTo>
                      <a:pt x="4500" y="2574"/>
                    </a:lnTo>
                    <a:lnTo>
                      <a:pt x="4562" y="2561"/>
                    </a:lnTo>
                    <a:lnTo>
                      <a:pt x="4622" y="2537"/>
                    </a:lnTo>
                    <a:lnTo>
                      <a:pt x="4678" y="2501"/>
                    </a:lnTo>
                    <a:lnTo>
                      <a:pt x="4703" y="2478"/>
                    </a:lnTo>
                    <a:lnTo>
                      <a:pt x="4727" y="2452"/>
                    </a:lnTo>
                    <a:lnTo>
                      <a:pt x="4763" y="2397"/>
                    </a:lnTo>
                    <a:lnTo>
                      <a:pt x="4788" y="2337"/>
                    </a:lnTo>
                    <a:lnTo>
                      <a:pt x="4801" y="2275"/>
                    </a:lnTo>
                    <a:lnTo>
                      <a:pt x="4801" y="2211"/>
                    </a:lnTo>
                    <a:lnTo>
                      <a:pt x="4788" y="2148"/>
                    </a:lnTo>
                    <a:lnTo>
                      <a:pt x="4763" y="2088"/>
                    </a:lnTo>
                    <a:lnTo>
                      <a:pt x="4727" y="2033"/>
                    </a:lnTo>
                    <a:lnTo>
                      <a:pt x="4703" y="2008"/>
                    </a:lnTo>
                    <a:lnTo>
                      <a:pt x="4603" y="1912"/>
                    </a:lnTo>
                    <a:lnTo>
                      <a:pt x="4392" y="1739"/>
                    </a:lnTo>
                    <a:lnTo>
                      <a:pt x="4167" y="1589"/>
                    </a:lnTo>
                    <a:lnTo>
                      <a:pt x="3928" y="1462"/>
                    </a:lnTo>
                    <a:lnTo>
                      <a:pt x="3679" y="1360"/>
                    </a:lnTo>
                    <a:lnTo>
                      <a:pt x="3421" y="1282"/>
                    </a:lnTo>
                    <a:lnTo>
                      <a:pt x="3155" y="1230"/>
                    </a:lnTo>
                    <a:lnTo>
                      <a:pt x="2881" y="1203"/>
                    </a:lnTo>
                    <a:lnTo>
                      <a:pt x="2743" y="1202"/>
                    </a:lnTo>
                    <a:close/>
                    <a:moveTo>
                      <a:pt x="2746" y="2403"/>
                    </a:moveTo>
                    <a:lnTo>
                      <a:pt x="2668" y="2404"/>
                    </a:lnTo>
                    <a:lnTo>
                      <a:pt x="2514" y="2420"/>
                    </a:lnTo>
                    <a:lnTo>
                      <a:pt x="2362" y="2451"/>
                    </a:lnTo>
                    <a:lnTo>
                      <a:pt x="2217" y="2497"/>
                    </a:lnTo>
                    <a:lnTo>
                      <a:pt x="2076" y="2556"/>
                    </a:lnTo>
                    <a:lnTo>
                      <a:pt x="1940" y="2631"/>
                    </a:lnTo>
                    <a:lnTo>
                      <a:pt x="1814" y="2719"/>
                    </a:lnTo>
                    <a:lnTo>
                      <a:pt x="1694" y="2819"/>
                    </a:lnTo>
                    <a:lnTo>
                      <a:pt x="1637" y="2876"/>
                    </a:lnTo>
                    <a:lnTo>
                      <a:pt x="1615" y="2900"/>
                    </a:lnTo>
                    <a:lnTo>
                      <a:pt x="1580" y="2955"/>
                    </a:lnTo>
                    <a:lnTo>
                      <a:pt x="1557" y="3012"/>
                    </a:lnTo>
                    <a:lnTo>
                      <a:pt x="1546" y="3074"/>
                    </a:lnTo>
                    <a:lnTo>
                      <a:pt x="1546" y="3136"/>
                    </a:lnTo>
                    <a:lnTo>
                      <a:pt x="1557" y="3197"/>
                    </a:lnTo>
                    <a:lnTo>
                      <a:pt x="1580" y="3256"/>
                    </a:lnTo>
                    <a:lnTo>
                      <a:pt x="1615" y="3309"/>
                    </a:lnTo>
                    <a:lnTo>
                      <a:pt x="1637" y="3334"/>
                    </a:lnTo>
                    <a:lnTo>
                      <a:pt x="1661" y="3357"/>
                    </a:lnTo>
                    <a:lnTo>
                      <a:pt x="1713" y="3393"/>
                    </a:lnTo>
                    <a:lnTo>
                      <a:pt x="1769" y="3416"/>
                    </a:lnTo>
                    <a:lnTo>
                      <a:pt x="1830" y="3427"/>
                    </a:lnTo>
                    <a:lnTo>
                      <a:pt x="1860" y="3429"/>
                    </a:lnTo>
                    <a:lnTo>
                      <a:pt x="1890" y="3427"/>
                    </a:lnTo>
                    <a:lnTo>
                      <a:pt x="1949" y="3416"/>
                    </a:lnTo>
                    <a:lnTo>
                      <a:pt x="2005" y="3393"/>
                    </a:lnTo>
                    <a:lnTo>
                      <a:pt x="2057" y="3357"/>
                    </a:lnTo>
                    <a:lnTo>
                      <a:pt x="2082" y="3334"/>
                    </a:lnTo>
                    <a:lnTo>
                      <a:pt x="2115" y="3300"/>
                    </a:lnTo>
                    <a:lnTo>
                      <a:pt x="2187" y="3239"/>
                    </a:lnTo>
                    <a:lnTo>
                      <a:pt x="2263" y="3184"/>
                    </a:lnTo>
                    <a:lnTo>
                      <a:pt x="2344" y="3138"/>
                    </a:lnTo>
                    <a:lnTo>
                      <a:pt x="2429" y="3100"/>
                    </a:lnTo>
                    <a:lnTo>
                      <a:pt x="2517" y="3070"/>
                    </a:lnTo>
                    <a:lnTo>
                      <a:pt x="2607" y="3051"/>
                    </a:lnTo>
                    <a:lnTo>
                      <a:pt x="2699" y="3041"/>
                    </a:lnTo>
                    <a:lnTo>
                      <a:pt x="2746" y="3040"/>
                    </a:lnTo>
                    <a:lnTo>
                      <a:pt x="2793" y="3040"/>
                    </a:lnTo>
                    <a:lnTo>
                      <a:pt x="2885" y="3051"/>
                    </a:lnTo>
                    <a:lnTo>
                      <a:pt x="2976" y="3070"/>
                    </a:lnTo>
                    <a:lnTo>
                      <a:pt x="3064" y="3100"/>
                    </a:lnTo>
                    <a:lnTo>
                      <a:pt x="3147" y="3138"/>
                    </a:lnTo>
                    <a:lnTo>
                      <a:pt x="3228" y="3184"/>
                    </a:lnTo>
                    <a:lnTo>
                      <a:pt x="3304" y="3239"/>
                    </a:lnTo>
                    <a:lnTo>
                      <a:pt x="3376" y="3300"/>
                    </a:lnTo>
                    <a:lnTo>
                      <a:pt x="3411" y="3334"/>
                    </a:lnTo>
                    <a:lnTo>
                      <a:pt x="3434" y="3357"/>
                    </a:lnTo>
                    <a:lnTo>
                      <a:pt x="3487" y="3393"/>
                    </a:lnTo>
                    <a:lnTo>
                      <a:pt x="3543" y="3416"/>
                    </a:lnTo>
                    <a:lnTo>
                      <a:pt x="3603" y="3427"/>
                    </a:lnTo>
                    <a:lnTo>
                      <a:pt x="3663" y="3427"/>
                    </a:lnTo>
                    <a:lnTo>
                      <a:pt x="3722" y="3416"/>
                    </a:lnTo>
                    <a:lnTo>
                      <a:pt x="3780" y="3393"/>
                    </a:lnTo>
                    <a:lnTo>
                      <a:pt x="3832" y="3357"/>
                    </a:lnTo>
                    <a:lnTo>
                      <a:pt x="3855" y="3334"/>
                    </a:lnTo>
                    <a:lnTo>
                      <a:pt x="3878" y="3309"/>
                    </a:lnTo>
                    <a:lnTo>
                      <a:pt x="3912" y="3256"/>
                    </a:lnTo>
                    <a:lnTo>
                      <a:pt x="3934" y="3197"/>
                    </a:lnTo>
                    <a:lnTo>
                      <a:pt x="3945" y="3136"/>
                    </a:lnTo>
                    <a:lnTo>
                      <a:pt x="3945" y="3074"/>
                    </a:lnTo>
                    <a:lnTo>
                      <a:pt x="3934" y="3012"/>
                    </a:lnTo>
                    <a:lnTo>
                      <a:pt x="3912" y="2955"/>
                    </a:lnTo>
                    <a:lnTo>
                      <a:pt x="3878" y="2900"/>
                    </a:lnTo>
                    <a:lnTo>
                      <a:pt x="3855" y="2876"/>
                    </a:lnTo>
                    <a:lnTo>
                      <a:pt x="3798" y="2819"/>
                    </a:lnTo>
                    <a:lnTo>
                      <a:pt x="3679" y="2719"/>
                    </a:lnTo>
                    <a:lnTo>
                      <a:pt x="3551" y="2631"/>
                    </a:lnTo>
                    <a:lnTo>
                      <a:pt x="3417" y="2556"/>
                    </a:lnTo>
                    <a:lnTo>
                      <a:pt x="3276" y="2497"/>
                    </a:lnTo>
                    <a:lnTo>
                      <a:pt x="3130" y="2451"/>
                    </a:lnTo>
                    <a:lnTo>
                      <a:pt x="2979" y="2420"/>
                    </a:lnTo>
                    <a:lnTo>
                      <a:pt x="2825" y="2404"/>
                    </a:lnTo>
                    <a:lnTo>
                      <a:pt x="2746" y="24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14"/>
              <p:cNvSpPr/>
              <p:nvPr/>
            </p:nvSpPr>
            <p:spPr>
              <a:xfrm>
                <a:off x="9512757" y="369386"/>
                <a:ext cx="715178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PPTBIZCAM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0" name="Google Shape;560;p14"/>
            <p:cNvSpPr/>
            <p:nvPr/>
          </p:nvSpPr>
          <p:spPr>
            <a:xfrm>
              <a:off x="11377471" y="133570"/>
              <a:ext cx="176990" cy="176990"/>
            </a:xfrm>
            <a:prstGeom prst="ellipse">
              <a:avLst/>
            </a:prstGeom>
            <a:solidFill>
              <a:srgbClr val="90DA80"/>
            </a:solidFill>
            <a:ln>
              <a:noFill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1" name="Google Shape;561;p14"/>
            <p:cNvGrpSpPr/>
            <p:nvPr/>
          </p:nvGrpSpPr>
          <p:grpSpPr>
            <a:xfrm>
              <a:off x="653849" y="193034"/>
              <a:ext cx="343364" cy="344856"/>
              <a:chOff x="1157487" y="184451"/>
              <a:chExt cx="489882" cy="492010"/>
            </a:xfrm>
          </p:grpSpPr>
          <p:sp>
            <p:nvSpPr>
              <p:cNvPr id="562" name="Google Shape;562;p14"/>
              <p:cNvSpPr/>
              <p:nvPr/>
            </p:nvSpPr>
            <p:spPr>
              <a:xfrm>
                <a:off x="1157487" y="184454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14"/>
              <p:cNvSpPr/>
              <p:nvPr/>
            </p:nvSpPr>
            <p:spPr>
              <a:xfrm>
                <a:off x="1483366" y="184451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14"/>
              <p:cNvSpPr/>
              <p:nvPr/>
            </p:nvSpPr>
            <p:spPr>
              <a:xfrm>
                <a:off x="1319363" y="348454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14"/>
              <p:cNvSpPr/>
              <p:nvPr/>
            </p:nvSpPr>
            <p:spPr>
              <a:xfrm>
                <a:off x="1483366" y="348453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14"/>
              <p:cNvSpPr/>
              <p:nvPr/>
            </p:nvSpPr>
            <p:spPr>
              <a:xfrm>
                <a:off x="1157487" y="512458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14"/>
              <p:cNvSpPr/>
              <p:nvPr/>
            </p:nvSpPr>
            <p:spPr>
              <a:xfrm>
                <a:off x="1483366" y="512455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68" name="Google Shape;568;p14"/>
          <p:cNvSpPr txBox="1"/>
          <p:nvPr/>
        </p:nvSpPr>
        <p:spPr>
          <a:xfrm>
            <a:off x="1250732" y="1001923"/>
            <a:ext cx="825639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rPr>
              <a:t>학습/테스트 데이터 토크나이징</a:t>
            </a:r>
            <a:endParaRPr sz="1600" b="1">
              <a:solidFill>
                <a:srgbClr val="323F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4"/>
          <p:cNvSpPr txBox="1"/>
          <p:nvPr/>
        </p:nvSpPr>
        <p:spPr>
          <a:xfrm>
            <a:off x="722092" y="902883"/>
            <a:ext cx="5040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570" name="Google Shape;570;p14"/>
          <p:cNvSpPr txBox="1"/>
          <p:nvPr/>
        </p:nvSpPr>
        <p:spPr>
          <a:xfrm>
            <a:off x="1291355" y="3596648"/>
            <a:ext cx="825639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rPr>
              <a:t>결과 확인</a:t>
            </a:r>
            <a:endParaRPr sz="1600" b="1">
              <a:solidFill>
                <a:srgbClr val="323F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4"/>
          <p:cNvSpPr txBox="1"/>
          <p:nvPr/>
        </p:nvSpPr>
        <p:spPr>
          <a:xfrm>
            <a:off x="871279" y="3504315"/>
            <a:ext cx="5040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pic>
        <p:nvPicPr>
          <p:cNvPr id="572" name="Google Shape;57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677" y="1461420"/>
            <a:ext cx="3345412" cy="1933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1677" y="4352086"/>
            <a:ext cx="10462784" cy="1931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DFD9"/>
        </a:solidFill>
        <a:effectLst/>
      </p:bgPr>
    </p:bg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8" name="Google Shape;578;p15"/>
          <p:cNvGrpSpPr/>
          <p:nvPr/>
        </p:nvGrpSpPr>
        <p:grpSpPr>
          <a:xfrm>
            <a:off x="150812" y="0"/>
            <a:ext cx="11890375" cy="6680200"/>
            <a:chOff x="150812" y="0"/>
            <a:chExt cx="11890375" cy="6680200"/>
          </a:xfrm>
        </p:grpSpPr>
        <p:sp>
          <p:nvSpPr>
            <p:cNvPr id="579" name="Google Shape;579;p15"/>
            <p:cNvSpPr/>
            <p:nvPr/>
          </p:nvSpPr>
          <p:spPr>
            <a:xfrm>
              <a:off x="150812" y="0"/>
              <a:ext cx="11890375" cy="6680200"/>
            </a:xfrm>
            <a:prstGeom prst="round2SameRect">
              <a:avLst>
                <a:gd name="adj1" fmla="val 0"/>
                <a:gd name="adj2" fmla="val 5079"/>
              </a:avLst>
            </a:prstGeom>
            <a:solidFill>
              <a:srgbClr val="E4F7F5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5"/>
            <p:cNvSpPr/>
            <p:nvPr/>
          </p:nvSpPr>
          <p:spPr>
            <a:xfrm>
              <a:off x="286543" y="0"/>
              <a:ext cx="11618912" cy="6509543"/>
            </a:xfrm>
            <a:prstGeom prst="round2SameRect">
              <a:avLst>
                <a:gd name="adj1" fmla="val 0"/>
                <a:gd name="adj2" fmla="val 3479"/>
              </a:avLst>
            </a:prstGeom>
            <a:solidFill>
              <a:schemeClr val="lt1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5"/>
            <p:cNvSpPr/>
            <p:nvPr/>
          </p:nvSpPr>
          <p:spPr>
            <a:xfrm>
              <a:off x="286544" y="0"/>
              <a:ext cx="11618912" cy="771525"/>
            </a:xfrm>
            <a:prstGeom prst="round2SameRect">
              <a:avLst>
                <a:gd name="adj1" fmla="val 0"/>
                <a:gd name="adj2" fmla="val 29630"/>
              </a:avLst>
            </a:prstGeom>
            <a:solidFill>
              <a:schemeClr val="lt1"/>
            </a:solidFill>
            <a:ln>
              <a:noFill/>
            </a:ln>
            <a:effectLst>
              <a:outerShdw blurRad="165100" dist="38100" dir="5400000" algn="t" rotWithShape="0">
                <a:srgbClr val="000000">
                  <a:alpha val="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04. 프로젝트 수행 결과</a:t>
              </a:r>
              <a:endParaRPr/>
            </a:p>
          </p:txBody>
        </p:sp>
        <p:grpSp>
          <p:nvGrpSpPr>
            <p:cNvPr id="582" name="Google Shape;582;p15"/>
            <p:cNvGrpSpPr/>
            <p:nvPr/>
          </p:nvGrpSpPr>
          <p:grpSpPr>
            <a:xfrm>
              <a:off x="11067369" y="185874"/>
              <a:ext cx="429876" cy="429876"/>
              <a:chOff x="215317" y="343634"/>
              <a:chExt cx="684000" cy="684000"/>
            </a:xfrm>
          </p:grpSpPr>
          <p:sp>
            <p:nvSpPr>
              <p:cNvPr id="583" name="Google Shape;583;p15"/>
              <p:cNvSpPr/>
              <p:nvPr/>
            </p:nvSpPr>
            <p:spPr>
              <a:xfrm>
                <a:off x="215317" y="343634"/>
                <a:ext cx="684000" cy="684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9F3FC"/>
                  </a:gs>
                  <a:gs pos="86000">
                    <a:srgbClr val="E9F3FC"/>
                  </a:gs>
                  <a:gs pos="100000">
                    <a:srgbClr val="4E5DA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542925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84" name="Google Shape;584;p1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2555" y="386637"/>
                <a:ext cx="546554" cy="5465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85" name="Google Shape;585;p15"/>
            <p:cNvGrpSpPr/>
            <p:nvPr/>
          </p:nvGrpSpPr>
          <p:grpSpPr>
            <a:xfrm>
              <a:off x="8951161" y="320145"/>
              <a:ext cx="1794096" cy="369332"/>
              <a:chOff x="9512757" y="369386"/>
              <a:chExt cx="2373766" cy="488662"/>
            </a:xfrm>
          </p:grpSpPr>
          <p:grpSp>
            <p:nvGrpSpPr>
              <p:cNvPr id="586" name="Google Shape;586;p15"/>
              <p:cNvGrpSpPr/>
              <p:nvPr/>
            </p:nvGrpSpPr>
            <p:grpSpPr>
              <a:xfrm>
                <a:off x="10750964" y="406846"/>
                <a:ext cx="132372" cy="140525"/>
                <a:chOff x="4594" y="900"/>
                <a:chExt cx="276" cy="293"/>
              </a:xfrm>
            </p:grpSpPr>
            <p:sp>
              <p:nvSpPr>
                <p:cNvPr id="587" name="Google Shape;587;p15"/>
                <p:cNvSpPr/>
                <p:nvPr/>
              </p:nvSpPr>
              <p:spPr>
                <a:xfrm>
                  <a:off x="4594" y="900"/>
                  <a:ext cx="102" cy="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3" extrusionOk="0">
                      <a:moveTo>
                        <a:pt x="72" y="263"/>
                      </a:moveTo>
                      <a:lnTo>
                        <a:pt x="91" y="236"/>
                      </a:lnTo>
                      <a:lnTo>
                        <a:pt x="139" y="187"/>
                      </a:lnTo>
                      <a:lnTo>
                        <a:pt x="193" y="148"/>
                      </a:lnTo>
                      <a:lnTo>
                        <a:pt x="255" y="119"/>
                      </a:lnTo>
                      <a:lnTo>
                        <a:pt x="290" y="110"/>
                      </a:lnTo>
                      <a:lnTo>
                        <a:pt x="299" y="106"/>
                      </a:lnTo>
                      <a:lnTo>
                        <a:pt x="305" y="97"/>
                      </a:lnTo>
                      <a:lnTo>
                        <a:pt x="307" y="87"/>
                      </a:lnTo>
                      <a:lnTo>
                        <a:pt x="303" y="77"/>
                      </a:lnTo>
                      <a:lnTo>
                        <a:pt x="292" y="60"/>
                      </a:lnTo>
                      <a:lnTo>
                        <a:pt x="263" y="33"/>
                      </a:lnTo>
                      <a:lnTo>
                        <a:pt x="227" y="13"/>
                      </a:lnTo>
                      <a:lnTo>
                        <a:pt x="186" y="1"/>
                      </a:lnTo>
                      <a:lnTo>
                        <a:pt x="165" y="0"/>
                      </a:lnTo>
                      <a:lnTo>
                        <a:pt x="131" y="3"/>
                      </a:lnTo>
                      <a:lnTo>
                        <a:pt x="72" y="27"/>
                      </a:lnTo>
                      <a:lnTo>
                        <a:pt x="27" y="72"/>
                      </a:lnTo>
                      <a:lnTo>
                        <a:pt x="3" y="131"/>
                      </a:lnTo>
                      <a:lnTo>
                        <a:pt x="0" y="164"/>
                      </a:lnTo>
                      <a:lnTo>
                        <a:pt x="1" y="192"/>
                      </a:lnTo>
                      <a:lnTo>
                        <a:pt x="20" y="243"/>
                      </a:lnTo>
                      <a:lnTo>
                        <a:pt x="36" y="266"/>
                      </a:lnTo>
                      <a:lnTo>
                        <a:pt x="43" y="273"/>
                      </a:lnTo>
                      <a:lnTo>
                        <a:pt x="53" y="273"/>
                      </a:lnTo>
                      <a:lnTo>
                        <a:pt x="65" y="271"/>
                      </a:lnTo>
                      <a:lnTo>
                        <a:pt x="72" y="2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8" name="Google Shape;588;p15"/>
                <p:cNvSpPr/>
                <p:nvPr/>
              </p:nvSpPr>
              <p:spPr>
                <a:xfrm>
                  <a:off x="4768" y="900"/>
                  <a:ext cx="102" cy="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1" extrusionOk="0">
                      <a:moveTo>
                        <a:pt x="143" y="0"/>
                      </a:moveTo>
                      <a:lnTo>
                        <a:pt x="121" y="1"/>
                      </a:lnTo>
                      <a:lnTo>
                        <a:pt x="81" y="11"/>
                      </a:lnTo>
                      <a:lnTo>
                        <a:pt x="46" y="31"/>
                      </a:lnTo>
                      <a:lnTo>
                        <a:pt x="16" y="60"/>
                      </a:lnTo>
                      <a:lnTo>
                        <a:pt x="4" y="76"/>
                      </a:lnTo>
                      <a:lnTo>
                        <a:pt x="0" y="86"/>
                      </a:lnTo>
                      <a:lnTo>
                        <a:pt x="3" y="96"/>
                      </a:lnTo>
                      <a:lnTo>
                        <a:pt x="9" y="106"/>
                      </a:lnTo>
                      <a:lnTo>
                        <a:pt x="19" y="110"/>
                      </a:lnTo>
                      <a:lnTo>
                        <a:pt x="52" y="119"/>
                      </a:lnTo>
                      <a:lnTo>
                        <a:pt x="115" y="148"/>
                      </a:lnTo>
                      <a:lnTo>
                        <a:pt x="170" y="187"/>
                      </a:lnTo>
                      <a:lnTo>
                        <a:pt x="218" y="234"/>
                      </a:lnTo>
                      <a:lnTo>
                        <a:pt x="237" y="261"/>
                      </a:lnTo>
                      <a:lnTo>
                        <a:pt x="245" y="270"/>
                      </a:lnTo>
                      <a:lnTo>
                        <a:pt x="255" y="271"/>
                      </a:lnTo>
                      <a:lnTo>
                        <a:pt x="266" y="270"/>
                      </a:lnTo>
                      <a:lnTo>
                        <a:pt x="274" y="263"/>
                      </a:lnTo>
                      <a:lnTo>
                        <a:pt x="289" y="241"/>
                      </a:lnTo>
                      <a:lnTo>
                        <a:pt x="306" y="191"/>
                      </a:lnTo>
                      <a:lnTo>
                        <a:pt x="307" y="164"/>
                      </a:lnTo>
                      <a:lnTo>
                        <a:pt x="306" y="131"/>
                      </a:lnTo>
                      <a:lnTo>
                        <a:pt x="280" y="72"/>
                      </a:lnTo>
                      <a:lnTo>
                        <a:pt x="235" y="27"/>
                      </a:lnTo>
                      <a:lnTo>
                        <a:pt x="178" y="3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9" name="Google Shape;589;p15"/>
                <p:cNvSpPr/>
                <p:nvPr/>
              </p:nvSpPr>
              <p:spPr>
                <a:xfrm>
                  <a:off x="4612" y="947"/>
                  <a:ext cx="241" cy="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37" extrusionOk="0">
                      <a:moveTo>
                        <a:pt x="725" y="361"/>
                      </a:moveTo>
                      <a:lnTo>
                        <a:pt x="722" y="313"/>
                      </a:lnTo>
                      <a:lnTo>
                        <a:pt x="699" y="225"/>
                      </a:lnTo>
                      <a:lnTo>
                        <a:pt x="679" y="187"/>
                      </a:lnTo>
                      <a:lnTo>
                        <a:pt x="659" y="151"/>
                      </a:lnTo>
                      <a:lnTo>
                        <a:pt x="604" y="90"/>
                      </a:lnTo>
                      <a:lnTo>
                        <a:pt x="536" y="44"/>
                      </a:lnTo>
                      <a:lnTo>
                        <a:pt x="459" y="13"/>
                      </a:lnTo>
                      <a:lnTo>
                        <a:pt x="418" y="4"/>
                      </a:lnTo>
                      <a:lnTo>
                        <a:pt x="390" y="1"/>
                      </a:lnTo>
                      <a:lnTo>
                        <a:pt x="363" y="0"/>
                      </a:lnTo>
                      <a:lnTo>
                        <a:pt x="334" y="1"/>
                      </a:lnTo>
                      <a:lnTo>
                        <a:pt x="305" y="5"/>
                      </a:lnTo>
                      <a:lnTo>
                        <a:pt x="263" y="13"/>
                      </a:lnTo>
                      <a:lnTo>
                        <a:pt x="187" y="44"/>
                      </a:lnTo>
                      <a:lnTo>
                        <a:pt x="120" y="92"/>
                      </a:lnTo>
                      <a:lnTo>
                        <a:pt x="67" y="152"/>
                      </a:lnTo>
                      <a:lnTo>
                        <a:pt x="45" y="188"/>
                      </a:lnTo>
                      <a:lnTo>
                        <a:pt x="25" y="227"/>
                      </a:lnTo>
                      <a:lnTo>
                        <a:pt x="3" y="313"/>
                      </a:lnTo>
                      <a:lnTo>
                        <a:pt x="0" y="361"/>
                      </a:lnTo>
                      <a:lnTo>
                        <a:pt x="2" y="399"/>
                      </a:lnTo>
                      <a:lnTo>
                        <a:pt x="19" y="476"/>
                      </a:lnTo>
                      <a:lnTo>
                        <a:pt x="51" y="543"/>
                      </a:lnTo>
                      <a:lnTo>
                        <a:pt x="96" y="604"/>
                      </a:lnTo>
                      <a:lnTo>
                        <a:pt x="123" y="630"/>
                      </a:lnTo>
                      <a:lnTo>
                        <a:pt x="93" y="673"/>
                      </a:lnTo>
                      <a:lnTo>
                        <a:pt x="84" y="687"/>
                      </a:lnTo>
                      <a:lnTo>
                        <a:pt x="90" y="719"/>
                      </a:lnTo>
                      <a:lnTo>
                        <a:pt x="103" y="729"/>
                      </a:lnTo>
                      <a:lnTo>
                        <a:pt x="113" y="736"/>
                      </a:lnTo>
                      <a:lnTo>
                        <a:pt x="126" y="737"/>
                      </a:lnTo>
                      <a:lnTo>
                        <a:pt x="136" y="736"/>
                      </a:lnTo>
                      <a:lnTo>
                        <a:pt x="153" y="727"/>
                      </a:lnTo>
                      <a:lnTo>
                        <a:pt x="159" y="720"/>
                      </a:lnTo>
                      <a:lnTo>
                        <a:pt x="189" y="677"/>
                      </a:lnTo>
                      <a:lnTo>
                        <a:pt x="230" y="696"/>
                      </a:lnTo>
                      <a:lnTo>
                        <a:pt x="316" y="719"/>
                      </a:lnTo>
                      <a:lnTo>
                        <a:pt x="363" y="720"/>
                      </a:lnTo>
                      <a:lnTo>
                        <a:pt x="409" y="719"/>
                      </a:lnTo>
                      <a:lnTo>
                        <a:pt x="495" y="696"/>
                      </a:lnTo>
                      <a:lnTo>
                        <a:pt x="536" y="677"/>
                      </a:lnTo>
                      <a:lnTo>
                        <a:pt x="566" y="720"/>
                      </a:lnTo>
                      <a:lnTo>
                        <a:pt x="572" y="727"/>
                      </a:lnTo>
                      <a:lnTo>
                        <a:pt x="589" y="736"/>
                      </a:lnTo>
                      <a:lnTo>
                        <a:pt x="599" y="737"/>
                      </a:lnTo>
                      <a:lnTo>
                        <a:pt x="612" y="736"/>
                      </a:lnTo>
                      <a:lnTo>
                        <a:pt x="622" y="729"/>
                      </a:lnTo>
                      <a:lnTo>
                        <a:pt x="635" y="719"/>
                      </a:lnTo>
                      <a:lnTo>
                        <a:pt x="640" y="687"/>
                      </a:lnTo>
                      <a:lnTo>
                        <a:pt x="633" y="673"/>
                      </a:lnTo>
                      <a:lnTo>
                        <a:pt x="602" y="630"/>
                      </a:lnTo>
                      <a:lnTo>
                        <a:pt x="630" y="604"/>
                      </a:lnTo>
                      <a:lnTo>
                        <a:pt x="674" y="543"/>
                      </a:lnTo>
                      <a:lnTo>
                        <a:pt x="706" y="476"/>
                      </a:lnTo>
                      <a:lnTo>
                        <a:pt x="723" y="399"/>
                      </a:lnTo>
                      <a:lnTo>
                        <a:pt x="725" y="361"/>
                      </a:lnTo>
                      <a:close/>
                      <a:moveTo>
                        <a:pt x="363" y="619"/>
                      </a:moveTo>
                      <a:lnTo>
                        <a:pt x="335" y="619"/>
                      </a:lnTo>
                      <a:lnTo>
                        <a:pt x="285" y="608"/>
                      </a:lnTo>
                      <a:lnTo>
                        <a:pt x="239" y="589"/>
                      </a:lnTo>
                      <a:lnTo>
                        <a:pt x="197" y="561"/>
                      </a:lnTo>
                      <a:lnTo>
                        <a:pt x="161" y="526"/>
                      </a:lnTo>
                      <a:lnTo>
                        <a:pt x="133" y="484"/>
                      </a:lnTo>
                      <a:lnTo>
                        <a:pt x="113" y="438"/>
                      </a:lnTo>
                      <a:lnTo>
                        <a:pt x="103" y="386"/>
                      </a:lnTo>
                      <a:lnTo>
                        <a:pt x="101" y="361"/>
                      </a:lnTo>
                      <a:lnTo>
                        <a:pt x="103" y="328"/>
                      </a:lnTo>
                      <a:lnTo>
                        <a:pt x="120" y="266"/>
                      </a:lnTo>
                      <a:lnTo>
                        <a:pt x="133" y="237"/>
                      </a:lnTo>
                      <a:lnTo>
                        <a:pt x="149" y="211"/>
                      </a:lnTo>
                      <a:lnTo>
                        <a:pt x="188" y="166"/>
                      </a:lnTo>
                      <a:lnTo>
                        <a:pt x="237" y="133"/>
                      </a:lnTo>
                      <a:lnTo>
                        <a:pt x="292" y="110"/>
                      </a:lnTo>
                      <a:lnTo>
                        <a:pt x="322" y="105"/>
                      </a:lnTo>
                      <a:lnTo>
                        <a:pt x="342" y="102"/>
                      </a:lnTo>
                      <a:lnTo>
                        <a:pt x="363" y="100"/>
                      </a:lnTo>
                      <a:lnTo>
                        <a:pt x="381" y="102"/>
                      </a:lnTo>
                      <a:lnTo>
                        <a:pt x="400" y="103"/>
                      </a:lnTo>
                      <a:lnTo>
                        <a:pt x="431" y="109"/>
                      </a:lnTo>
                      <a:lnTo>
                        <a:pt x="487" y="132"/>
                      </a:lnTo>
                      <a:lnTo>
                        <a:pt x="536" y="166"/>
                      </a:lnTo>
                      <a:lnTo>
                        <a:pt x="576" y="211"/>
                      </a:lnTo>
                      <a:lnTo>
                        <a:pt x="592" y="237"/>
                      </a:lnTo>
                      <a:lnTo>
                        <a:pt x="605" y="264"/>
                      </a:lnTo>
                      <a:lnTo>
                        <a:pt x="622" y="328"/>
                      </a:lnTo>
                      <a:lnTo>
                        <a:pt x="624" y="361"/>
                      </a:lnTo>
                      <a:lnTo>
                        <a:pt x="622" y="386"/>
                      </a:lnTo>
                      <a:lnTo>
                        <a:pt x="612" y="438"/>
                      </a:lnTo>
                      <a:lnTo>
                        <a:pt x="592" y="484"/>
                      </a:lnTo>
                      <a:lnTo>
                        <a:pt x="563" y="526"/>
                      </a:lnTo>
                      <a:lnTo>
                        <a:pt x="529" y="561"/>
                      </a:lnTo>
                      <a:lnTo>
                        <a:pt x="487" y="589"/>
                      </a:lnTo>
                      <a:lnTo>
                        <a:pt x="441" y="608"/>
                      </a:lnTo>
                      <a:lnTo>
                        <a:pt x="389" y="619"/>
                      </a:lnTo>
                      <a:lnTo>
                        <a:pt x="363" y="6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0" name="Google Shape;590;p15"/>
                <p:cNvSpPr/>
                <p:nvPr/>
              </p:nvSpPr>
              <p:spPr>
                <a:xfrm>
                  <a:off x="4716" y="1006"/>
                  <a:ext cx="7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98" extrusionOk="0">
                      <a:moveTo>
                        <a:pt x="194" y="245"/>
                      </a:moveTo>
                      <a:lnTo>
                        <a:pt x="95" y="183"/>
                      </a:lnTo>
                      <a:lnTo>
                        <a:pt x="91" y="167"/>
                      </a:lnTo>
                      <a:lnTo>
                        <a:pt x="78" y="156"/>
                      </a:lnTo>
                      <a:lnTo>
                        <a:pt x="83" y="31"/>
                      </a:lnTo>
                      <a:lnTo>
                        <a:pt x="82" y="19"/>
                      </a:lnTo>
                      <a:lnTo>
                        <a:pt x="66" y="3"/>
                      </a:lnTo>
                      <a:lnTo>
                        <a:pt x="54" y="0"/>
                      </a:lnTo>
                      <a:lnTo>
                        <a:pt x="43" y="2"/>
                      </a:lnTo>
                      <a:lnTo>
                        <a:pt x="27" y="18"/>
                      </a:lnTo>
                      <a:lnTo>
                        <a:pt x="26" y="29"/>
                      </a:lnTo>
                      <a:lnTo>
                        <a:pt x="20" y="153"/>
                      </a:lnTo>
                      <a:lnTo>
                        <a:pt x="11" y="160"/>
                      </a:lnTo>
                      <a:lnTo>
                        <a:pt x="1" y="180"/>
                      </a:lnTo>
                      <a:lnTo>
                        <a:pt x="0" y="192"/>
                      </a:lnTo>
                      <a:lnTo>
                        <a:pt x="1" y="202"/>
                      </a:lnTo>
                      <a:lnTo>
                        <a:pt x="8" y="219"/>
                      </a:lnTo>
                      <a:lnTo>
                        <a:pt x="21" y="232"/>
                      </a:lnTo>
                      <a:lnTo>
                        <a:pt x="39" y="239"/>
                      </a:lnTo>
                      <a:lnTo>
                        <a:pt x="49" y="241"/>
                      </a:lnTo>
                      <a:lnTo>
                        <a:pt x="59" y="239"/>
                      </a:lnTo>
                      <a:lnTo>
                        <a:pt x="69" y="235"/>
                      </a:lnTo>
                      <a:lnTo>
                        <a:pt x="164" y="294"/>
                      </a:lnTo>
                      <a:lnTo>
                        <a:pt x="171" y="298"/>
                      </a:lnTo>
                      <a:lnTo>
                        <a:pt x="180" y="298"/>
                      </a:lnTo>
                      <a:lnTo>
                        <a:pt x="187" y="298"/>
                      </a:lnTo>
                      <a:lnTo>
                        <a:pt x="199" y="291"/>
                      </a:lnTo>
                      <a:lnTo>
                        <a:pt x="205" y="285"/>
                      </a:lnTo>
                      <a:lnTo>
                        <a:pt x="209" y="274"/>
                      </a:lnTo>
                      <a:lnTo>
                        <a:pt x="203" y="252"/>
                      </a:lnTo>
                      <a:lnTo>
                        <a:pt x="194" y="2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91" name="Google Shape;591;p15"/>
              <p:cNvGrpSpPr/>
              <p:nvPr/>
            </p:nvGrpSpPr>
            <p:grpSpPr>
              <a:xfrm>
                <a:off x="10506302" y="406846"/>
                <a:ext cx="140525" cy="140525"/>
                <a:chOff x="1747" y="423"/>
                <a:chExt cx="575" cy="575"/>
              </a:xfrm>
            </p:grpSpPr>
            <p:sp>
              <p:nvSpPr>
                <p:cNvPr id="592" name="Google Shape;592;p15"/>
                <p:cNvSpPr/>
                <p:nvPr/>
              </p:nvSpPr>
              <p:spPr>
                <a:xfrm>
                  <a:off x="1899" y="577"/>
                  <a:ext cx="271" cy="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811" extrusionOk="0">
                      <a:moveTo>
                        <a:pt x="663" y="0"/>
                      </a:moveTo>
                      <a:lnTo>
                        <a:pt x="148" y="0"/>
                      </a:lnTo>
                      <a:lnTo>
                        <a:pt x="118" y="1"/>
                      </a:lnTo>
                      <a:lnTo>
                        <a:pt x="65" y="24"/>
                      </a:lnTo>
                      <a:lnTo>
                        <a:pt x="24" y="65"/>
                      </a:lnTo>
                      <a:lnTo>
                        <a:pt x="1" y="118"/>
                      </a:lnTo>
                      <a:lnTo>
                        <a:pt x="0" y="148"/>
                      </a:lnTo>
                      <a:lnTo>
                        <a:pt x="0" y="663"/>
                      </a:lnTo>
                      <a:lnTo>
                        <a:pt x="1" y="693"/>
                      </a:lnTo>
                      <a:lnTo>
                        <a:pt x="24" y="746"/>
                      </a:lnTo>
                      <a:lnTo>
                        <a:pt x="65" y="787"/>
                      </a:lnTo>
                      <a:lnTo>
                        <a:pt x="118" y="808"/>
                      </a:lnTo>
                      <a:lnTo>
                        <a:pt x="148" y="811"/>
                      </a:lnTo>
                      <a:lnTo>
                        <a:pt x="663" y="811"/>
                      </a:lnTo>
                      <a:lnTo>
                        <a:pt x="693" y="808"/>
                      </a:lnTo>
                      <a:lnTo>
                        <a:pt x="746" y="787"/>
                      </a:lnTo>
                      <a:lnTo>
                        <a:pt x="787" y="746"/>
                      </a:lnTo>
                      <a:lnTo>
                        <a:pt x="810" y="693"/>
                      </a:lnTo>
                      <a:lnTo>
                        <a:pt x="811" y="663"/>
                      </a:lnTo>
                      <a:lnTo>
                        <a:pt x="811" y="148"/>
                      </a:lnTo>
                      <a:lnTo>
                        <a:pt x="810" y="118"/>
                      </a:lnTo>
                      <a:lnTo>
                        <a:pt x="787" y="65"/>
                      </a:lnTo>
                      <a:lnTo>
                        <a:pt x="746" y="24"/>
                      </a:lnTo>
                      <a:lnTo>
                        <a:pt x="693" y="1"/>
                      </a:lnTo>
                      <a:lnTo>
                        <a:pt x="663" y="0"/>
                      </a:lnTo>
                      <a:close/>
                      <a:moveTo>
                        <a:pt x="405" y="673"/>
                      </a:moveTo>
                      <a:lnTo>
                        <a:pt x="377" y="671"/>
                      </a:lnTo>
                      <a:lnTo>
                        <a:pt x="326" y="661"/>
                      </a:lnTo>
                      <a:lnTo>
                        <a:pt x="278" y="640"/>
                      </a:lnTo>
                      <a:lnTo>
                        <a:pt x="235" y="611"/>
                      </a:lnTo>
                      <a:lnTo>
                        <a:pt x="199" y="575"/>
                      </a:lnTo>
                      <a:lnTo>
                        <a:pt x="170" y="533"/>
                      </a:lnTo>
                      <a:lnTo>
                        <a:pt x="150" y="484"/>
                      </a:lnTo>
                      <a:lnTo>
                        <a:pt x="140" y="432"/>
                      </a:lnTo>
                      <a:lnTo>
                        <a:pt x="138" y="405"/>
                      </a:lnTo>
                      <a:lnTo>
                        <a:pt x="140" y="377"/>
                      </a:lnTo>
                      <a:lnTo>
                        <a:pt x="150" y="326"/>
                      </a:lnTo>
                      <a:lnTo>
                        <a:pt x="170" y="278"/>
                      </a:lnTo>
                      <a:lnTo>
                        <a:pt x="199" y="235"/>
                      </a:lnTo>
                      <a:lnTo>
                        <a:pt x="235" y="199"/>
                      </a:lnTo>
                      <a:lnTo>
                        <a:pt x="278" y="170"/>
                      </a:lnTo>
                      <a:lnTo>
                        <a:pt x="326" y="150"/>
                      </a:lnTo>
                      <a:lnTo>
                        <a:pt x="377" y="138"/>
                      </a:lnTo>
                      <a:lnTo>
                        <a:pt x="405" y="138"/>
                      </a:lnTo>
                      <a:lnTo>
                        <a:pt x="432" y="138"/>
                      </a:lnTo>
                      <a:lnTo>
                        <a:pt x="486" y="150"/>
                      </a:lnTo>
                      <a:lnTo>
                        <a:pt x="533" y="170"/>
                      </a:lnTo>
                      <a:lnTo>
                        <a:pt x="575" y="199"/>
                      </a:lnTo>
                      <a:lnTo>
                        <a:pt x="612" y="235"/>
                      </a:lnTo>
                      <a:lnTo>
                        <a:pt x="641" y="278"/>
                      </a:lnTo>
                      <a:lnTo>
                        <a:pt x="661" y="326"/>
                      </a:lnTo>
                      <a:lnTo>
                        <a:pt x="671" y="377"/>
                      </a:lnTo>
                      <a:lnTo>
                        <a:pt x="673" y="405"/>
                      </a:lnTo>
                      <a:lnTo>
                        <a:pt x="671" y="432"/>
                      </a:lnTo>
                      <a:lnTo>
                        <a:pt x="661" y="484"/>
                      </a:lnTo>
                      <a:lnTo>
                        <a:pt x="641" y="533"/>
                      </a:lnTo>
                      <a:lnTo>
                        <a:pt x="612" y="575"/>
                      </a:lnTo>
                      <a:lnTo>
                        <a:pt x="575" y="611"/>
                      </a:lnTo>
                      <a:lnTo>
                        <a:pt x="533" y="640"/>
                      </a:lnTo>
                      <a:lnTo>
                        <a:pt x="486" y="661"/>
                      </a:lnTo>
                      <a:lnTo>
                        <a:pt x="432" y="671"/>
                      </a:lnTo>
                      <a:lnTo>
                        <a:pt x="405" y="673"/>
                      </a:lnTo>
                      <a:close/>
                      <a:moveTo>
                        <a:pt x="682" y="193"/>
                      </a:moveTo>
                      <a:lnTo>
                        <a:pt x="669" y="193"/>
                      </a:lnTo>
                      <a:lnTo>
                        <a:pt x="646" y="183"/>
                      </a:lnTo>
                      <a:lnTo>
                        <a:pt x="628" y="166"/>
                      </a:lnTo>
                      <a:lnTo>
                        <a:pt x="620" y="143"/>
                      </a:lnTo>
                      <a:lnTo>
                        <a:pt x="618" y="130"/>
                      </a:lnTo>
                      <a:lnTo>
                        <a:pt x="620" y="117"/>
                      </a:lnTo>
                      <a:lnTo>
                        <a:pt x="628" y="95"/>
                      </a:lnTo>
                      <a:lnTo>
                        <a:pt x="646" y="78"/>
                      </a:lnTo>
                      <a:lnTo>
                        <a:pt x="669" y="68"/>
                      </a:lnTo>
                      <a:lnTo>
                        <a:pt x="682" y="66"/>
                      </a:lnTo>
                      <a:lnTo>
                        <a:pt x="695" y="68"/>
                      </a:lnTo>
                      <a:lnTo>
                        <a:pt x="716" y="78"/>
                      </a:lnTo>
                      <a:lnTo>
                        <a:pt x="733" y="95"/>
                      </a:lnTo>
                      <a:lnTo>
                        <a:pt x="744" y="117"/>
                      </a:lnTo>
                      <a:lnTo>
                        <a:pt x="745" y="130"/>
                      </a:lnTo>
                      <a:lnTo>
                        <a:pt x="744" y="143"/>
                      </a:lnTo>
                      <a:lnTo>
                        <a:pt x="733" y="166"/>
                      </a:lnTo>
                      <a:lnTo>
                        <a:pt x="716" y="183"/>
                      </a:lnTo>
                      <a:lnTo>
                        <a:pt x="695" y="193"/>
                      </a:lnTo>
                      <a:lnTo>
                        <a:pt x="682" y="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3" name="Google Shape;593;p15"/>
                <p:cNvSpPr/>
                <p:nvPr/>
              </p:nvSpPr>
              <p:spPr>
                <a:xfrm>
                  <a:off x="1983" y="660"/>
                  <a:ext cx="103" cy="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" h="308" extrusionOk="0">
                      <a:moveTo>
                        <a:pt x="154" y="0"/>
                      </a:moveTo>
                      <a:lnTo>
                        <a:pt x="124" y="3"/>
                      </a:lnTo>
                      <a:lnTo>
                        <a:pt x="67" y="26"/>
                      </a:lnTo>
                      <a:lnTo>
                        <a:pt x="26" y="67"/>
                      </a:lnTo>
                      <a:lnTo>
                        <a:pt x="3" y="122"/>
                      </a:lnTo>
                      <a:lnTo>
                        <a:pt x="0" y="154"/>
                      </a:lnTo>
                      <a:lnTo>
                        <a:pt x="3" y="185"/>
                      </a:lnTo>
                      <a:lnTo>
                        <a:pt x="26" y="240"/>
                      </a:lnTo>
                      <a:lnTo>
                        <a:pt x="67" y="283"/>
                      </a:lnTo>
                      <a:lnTo>
                        <a:pt x="124" y="307"/>
                      </a:lnTo>
                      <a:lnTo>
                        <a:pt x="154" y="308"/>
                      </a:lnTo>
                      <a:lnTo>
                        <a:pt x="186" y="307"/>
                      </a:lnTo>
                      <a:lnTo>
                        <a:pt x="242" y="283"/>
                      </a:lnTo>
                      <a:lnTo>
                        <a:pt x="284" y="240"/>
                      </a:lnTo>
                      <a:lnTo>
                        <a:pt x="307" y="185"/>
                      </a:lnTo>
                      <a:lnTo>
                        <a:pt x="308" y="154"/>
                      </a:lnTo>
                      <a:lnTo>
                        <a:pt x="307" y="122"/>
                      </a:lnTo>
                      <a:lnTo>
                        <a:pt x="284" y="67"/>
                      </a:lnTo>
                      <a:lnTo>
                        <a:pt x="242" y="26"/>
                      </a:lnTo>
                      <a:lnTo>
                        <a:pt x="186" y="3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4" name="Google Shape;594;p15"/>
                <p:cNvSpPr/>
                <p:nvPr/>
              </p:nvSpPr>
              <p:spPr>
                <a:xfrm>
                  <a:off x="1747" y="423"/>
                  <a:ext cx="575" cy="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725" extrusionOk="0">
                      <a:moveTo>
                        <a:pt x="862" y="0"/>
                      </a:moveTo>
                      <a:lnTo>
                        <a:pt x="819" y="2"/>
                      </a:lnTo>
                      <a:lnTo>
                        <a:pt x="731" y="10"/>
                      </a:lnTo>
                      <a:lnTo>
                        <a:pt x="647" y="28"/>
                      </a:lnTo>
                      <a:lnTo>
                        <a:pt x="566" y="52"/>
                      </a:lnTo>
                      <a:lnTo>
                        <a:pt x="489" y="85"/>
                      </a:lnTo>
                      <a:lnTo>
                        <a:pt x="415" y="126"/>
                      </a:lnTo>
                      <a:lnTo>
                        <a:pt x="346" y="172"/>
                      </a:lnTo>
                      <a:lnTo>
                        <a:pt x="282" y="225"/>
                      </a:lnTo>
                      <a:lnTo>
                        <a:pt x="223" y="283"/>
                      </a:lnTo>
                      <a:lnTo>
                        <a:pt x="172" y="346"/>
                      </a:lnTo>
                      <a:lnTo>
                        <a:pt x="124" y="415"/>
                      </a:lnTo>
                      <a:lnTo>
                        <a:pt x="85" y="489"/>
                      </a:lnTo>
                      <a:lnTo>
                        <a:pt x="52" y="567"/>
                      </a:lnTo>
                      <a:lnTo>
                        <a:pt x="27" y="647"/>
                      </a:lnTo>
                      <a:lnTo>
                        <a:pt x="10" y="731"/>
                      </a:lnTo>
                      <a:lnTo>
                        <a:pt x="1" y="819"/>
                      </a:lnTo>
                      <a:lnTo>
                        <a:pt x="0" y="863"/>
                      </a:lnTo>
                      <a:lnTo>
                        <a:pt x="1" y="907"/>
                      </a:lnTo>
                      <a:lnTo>
                        <a:pt x="10" y="994"/>
                      </a:lnTo>
                      <a:lnTo>
                        <a:pt x="27" y="1078"/>
                      </a:lnTo>
                      <a:lnTo>
                        <a:pt x="52" y="1159"/>
                      </a:lnTo>
                      <a:lnTo>
                        <a:pt x="85" y="1237"/>
                      </a:lnTo>
                      <a:lnTo>
                        <a:pt x="124" y="1310"/>
                      </a:lnTo>
                      <a:lnTo>
                        <a:pt x="172" y="1379"/>
                      </a:lnTo>
                      <a:lnTo>
                        <a:pt x="223" y="1443"/>
                      </a:lnTo>
                      <a:lnTo>
                        <a:pt x="282" y="1502"/>
                      </a:lnTo>
                      <a:lnTo>
                        <a:pt x="346" y="1553"/>
                      </a:lnTo>
                      <a:lnTo>
                        <a:pt x="415" y="1601"/>
                      </a:lnTo>
                      <a:lnTo>
                        <a:pt x="489" y="1640"/>
                      </a:lnTo>
                      <a:lnTo>
                        <a:pt x="566" y="1673"/>
                      </a:lnTo>
                      <a:lnTo>
                        <a:pt x="647" y="1698"/>
                      </a:lnTo>
                      <a:lnTo>
                        <a:pt x="731" y="1715"/>
                      </a:lnTo>
                      <a:lnTo>
                        <a:pt x="819" y="1724"/>
                      </a:lnTo>
                      <a:lnTo>
                        <a:pt x="862" y="1725"/>
                      </a:lnTo>
                      <a:lnTo>
                        <a:pt x="907" y="1724"/>
                      </a:lnTo>
                      <a:lnTo>
                        <a:pt x="994" y="1715"/>
                      </a:lnTo>
                      <a:lnTo>
                        <a:pt x="1078" y="1698"/>
                      </a:lnTo>
                      <a:lnTo>
                        <a:pt x="1159" y="1673"/>
                      </a:lnTo>
                      <a:lnTo>
                        <a:pt x="1237" y="1640"/>
                      </a:lnTo>
                      <a:lnTo>
                        <a:pt x="1310" y="1601"/>
                      </a:lnTo>
                      <a:lnTo>
                        <a:pt x="1379" y="1553"/>
                      </a:lnTo>
                      <a:lnTo>
                        <a:pt x="1443" y="1502"/>
                      </a:lnTo>
                      <a:lnTo>
                        <a:pt x="1500" y="1443"/>
                      </a:lnTo>
                      <a:lnTo>
                        <a:pt x="1554" y="1379"/>
                      </a:lnTo>
                      <a:lnTo>
                        <a:pt x="1600" y="1310"/>
                      </a:lnTo>
                      <a:lnTo>
                        <a:pt x="1640" y="1237"/>
                      </a:lnTo>
                      <a:lnTo>
                        <a:pt x="1673" y="1159"/>
                      </a:lnTo>
                      <a:lnTo>
                        <a:pt x="1698" y="1078"/>
                      </a:lnTo>
                      <a:lnTo>
                        <a:pt x="1715" y="994"/>
                      </a:lnTo>
                      <a:lnTo>
                        <a:pt x="1724" y="907"/>
                      </a:lnTo>
                      <a:lnTo>
                        <a:pt x="1725" y="863"/>
                      </a:lnTo>
                      <a:lnTo>
                        <a:pt x="1724" y="819"/>
                      </a:lnTo>
                      <a:lnTo>
                        <a:pt x="1715" y="731"/>
                      </a:lnTo>
                      <a:lnTo>
                        <a:pt x="1698" y="647"/>
                      </a:lnTo>
                      <a:lnTo>
                        <a:pt x="1673" y="567"/>
                      </a:lnTo>
                      <a:lnTo>
                        <a:pt x="1640" y="489"/>
                      </a:lnTo>
                      <a:lnTo>
                        <a:pt x="1600" y="415"/>
                      </a:lnTo>
                      <a:lnTo>
                        <a:pt x="1554" y="346"/>
                      </a:lnTo>
                      <a:lnTo>
                        <a:pt x="1500" y="283"/>
                      </a:lnTo>
                      <a:lnTo>
                        <a:pt x="1443" y="225"/>
                      </a:lnTo>
                      <a:lnTo>
                        <a:pt x="1379" y="172"/>
                      </a:lnTo>
                      <a:lnTo>
                        <a:pt x="1310" y="126"/>
                      </a:lnTo>
                      <a:lnTo>
                        <a:pt x="1237" y="85"/>
                      </a:lnTo>
                      <a:lnTo>
                        <a:pt x="1159" y="52"/>
                      </a:lnTo>
                      <a:lnTo>
                        <a:pt x="1078" y="28"/>
                      </a:lnTo>
                      <a:lnTo>
                        <a:pt x="994" y="10"/>
                      </a:lnTo>
                      <a:lnTo>
                        <a:pt x="907" y="2"/>
                      </a:lnTo>
                      <a:lnTo>
                        <a:pt x="862" y="0"/>
                      </a:lnTo>
                      <a:close/>
                      <a:moveTo>
                        <a:pt x="1381" y="1123"/>
                      </a:moveTo>
                      <a:lnTo>
                        <a:pt x="1381" y="1149"/>
                      </a:lnTo>
                      <a:lnTo>
                        <a:pt x="1369" y="1201"/>
                      </a:lnTo>
                      <a:lnTo>
                        <a:pt x="1350" y="1247"/>
                      </a:lnTo>
                      <a:lnTo>
                        <a:pt x="1322" y="1288"/>
                      </a:lnTo>
                      <a:lnTo>
                        <a:pt x="1286" y="1324"/>
                      </a:lnTo>
                      <a:lnTo>
                        <a:pt x="1244" y="1352"/>
                      </a:lnTo>
                      <a:lnTo>
                        <a:pt x="1198" y="1372"/>
                      </a:lnTo>
                      <a:lnTo>
                        <a:pt x="1146" y="1383"/>
                      </a:lnTo>
                      <a:lnTo>
                        <a:pt x="1120" y="1383"/>
                      </a:lnTo>
                      <a:lnTo>
                        <a:pt x="605" y="1383"/>
                      </a:lnTo>
                      <a:lnTo>
                        <a:pt x="578" y="1383"/>
                      </a:lnTo>
                      <a:lnTo>
                        <a:pt x="527" y="1372"/>
                      </a:lnTo>
                      <a:lnTo>
                        <a:pt x="480" y="1352"/>
                      </a:lnTo>
                      <a:lnTo>
                        <a:pt x="438" y="1324"/>
                      </a:lnTo>
                      <a:lnTo>
                        <a:pt x="404" y="1288"/>
                      </a:lnTo>
                      <a:lnTo>
                        <a:pt x="375" y="1247"/>
                      </a:lnTo>
                      <a:lnTo>
                        <a:pt x="355" y="1201"/>
                      </a:lnTo>
                      <a:lnTo>
                        <a:pt x="344" y="1149"/>
                      </a:lnTo>
                      <a:lnTo>
                        <a:pt x="343" y="1123"/>
                      </a:lnTo>
                      <a:lnTo>
                        <a:pt x="343" y="608"/>
                      </a:lnTo>
                      <a:lnTo>
                        <a:pt x="344" y="581"/>
                      </a:lnTo>
                      <a:lnTo>
                        <a:pt x="355" y="531"/>
                      </a:lnTo>
                      <a:lnTo>
                        <a:pt x="375" y="483"/>
                      </a:lnTo>
                      <a:lnTo>
                        <a:pt x="404" y="441"/>
                      </a:lnTo>
                      <a:lnTo>
                        <a:pt x="438" y="407"/>
                      </a:lnTo>
                      <a:lnTo>
                        <a:pt x="480" y="378"/>
                      </a:lnTo>
                      <a:lnTo>
                        <a:pt x="527" y="358"/>
                      </a:lnTo>
                      <a:lnTo>
                        <a:pt x="578" y="348"/>
                      </a:lnTo>
                      <a:lnTo>
                        <a:pt x="605" y="346"/>
                      </a:lnTo>
                      <a:lnTo>
                        <a:pt x="1120" y="346"/>
                      </a:lnTo>
                      <a:lnTo>
                        <a:pt x="1146" y="348"/>
                      </a:lnTo>
                      <a:lnTo>
                        <a:pt x="1198" y="358"/>
                      </a:lnTo>
                      <a:lnTo>
                        <a:pt x="1244" y="378"/>
                      </a:lnTo>
                      <a:lnTo>
                        <a:pt x="1286" y="407"/>
                      </a:lnTo>
                      <a:lnTo>
                        <a:pt x="1322" y="441"/>
                      </a:lnTo>
                      <a:lnTo>
                        <a:pt x="1350" y="483"/>
                      </a:lnTo>
                      <a:lnTo>
                        <a:pt x="1369" y="531"/>
                      </a:lnTo>
                      <a:lnTo>
                        <a:pt x="1381" y="581"/>
                      </a:lnTo>
                      <a:lnTo>
                        <a:pt x="1381" y="608"/>
                      </a:lnTo>
                      <a:lnTo>
                        <a:pt x="1381" y="112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95" name="Google Shape;595;p15"/>
              <p:cNvSpPr/>
              <p:nvPr/>
            </p:nvSpPr>
            <p:spPr>
              <a:xfrm rot="5400000">
                <a:off x="11360858" y="343758"/>
                <a:ext cx="140525" cy="26670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617" extrusionOk="0">
                    <a:moveTo>
                      <a:pt x="711" y="92"/>
                    </a:moveTo>
                    <a:lnTo>
                      <a:pt x="586" y="92"/>
                    </a:lnTo>
                    <a:lnTo>
                      <a:pt x="586" y="0"/>
                    </a:lnTo>
                    <a:lnTo>
                      <a:pt x="258" y="0"/>
                    </a:lnTo>
                    <a:lnTo>
                      <a:pt x="258" y="92"/>
                    </a:lnTo>
                    <a:lnTo>
                      <a:pt x="140" y="92"/>
                    </a:lnTo>
                    <a:lnTo>
                      <a:pt x="111" y="95"/>
                    </a:lnTo>
                    <a:lnTo>
                      <a:pt x="61" y="117"/>
                    </a:lnTo>
                    <a:lnTo>
                      <a:pt x="23" y="154"/>
                    </a:lnTo>
                    <a:lnTo>
                      <a:pt x="1" y="205"/>
                    </a:lnTo>
                    <a:lnTo>
                      <a:pt x="0" y="233"/>
                    </a:lnTo>
                    <a:lnTo>
                      <a:pt x="0" y="1477"/>
                    </a:lnTo>
                    <a:lnTo>
                      <a:pt x="1" y="1506"/>
                    </a:lnTo>
                    <a:lnTo>
                      <a:pt x="23" y="1556"/>
                    </a:lnTo>
                    <a:lnTo>
                      <a:pt x="61" y="1594"/>
                    </a:lnTo>
                    <a:lnTo>
                      <a:pt x="111" y="1615"/>
                    </a:lnTo>
                    <a:lnTo>
                      <a:pt x="140" y="1617"/>
                    </a:lnTo>
                    <a:lnTo>
                      <a:pt x="711" y="1617"/>
                    </a:lnTo>
                    <a:lnTo>
                      <a:pt x="740" y="1615"/>
                    </a:lnTo>
                    <a:lnTo>
                      <a:pt x="790" y="1594"/>
                    </a:lnTo>
                    <a:lnTo>
                      <a:pt x="828" y="1556"/>
                    </a:lnTo>
                    <a:lnTo>
                      <a:pt x="850" y="1506"/>
                    </a:lnTo>
                    <a:lnTo>
                      <a:pt x="851" y="1477"/>
                    </a:lnTo>
                    <a:lnTo>
                      <a:pt x="851" y="233"/>
                    </a:lnTo>
                    <a:lnTo>
                      <a:pt x="850" y="205"/>
                    </a:lnTo>
                    <a:lnTo>
                      <a:pt x="828" y="154"/>
                    </a:lnTo>
                    <a:lnTo>
                      <a:pt x="790" y="117"/>
                    </a:lnTo>
                    <a:lnTo>
                      <a:pt x="740" y="95"/>
                    </a:lnTo>
                    <a:lnTo>
                      <a:pt x="711" y="92"/>
                    </a:lnTo>
                    <a:close/>
                    <a:moveTo>
                      <a:pt x="757" y="1477"/>
                    </a:moveTo>
                    <a:lnTo>
                      <a:pt x="757" y="1487"/>
                    </a:lnTo>
                    <a:lnTo>
                      <a:pt x="750" y="1503"/>
                    </a:lnTo>
                    <a:lnTo>
                      <a:pt x="737" y="1516"/>
                    </a:lnTo>
                    <a:lnTo>
                      <a:pt x="721" y="1523"/>
                    </a:lnTo>
                    <a:lnTo>
                      <a:pt x="711" y="1525"/>
                    </a:lnTo>
                    <a:lnTo>
                      <a:pt x="140" y="1525"/>
                    </a:lnTo>
                    <a:lnTo>
                      <a:pt x="131" y="1523"/>
                    </a:lnTo>
                    <a:lnTo>
                      <a:pt x="114" y="1516"/>
                    </a:lnTo>
                    <a:lnTo>
                      <a:pt x="101" y="1503"/>
                    </a:lnTo>
                    <a:lnTo>
                      <a:pt x="94" y="1487"/>
                    </a:lnTo>
                    <a:lnTo>
                      <a:pt x="94" y="1477"/>
                    </a:lnTo>
                    <a:lnTo>
                      <a:pt x="94" y="233"/>
                    </a:lnTo>
                    <a:lnTo>
                      <a:pt x="94" y="223"/>
                    </a:lnTo>
                    <a:lnTo>
                      <a:pt x="101" y="206"/>
                    </a:lnTo>
                    <a:lnTo>
                      <a:pt x="114" y="194"/>
                    </a:lnTo>
                    <a:lnTo>
                      <a:pt x="131" y="187"/>
                    </a:lnTo>
                    <a:lnTo>
                      <a:pt x="140" y="186"/>
                    </a:lnTo>
                    <a:lnTo>
                      <a:pt x="711" y="186"/>
                    </a:lnTo>
                    <a:lnTo>
                      <a:pt x="721" y="187"/>
                    </a:lnTo>
                    <a:lnTo>
                      <a:pt x="737" y="194"/>
                    </a:lnTo>
                    <a:lnTo>
                      <a:pt x="750" y="206"/>
                    </a:lnTo>
                    <a:lnTo>
                      <a:pt x="757" y="223"/>
                    </a:lnTo>
                    <a:lnTo>
                      <a:pt x="757" y="233"/>
                    </a:lnTo>
                    <a:lnTo>
                      <a:pt x="757" y="1477"/>
                    </a:lnTo>
                    <a:close/>
                    <a:moveTo>
                      <a:pt x="707" y="1468"/>
                    </a:moveTo>
                    <a:lnTo>
                      <a:pt x="144" y="1468"/>
                    </a:lnTo>
                    <a:lnTo>
                      <a:pt x="144" y="1264"/>
                    </a:lnTo>
                    <a:lnTo>
                      <a:pt x="707" y="1264"/>
                    </a:lnTo>
                    <a:lnTo>
                      <a:pt x="707" y="1468"/>
                    </a:lnTo>
                    <a:close/>
                    <a:moveTo>
                      <a:pt x="707" y="1213"/>
                    </a:moveTo>
                    <a:lnTo>
                      <a:pt x="144" y="1213"/>
                    </a:lnTo>
                    <a:lnTo>
                      <a:pt x="144" y="1009"/>
                    </a:lnTo>
                    <a:lnTo>
                      <a:pt x="707" y="1009"/>
                    </a:lnTo>
                    <a:lnTo>
                      <a:pt x="707" y="1213"/>
                    </a:lnTo>
                    <a:close/>
                    <a:moveTo>
                      <a:pt x="707" y="958"/>
                    </a:moveTo>
                    <a:lnTo>
                      <a:pt x="144" y="958"/>
                    </a:lnTo>
                    <a:lnTo>
                      <a:pt x="144" y="754"/>
                    </a:lnTo>
                    <a:lnTo>
                      <a:pt x="707" y="754"/>
                    </a:lnTo>
                    <a:lnTo>
                      <a:pt x="707" y="958"/>
                    </a:lnTo>
                    <a:close/>
                    <a:moveTo>
                      <a:pt x="707" y="703"/>
                    </a:moveTo>
                    <a:lnTo>
                      <a:pt x="144" y="703"/>
                    </a:lnTo>
                    <a:lnTo>
                      <a:pt x="144" y="499"/>
                    </a:lnTo>
                    <a:lnTo>
                      <a:pt x="707" y="499"/>
                    </a:lnTo>
                    <a:lnTo>
                      <a:pt x="707" y="703"/>
                    </a:lnTo>
                    <a:close/>
                    <a:moveTo>
                      <a:pt x="707" y="448"/>
                    </a:moveTo>
                    <a:lnTo>
                      <a:pt x="144" y="448"/>
                    </a:lnTo>
                    <a:lnTo>
                      <a:pt x="144" y="243"/>
                    </a:lnTo>
                    <a:lnTo>
                      <a:pt x="707" y="243"/>
                    </a:lnTo>
                    <a:lnTo>
                      <a:pt x="707" y="4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15"/>
              <p:cNvSpPr/>
              <p:nvPr/>
            </p:nvSpPr>
            <p:spPr>
              <a:xfrm>
                <a:off x="10885020" y="369386"/>
                <a:ext cx="1001503" cy="488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100%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15"/>
              <p:cNvSpPr/>
              <p:nvPr/>
            </p:nvSpPr>
            <p:spPr>
              <a:xfrm>
                <a:off x="10212196" y="406846"/>
                <a:ext cx="17980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293" extrusionOk="0">
                    <a:moveTo>
                      <a:pt x="2747" y="3607"/>
                    </a:moveTo>
                    <a:lnTo>
                      <a:pt x="2711" y="3609"/>
                    </a:lnTo>
                    <a:lnTo>
                      <a:pt x="2645" y="3622"/>
                    </a:lnTo>
                    <a:lnTo>
                      <a:pt x="2583" y="3649"/>
                    </a:lnTo>
                    <a:lnTo>
                      <a:pt x="2528" y="3685"/>
                    </a:lnTo>
                    <a:lnTo>
                      <a:pt x="2481" y="3733"/>
                    </a:lnTo>
                    <a:lnTo>
                      <a:pt x="2443" y="3787"/>
                    </a:lnTo>
                    <a:lnTo>
                      <a:pt x="2417" y="3848"/>
                    </a:lnTo>
                    <a:lnTo>
                      <a:pt x="2403" y="3916"/>
                    </a:lnTo>
                    <a:lnTo>
                      <a:pt x="2403" y="3950"/>
                    </a:lnTo>
                    <a:lnTo>
                      <a:pt x="2403" y="3986"/>
                    </a:lnTo>
                    <a:lnTo>
                      <a:pt x="2417" y="4052"/>
                    </a:lnTo>
                    <a:lnTo>
                      <a:pt x="2443" y="4114"/>
                    </a:lnTo>
                    <a:lnTo>
                      <a:pt x="2481" y="4169"/>
                    </a:lnTo>
                    <a:lnTo>
                      <a:pt x="2527" y="4215"/>
                    </a:lnTo>
                    <a:lnTo>
                      <a:pt x="2583" y="4253"/>
                    </a:lnTo>
                    <a:lnTo>
                      <a:pt x="2645" y="4279"/>
                    </a:lnTo>
                    <a:lnTo>
                      <a:pt x="2711" y="4293"/>
                    </a:lnTo>
                    <a:lnTo>
                      <a:pt x="2747" y="4293"/>
                    </a:lnTo>
                    <a:lnTo>
                      <a:pt x="2783" y="4293"/>
                    </a:lnTo>
                    <a:lnTo>
                      <a:pt x="2849" y="4279"/>
                    </a:lnTo>
                    <a:lnTo>
                      <a:pt x="2911" y="4253"/>
                    </a:lnTo>
                    <a:lnTo>
                      <a:pt x="2966" y="4215"/>
                    </a:lnTo>
                    <a:lnTo>
                      <a:pt x="3013" y="4169"/>
                    </a:lnTo>
                    <a:lnTo>
                      <a:pt x="3051" y="4114"/>
                    </a:lnTo>
                    <a:lnTo>
                      <a:pt x="3077" y="4052"/>
                    </a:lnTo>
                    <a:lnTo>
                      <a:pt x="3090" y="3986"/>
                    </a:lnTo>
                    <a:lnTo>
                      <a:pt x="3091" y="3950"/>
                    </a:lnTo>
                    <a:lnTo>
                      <a:pt x="3090" y="3916"/>
                    </a:lnTo>
                    <a:lnTo>
                      <a:pt x="3077" y="3848"/>
                    </a:lnTo>
                    <a:lnTo>
                      <a:pt x="3051" y="3787"/>
                    </a:lnTo>
                    <a:lnTo>
                      <a:pt x="3013" y="3733"/>
                    </a:lnTo>
                    <a:lnTo>
                      <a:pt x="2966" y="3685"/>
                    </a:lnTo>
                    <a:lnTo>
                      <a:pt x="2911" y="3648"/>
                    </a:lnTo>
                    <a:lnTo>
                      <a:pt x="2849" y="3622"/>
                    </a:lnTo>
                    <a:lnTo>
                      <a:pt x="2783" y="3609"/>
                    </a:lnTo>
                    <a:lnTo>
                      <a:pt x="2747" y="3607"/>
                    </a:lnTo>
                    <a:close/>
                    <a:moveTo>
                      <a:pt x="5399" y="1030"/>
                    </a:moveTo>
                    <a:lnTo>
                      <a:pt x="5332" y="968"/>
                    </a:lnTo>
                    <a:lnTo>
                      <a:pt x="5194" y="852"/>
                    </a:lnTo>
                    <a:lnTo>
                      <a:pt x="5050" y="741"/>
                    </a:lnTo>
                    <a:lnTo>
                      <a:pt x="4902" y="638"/>
                    </a:lnTo>
                    <a:lnTo>
                      <a:pt x="4749" y="542"/>
                    </a:lnTo>
                    <a:lnTo>
                      <a:pt x="4592" y="454"/>
                    </a:lnTo>
                    <a:lnTo>
                      <a:pt x="4431" y="373"/>
                    </a:lnTo>
                    <a:lnTo>
                      <a:pt x="4266" y="300"/>
                    </a:lnTo>
                    <a:lnTo>
                      <a:pt x="4098" y="235"/>
                    </a:lnTo>
                    <a:lnTo>
                      <a:pt x="3927" y="178"/>
                    </a:lnTo>
                    <a:lnTo>
                      <a:pt x="3751" y="127"/>
                    </a:lnTo>
                    <a:lnTo>
                      <a:pt x="3574" y="85"/>
                    </a:lnTo>
                    <a:lnTo>
                      <a:pt x="3394" y="52"/>
                    </a:lnTo>
                    <a:lnTo>
                      <a:pt x="3211" y="26"/>
                    </a:lnTo>
                    <a:lnTo>
                      <a:pt x="3026" y="10"/>
                    </a:lnTo>
                    <a:lnTo>
                      <a:pt x="2839" y="2"/>
                    </a:lnTo>
                    <a:lnTo>
                      <a:pt x="2746" y="0"/>
                    </a:lnTo>
                    <a:lnTo>
                      <a:pt x="2652" y="2"/>
                    </a:lnTo>
                    <a:lnTo>
                      <a:pt x="2466" y="10"/>
                    </a:lnTo>
                    <a:lnTo>
                      <a:pt x="2282" y="26"/>
                    </a:lnTo>
                    <a:lnTo>
                      <a:pt x="2099" y="52"/>
                    </a:lnTo>
                    <a:lnTo>
                      <a:pt x="1919" y="85"/>
                    </a:lnTo>
                    <a:lnTo>
                      <a:pt x="1740" y="127"/>
                    </a:lnTo>
                    <a:lnTo>
                      <a:pt x="1566" y="178"/>
                    </a:lnTo>
                    <a:lnTo>
                      <a:pt x="1395" y="235"/>
                    </a:lnTo>
                    <a:lnTo>
                      <a:pt x="1226" y="300"/>
                    </a:lnTo>
                    <a:lnTo>
                      <a:pt x="1060" y="373"/>
                    </a:lnTo>
                    <a:lnTo>
                      <a:pt x="899" y="454"/>
                    </a:lnTo>
                    <a:lnTo>
                      <a:pt x="742" y="542"/>
                    </a:lnTo>
                    <a:lnTo>
                      <a:pt x="590" y="638"/>
                    </a:lnTo>
                    <a:lnTo>
                      <a:pt x="441" y="741"/>
                    </a:lnTo>
                    <a:lnTo>
                      <a:pt x="299" y="852"/>
                    </a:lnTo>
                    <a:lnTo>
                      <a:pt x="160" y="970"/>
                    </a:lnTo>
                    <a:lnTo>
                      <a:pt x="93" y="1030"/>
                    </a:lnTo>
                    <a:lnTo>
                      <a:pt x="71" y="1053"/>
                    </a:lnTo>
                    <a:lnTo>
                      <a:pt x="35" y="1104"/>
                    </a:lnTo>
                    <a:lnTo>
                      <a:pt x="12" y="1157"/>
                    </a:lnTo>
                    <a:lnTo>
                      <a:pt x="0" y="1215"/>
                    </a:lnTo>
                    <a:lnTo>
                      <a:pt x="0" y="1272"/>
                    </a:lnTo>
                    <a:lnTo>
                      <a:pt x="12" y="1328"/>
                    </a:lnTo>
                    <a:lnTo>
                      <a:pt x="35" y="1383"/>
                    </a:lnTo>
                    <a:lnTo>
                      <a:pt x="71" y="1432"/>
                    </a:lnTo>
                    <a:lnTo>
                      <a:pt x="93" y="1455"/>
                    </a:lnTo>
                    <a:lnTo>
                      <a:pt x="117" y="1477"/>
                    </a:lnTo>
                    <a:lnTo>
                      <a:pt x="170" y="1510"/>
                    </a:lnTo>
                    <a:lnTo>
                      <a:pt x="228" y="1532"/>
                    </a:lnTo>
                    <a:lnTo>
                      <a:pt x="288" y="1543"/>
                    </a:lnTo>
                    <a:lnTo>
                      <a:pt x="319" y="1543"/>
                    </a:lnTo>
                    <a:lnTo>
                      <a:pt x="350" y="1543"/>
                    </a:lnTo>
                    <a:lnTo>
                      <a:pt x="411" y="1532"/>
                    </a:lnTo>
                    <a:lnTo>
                      <a:pt x="469" y="1510"/>
                    </a:lnTo>
                    <a:lnTo>
                      <a:pt x="522" y="1477"/>
                    </a:lnTo>
                    <a:lnTo>
                      <a:pt x="546" y="1455"/>
                    </a:lnTo>
                    <a:lnTo>
                      <a:pt x="601" y="1405"/>
                    </a:lnTo>
                    <a:lnTo>
                      <a:pt x="716" y="1308"/>
                    </a:lnTo>
                    <a:lnTo>
                      <a:pt x="834" y="1218"/>
                    </a:lnTo>
                    <a:lnTo>
                      <a:pt x="958" y="1134"/>
                    </a:lnTo>
                    <a:lnTo>
                      <a:pt x="1085" y="1056"/>
                    </a:lnTo>
                    <a:lnTo>
                      <a:pt x="1215" y="986"/>
                    </a:lnTo>
                    <a:lnTo>
                      <a:pt x="1349" y="922"/>
                    </a:lnTo>
                    <a:lnTo>
                      <a:pt x="1485" y="865"/>
                    </a:lnTo>
                    <a:lnTo>
                      <a:pt x="1625" y="813"/>
                    </a:lnTo>
                    <a:lnTo>
                      <a:pt x="1768" y="768"/>
                    </a:lnTo>
                    <a:lnTo>
                      <a:pt x="1985" y="712"/>
                    </a:lnTo>
                    <a:lnTo>
                      <a:pt x="2285" y="662"/>
                    </a:lnTo>
                    <a:lnTo>
                      <a:pt x="2590" y="636"/>
                    </a:lnTo>
                    <a:lnTo>
                      <a:pt x="2746" y="633"/>
                    </a:lnTo>
                    <a:lnTo>
                      <a:pt x="2901" y="636"/>
                    </a:lnTo>
                    <a:lnTo>
                      <a:pt x="3208" y="662"/>
                    </a:lnTo>
                    <a:lnTo>
                      <a:pt x="3506" y="712"/>
                    </a:lnTo>
                    <a:lnTo>
                      <a:pt x="3725" y="768"/>
                    </a:lnTo>
                    <a:lnTo>
                      <a:pt x="3868" y="813"/>
                    </a:lnTo>
                    <a:lnTo>
                      <a:pt x="4007" y="865"/>
                    </a:lnTo>
                    <a:lnTo>
                      <a:pt x="4144" y="922"/>
                    </a:lnTo>
                    <a:lnTo>
                      <a:pt x="4277" y="986"/>
                    </a:lnTo>
                    <a:lnTo>
                      <a:pt x="4408" y="1056"/>
                    </a:lnTo>
                    <a:lnTo>
                      <a:pt x="4534" y="1134"/>
                    </a:lnTo>
                    <a:lnTo>
                      <a:pt x="4657" y="1218"/>
                    </a:lnTo>
                    <a:lnTo>
                      <a:pt x="4776" y="1307"/>
                    </a:lnTo>
                    <a:lnTo>
                      <a:pt x="4890" y="1403"/>
                    </a:lnTo>
                    <a:lnTo>
                      <a:pt x="4946" y="1455"/>
                    </a:lnTo>
                    <a:lnTo>
                      <a:pt x="4969" y="1477"/>
                    </a:lnTo>
                    <a:lnTo>
                      <a:pt x="5023" y="1509"/>
                    </a:lnTo>
                    <a:lnTo>
                      <a:pt x="5082" y="1532"/>
                    </a:lnTo>
                    <a:lnTo>
                      <a:pt x="5142" y="1542"/>
                    </a:lnTo>
                    <a:lnTo>
                      <a:pt x="5203" y="1542"/>
                    </a:lnTo>
                    <a:lnTo>
                      <a:pt x="5263" y="1532"/>
                    </a:lnTo>
                    <a:lnTo>
                      <a:pt x="5322" y="1509"/>
                    </a:lnTo>
                    <a:lnTo>
                      <a:pt x="5375" y="1477"/>
                    </a:lnTo>
                    <a:lnTo>
                      <a:pt x="5399" y="1455"/>
                    </a:lnTo>
                    <a:lnTo>
                      <a:pt x="5422" y="1432"/>
                    </a:lnTo>
                    <a:lnTo>
                      <a:pt x="5456" y="1383"/>
                    </a:lnTo>
                    <a:lnTo>
                      <a:pt x="5481" y="1328"/>
                    </a:lnTo>
                    <a:lnTo>
                      <a:pt x="5492" y="1272"/>
                    </a:lnTo>
                    <a:lnTo>
                      <a:pt x="5492" y="1215"/>
                    </a:lnTo>
                    <a:lnTo>
                      <a:pt x="5481" y="1157"/>
                    </a:lnTo>
                    <a:lnTo>
                      <a:pt x="5456" y="1102"/>
                    </a:lnTo>
                    <a:lnTo>
                      <a:pt x="5422" y="1053"/>
                    </a:lnTo>
                    <a:lnTo>
                      <a:pt x="5399" y="1030"/>
                    </a:lnTo>
                    <a:close/>
                    <a:moveTo>
                      <a:pt x="2743" y="1202"/>
                    </a:moveTo>
                    <a:lnTo>
                      <a:pt x="2604" y="1203"/>
                    </a:lnTo>
                    <a:lnTo>
                      <a:pt x="2332" y="1230"/>
                    </a:lnTo>
                    <a:lnTo>
                      <a:pt x="2066" y="1282"/>
                    </a:lnTo>
                    <a:lnTo>
                      <a:pt x="1807" y="1360"/>
                    </a:lnTo>
                    <a:lnTo>
                      <a:pt x="1557" y="1462"/>
                    </a:lnTo>
                    <a:lnTo>
                      <a:pt x="1320" y="1589"/>
                    </a:lnTo>
                    <a:lnTo>
                      <a:pt x="1094" y="1739"/>
                    </a:lnTo>
                    <a:lnTo>
                      <a:pt x="882" y="1912"/>
                    </a:lnTo>
                    <a:lnTo>
                      <a:pt x="782" y="2008"/>
                    </a:lnTo>
                    <a:lnTo>
                      <a:pt x="759" y="2033"/>
                    </a:lnTo>
                    <a:lnTo>
                      <a:pt x="722" y="2088"/>
                    </a:lnTo>
                    <a:lnTo>
                      <a:pt x="698" y="2148"/>
                    </a:lnTo>
                    <a:lnTo>
                      <a:pt x="686" y="2211"/>
                    </a:lnTo>
                    <a:lnTo>
                      <a:pt x="686" y="2275"/>
                    </a:lnTo>
                    <a:lnTo>
                      <a:pt x="698" y="2337"/>
                    </a:lnTo>
                    <a:lnTo>
                      <a:pt x="722" y="2397"/>
                    </a:lnTo>
                    <a:lnTo>
                      <a:pt x="759" y="2452"/>
                    </a:lnTo>
                    <a:lnTo>
                      <a:pt x="782" y="2478"/>
                    </a:lnTo>
                    <a:lnTo>
                      <a:pt x="808" y="2501"/>
                    </a:lnTo>
                    <a:lnTo>
                      <a:pt x="863" y="2537"/>
                    </a:lnTo>
                    <a:lnTo>
                      <a:pt x="924" y="2561"/>
                    </a:lnTo>
                    <a:lnTo>
                      <a:pt x="987" y="2574"/>
                    </a:lnTo>
                    <a:lnTo>
                      <a:pt x="1019" y="2576"/>
                    </a:lnTo>
                    <a:lnTo>
                      <a:pt x="1052" y="2574"/>
                    </a:lnTo>
                    <a:lnTo>
                      <a:pt x="1115" y="2561"/>
                    </a:lnTo>
                    <a:lnTo>
                      <a:pt x="1176" y="2537"/>
                    </a:lnTo>
                    <a:lnTo>
                      <a:pt x="1230" y="2501"/>
                    </a:lnTo>
                    <a:lnTo>
                      <a:pt x="1256" y="2478"/>
                    </a:lnTo>
                    <a:lnTo>
                      <a:pt x="1331" y="2404"/>
                    </a:lnTo>
                    <a:lnTo>
                      <a:pt x="1493" y="2272"/>
                    </a:lnTo>
                    <a:lnTo>
                      <a:pt x="1664" y="2155"/>
                    </a:lnTo>
                    <a:lnTo>
                      <a:pt x="1844" y="2056"/>
                    </a:lnTo>
                    <a:lnTo>
                      <a:pt x="2033" y="1974"/>
                    </a:lnTo>
                    <a:lnTo>
                      <a:pt x="2229" y="1910"/>
                    </a:lnTo>
                    <a:lnTo>
                      <a:pt x="2432" y="1869"/>
                    </a:lnTo>
                    <a:lnTo>
                      <a:pt x="2638" y="1847"/>
                    </a:lnTo>
                    <a:lnTo>
                      <a:pt x="2743" y="1844"/>
                    </a:lnTo>
                    <a:lnTo>
                      <a:pt x="2848" y="1847"/>
                    </a:lnTo>
                    <a:lnTo>
                      <a:pt x="3055" y="1869"/>
                    </a:lnTo>
                    <a:lnTo>
                      <a:pt x="3257" y="1910"/>
                    </a:lnTo>
                    <a:lnTo>
                      <a:pt x="3453" y="1974"/>
                    </a:lnTo>
                    <a:lnTo>
                      <a:pt x="3643" y="2056"/>
                    </a:lnTo>
                    <a:lnTo>
                      <a:pt x="3823" y="2155"/>
                    </a:lnTo>
                    <a:lnTo>
                      <a:pt x="3994" y="2272"/>
                    </a:lnTo>
                    <a:lnTo>
                      <a:pt x="4154" y="2404"/>
                    </a:lnTo>
                    <a:lnTo>
                      <a:pt x="4230" y="2478"/>
                    </a:lnTo>
                    <a:lnTo>
                      <a:pt x="4255" y="2501"/>
                    </a:lnTo>
                    <a:lnTo>
                      <a:pt x="4311" y="2537"/>
                    </a:lnTo>
                    <a:lnTo>
                      <a:pt x="4372" y="2561"/>
                    </a:lnTo>
                    <a:lnTo>
                      <a:pt x="4435" y="2574"/>
                    </a:lnTo>
                    <a:lnTo>
                      <a:pt x="4500" y="2574"/>
                    </a:lnTo>
                    <a:lnTo>
                      <a:pt x="4562" y="2561"/>
                    </a:lnTo>
                    <a:lnTo>
                      <a:pt x="4622" y="2537"/>
                    </a:lnTo>
                    <a:lnTo>
                      <a:pt x="4678" y="2501"/>
                    </a:lnTo>
                    <a:lnTo>
                      <a:pt x="4703" y="2478"/>
                    </a:lnTo>
                    <a:lnTo>
                      <a:pt x="4727" y="2452"/>
                    </a:lnTo>
                    <a:lnTo>
                      <a:pt x="4763" y="2397"/>
                    </a:lnTo>
                    <a:lnTo>
                      <a:pt x="4788" y="2337"/>
                    </a:lnTo>
                    <a:lnTo>
                      <a:pt x="4801" y="2275"/>
                    </a:lnTo>
                    <a:lnTo>
                      <a:pt x="4801" y="2211"/>
                    </a:lnTo>
                    <a:lnTo>
                      <a:pt x="4788" y="2148"/>
                    </a:lnTo>
                    <a:lnTo>
                      <a:pt x="4763" y="2088"/>
                    </a:lnTo>
                    <a:lnTo>
                      <a:pt x="4727" y="2033"/>
                    </a:lnTo>
                    <a:lnTo>
                      <a:pt x="4703" y="2008"/>
                    </a:lnTo>
                    <a:lnTo>
                      <a:pt x="4603" y="1912"/>
                    </a:lnTo>
                    <a:lnTo>
                      <a:pt x="4392" y="1739"/>
                    </a:lnTo>
                    <a:lnTo>
                      <a:pt x="4167" y="1589"/>
                    </a:lnTo>
                    <a:lnTo>
                      <a:pt x="3928" y="1462"/>
                    </a:lnTo>
                    <a:lnTo>
                      <a:pt x="3679" y="1360"/>
                    </a:lnTo>
                    <a:lnTo>
                      <a:pt x="3421" y="1282"/>
                    </a:lnTo>
                    <a:lnTo>
                      <a:pt x="3155" y="1230"/>
                    </a:lnTo>
                    <a:lnTo>
                      <a:pt x="2881" y="1203"/>
                    </a:lnTo>
                    <a:lnTo>
                      <a:pt x="2743" y="1202"/>
                    </a:lnTo>
                    <a:close/>
                    <a:moveTo>
                      <a:pt x="2746" y="2403"/>
                    </a:moveTo>
                    <a:lnTo>
                      <a:pt x="2668" y="2404"/>
                    </a:lnTo>
                    <a:lnTo>
                      <a:pt x="2514" y="2420"/>
                    </a:lnTo>
                    <a:lnTo>
                      <a:pt x="2362" y="2451"/>
                    </a:lnTo>
                    <a:lnTo>
                      <a:pt x="2217" y="2497"/>
                    </a:lnTo>
                    <a:lnTo>
                      <a:pt x="2076" y="2556"/>
                    </a:lnTo>
                    <a:lnTo>
                      <a:pt x="1940" y="2631"/>
                    </a:lnTo>
                    <a:lnTo>
                      <a:pt x="1814" y="2719"/>
                    </a:lnTo>
                    <a:lnTo>
                      <a:pt x="1694" y="2819"/>
                    </a:lnTo>
                    <a:lnTo>
                      <a:pt x="1637" y="2876"/>
                    </a:lnTo>
                    <a:lnTo>
                      <a:pt x="1615" y="2900"/>
                    </a:lnTo>
                    <a:lnTo>
                      <a:pt x="1580" y="2955"/>
                    </a:lnTo>
                    <a:lnTo>
                      <a:pt x="1557" y="3012"/>
                    </a:lnTo>
                    <a:lnTo>
                      <a:pt x="1546" y="3074"/>
                    </a:lnTo>
                    <a:lnTo>
                      <a:pt x="1546" y="3136"/>
                    </a:lnTo>
                    <a:lnTo>
                      <a:pt x="1557" y="3197"/>
                    </a:lnTo>
                    <a:lnTo>
                      <a:pt x="1580" y="3256"/>
                    </a:lnTo>
                    <a:lnTo>
                      <a:pt x="1615" y="3309"/>
                    </a:lnTo>
                    <a:lnTo>
                      <a:pt x="1637" y="3334"/>
                    </a:lnTo>
                    <a:lnTo>
                      <a:pt x="1661" y="3357"/>
                    </a:lnTo>
                    <a:lnTo>
                      <a:pt x="1713" y="3393"/>
                    </a:lnTo>
                    <a:lnTo>
                      <a:pt x="1769" y="3416"/>
                    </a:lnTo>
                    <a:lnTo>
                      <a:pt x="1830" y="3427"/>
                    </a:lnTo>
                    <a:lnTo>
                      <a:pt x="1860" y="3429"/>
                    </a:lnTo>
                    <a:lnTo>
                      <a:pt x="1890" y="3427"/>
                    </a:lnTo>
                    <a:lnTo>
                      <a:pt x="1949" y="3416"/>
                    </a:lnTo>
                    <a:lnTo>
                      <a:pt x="2005" y="3393"/>
                    </a:lnTo>
                    <a:lnTo>
                      <a:pt x="2057" y="3357"/>
                    </a:lnTo>
                    <a:lnTo>
                      <a:pt x="2082" y="3334"/>
                    </a:lnTo>
                    <a:lnTo>
                      <a:pt x="2115" y="3300"/>
                    </a:lnTo>
                    <a:lnTo>
                      <a:pt x="2187" y="3239"/>
                    </a:lnTo>
                    <a:lnTo>
                      <a:pt x="2263" y="3184"/>
                    </a:lnTo>
                    <a:lnTo>
                      <a:pt x="2344" y="3138"/>
                    </a:lnTo>
                    <a:lnTo>
                      <a:pt x="2429" y="3100"/>
                    </a:lnTo>
                    <a:lnTo>
                      <a:pt x="2517" y="3070"/>
                    </a:lnTo>
                    <a:lnTo>
                      <a:pt x="2607" y="3051"/>
                    </a:lnTo>
                    <a:lnTo>
                      <a:pt x="2699" y="3041"/>
                    </a:lnTo>
                    <a:lnTo>
                      <a:pt x="2746" y="3040"/>
                    </a:lnTo>
                    <a:lnTo>
                      <a:pt x="2793" y="3040"/>
                    </a:lnTo>
                    <a:lnTo>
                      <a:pt x="2885" y="3051"/>
                    </a:lnTo>
                    <a:lnTo>
                      <a:pt x="2976" y="3070"/>
                    </a:lnTo>
                    <a:lnTo>
                      <a:pt x="3064" y="3100"/>
                    </a:lnTo>
                    <a:lnTo>
                      <a:pt x="3147" y="3138"/>
                    </a:lnTo>
                    <a:lnTo>
                      <a:pt x="3228" y="3184"/>
                    </a:lnTo>
                    <a:lnTo>
                      <a:pt x="3304" y="3239"/>
                    </a:lnTo>
                    <a:lnTo>
                      <a:pt x="3376" y="3300"/>
                    </a:lnTo>
                    <a:lnTo>
                      <a:pt x="3411" y="3334"/>
                    </a:lnTo>
                    <a:lnTo>
                      <a:pt x="3434" y="3357"/>
                    </a:lnTo>
                    <a:lnTo>
                      <a:pt x="3487" y="3393"/>
                    </a:lnTo>
                    <a:lnTo>
                      <a:pt x="3543" y="3416"/>
                    </a:lnTo>
                    <a:lnTo>
                      <a:pt x="3603" y="3427"/>
                    </a:lnTo>
                    <a:lnTo>
                      <a:pt x="3663" y="3427"/>
                    </a:lnTo>
                    <a:lnTo>
                      <a:pt x="3722" y="3416"/>
                    </a:lnTo>
                    <a:lnTo>
                      <a:pt x="3780" y="3393"/>
                    </a:lnTo>
                    <a:lnTo>
                      <a:pt x="3832" y="3357"/>
                    </a:lnTo>
                    <a:lnTo>
                      <a:pt x="3855" y="3334"/>
                    </a:lnTo>
                    <a:lnTo>
                      <a:pt x="3878" y="3309"/>
                    </a:lnTo>
                    <a:lnTo>
                      <a:pt x="3912" y="3256"/>
                    </a:lnTo>
                    <a:lnTo>
                      <a:pt x="3934" y="3197"/>
                    </a:lnTo>
                    <a:lnTo>
                      <a:pt x="3945" y="3136"/>
                    </a:lnTo>
                    <a:lnTo>
                      <a:pt x="3945" y="3074"/>
                    </a:lnTo>
                    <a:lnTo>
                      <a:pt x="3934" y="3012"/>
                    </a:lnTo>
                    <a:lnTo>
                      <a:pt x="3912" y="2955"/>
                    </a:lnTo>
                    <a:lnTo>
                      <a:pt x="3878" y="2900"/>
                    </a:lnTo>
                    <a:lnTo>
                      <a:pt x="3855" y="2876"/>
                    </a:lnTo>
                    <a:lnTo>
                      <a:pt x="3798" y="2819"/>
                    </a:lnTo>
                    <a:lnTo>
                      <a:pt x="3679" y="2719"/>
                    </a:lnTo>
                    <a:lnTo>
                      <a:pt x="3551" y="2631"/>
                    </a:lnTo>
                    <a:lnTo>
                      <a:pt x="3417" y="2556"/>
                    </a:lnTo>
                    <a:lnTo>
                      <a:pt x="3276" y="2497"/>
                    </a:lnTo>
                    <a:lnTo>
                      <a:pt x="3130" y="2451"/>
                    </a:lnTo>
                    <a:lnTo>
                      <a:pt x="2979" y="2420"/>
                    </a:lnTo>
                    <a:lnTo>
                      <a:pt x="2825" y="2404"/>
                    </a:lnTo>
                    <a:lnTo>
                      <a:pt x="2746" y="24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15"/>
              <p:cNvSpPr/>
              <p:nvPr/>
            </p:nvSpPr>
            <p:spPr>
              <a:xfrm>
                <a:off x="9512757" y="369386"/>
                <a:ext cx="1947440" cy="488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PPTBIZCAM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99" name="Google Shape;599;p15"/>
            <p:cNvSpPr/>
            <p:nvPr/>
          </p:nvSpPr>
          <p:spPr>
            <a:xfrm>
              <a:off x="11377471" y="133570"/>
              <a:ext cx="176990" cy="176990"/>
            </a:xfrm>
            <a:prstGeom prst="ellipse">
              <a:avLst/>
            </a:prstGeom>
            <a:solidFill>
              <a:srgbClr val="90DA80"/>
            </a:solidFill>
            <a:ln>
              <a:noFill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0" name="Google Shape;600;p15"/>
            <p:cNvGrpSpPr/>
            <p:nvPr/>
          </p:nvGrpSpPr>
          <p:grpSpPr>
            <a:xfrm>
              <a:off x="653849" y="193034"/>
              <a:ext cx="343364" cy="344856"/>
              <a:chOff x="1157487" y="184451"/>
              <a:chExt cx="489882" cy="492010"/>
            </a:xfrm>
          </p:grpSpPr>
          <p:sp>
            <p:nvSpPr>
              <p:cNvPr id="601" name="Google Shape;601;p15"/>
              <p:cNvSpPr/>
              <p:nvPr/>
            </p:nvSpPr>
            <p:spPr>
              <a:xfrm>
                <a:off x="1157487" y="184454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15"/>
              <p:cNvSpPr/>
              <p:nvPr/>
            </p:nvSpPr>
            <p:spPr>
              <a:xfrm>
                <a:off x="1483366" y="184451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15"/>
              <p:cNvSpPr/>
              <p:nvPr/>
            </p:nvSpPr>
            <p:spPr>
              <a:xfrm>
                <a:off x="1319363" y="348454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15"/>
              <p:cNvSpPr/>
              <p:nvPr/>
            </p:nvSpPr>
            <p:spPr>
              <a:xfrm>
                <a:off x="1483366" y="348453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15"/>
              <p:cNvSpPr/>
              <p:nvPr/>
            </p:nvSpPr>
            <p:spPr>
              <a:xfrm>
                <a:off x="1157487" y="512458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15"/>
              <p:cNvSpPr/>
              <p:nvPr/>
            </p:nvSpPr>
            <p:spPr>
              <a:xfrm>
                <a:off x="1483366" y="512455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07" name="Google Shape;607;p15"/>
          <p:cNvSpPr txBox="1"/>
          <p:nvPr/>
        </p:nvSpPr>
        <p:spPr>
          <a:xfrm>
            <a:off x="767408" y="1308396"/>
            <a:ext cx="5040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608" name="Google Shape;608;p15"/>
          <p:cNvSpPr txBox="1"/>
          <p:nvPr/>
        </p:nvSpPr>
        <p:spPr>
          <a:xfrm>
            <a:off x="1042994" y="1352505"/>
            <a:ext cx="101060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학습 파라미터 설정 – 기존 모델에서 batch_size, eval_size , epochs 조정하여 파라미터 값 튜닝</a:t>
            </a:r>
            <a:endParaRPr/>
          </a:p>
        </p:txBody>
      </p:sp>
      <p:sp>
        <p:nvSpPr>
          <p:cNvPr id="609" name="Google Shape;609;p15"/>
          <p:cNvSpPr/>
          <p:nvPr/>
        </p:nvSpPr>
        <p:spPr>
          <a:xfrm>
            <a:off x="286542" y="63952"/>
            <a:ext cx="11618912" cy="771525"/>
          </a:xfrm>
          <a:prstGeom prst="round2SameRect">
            <a:avLst>
              <a:gd name="adj1" fmla="val 0"/>
              <a:gd name="adj2" fmla="val 29630"/>
            </a:avLst>
          </a:prstGeom>
          <a:solidFill>
            <a:schemeClr val="lt1"/>
          </a:solidFill>
          <a:ln>
            <a:noFill/>
          </a:ln>
          <a:effectLst>
            <a:outerShdw blurRad="165100" dist="38100" dir="5400000" algn="t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4. 프로젝트 수행 결과</a:t>
            </a:r>
            <a:endParaRPr/>
          </a:p>
        </p:txBody>
      </p:sp>
      <p:pic>
        <p:nvPicPr>
          <p:cNvPr id="610" name="Google Shape;610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98328" y="2238865"/>
            <a:ext cx="5799582" cy="3213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Google Shape;615;p16"/>
          <p:cNvGrpSpPr/>
          <p:nvPr/>
        </p:nvGrpSpPr>
        <p:grpSpPr>
          <a:xfrm>
            <a:off x="150812" y="0"/>
            <a:ext cx="11890375" cy="6680200"/>
            <a:chOff x="150812" y="0"/>
            <a:chExt cx="11890375" cy="6680200"/>
          </a:xfrm>
        </p:grpSpPr>
        <p:sp>
          <p:nvSpPr>
            <p:cNvPr id="616" name="Google Shape;616;p16"/>
            <p:cNvSpPr/>
            <p:nvPr/>
          </p:nvSpPr>
          <p:spPr>
            <a:xfrm>
              <a:off x="150812" y="0"/>
              <a:ext cx="11890375" cy="6680200"/>
            </a:xfrm>
            <a:prstGeom prst="round2SameRect">
              <a:avLst>
                <a:gd name="adj1" fmla="val 0"/>
                <a:gd name="adj2" fmla="val 5079"/>
              </a:avLst>
            </a:prstGeom>
            <a:solidFill>
              <a:srgbClr val="E4F7F5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286543" y="0"/>
              <a:ext cx="11618912" cy="6509543"/>
            </a:xfrm>
            <a:prstGeom prst="round2SameRect">
              <a:avLst>
                <a:gd name="adj1" fmla="val 0"/>
                <a:gd name="adj2" fmla="val 3479"/>
              </a:avLst>
            </a:prstGeom>
            <a:solidFill>
              <a:schemeClr val="lt1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16"/>
            <p:cNvSpPr/>
            <p:nvPr/>
          </p:nvSpPr>
          <p:spPr>
            <a:xfrm>
              <a:off x="286544" y="0"/>
              <a:ext cx="11618912" cy="771525"/>
            </a:xfrm>
            <a:prstGeom prst="round2SameRect">
              <a:avLst>
                <a:gd name="adj1" fmla="val 0"/>
                <a:gd name="adj2" fmla="val 29630"/>
              </a:avLst>
            </a:prstGeom>
            <a:solidFill>
              <a:schemeClr val="lt1"/>
            </a:solidFill>
            <a:ln>
              <a:noFill/>
            </a:ln>
            <a:effectLst>
              <a:outerShdw blurRad="165100" dist="38100" dir="5400000" algn="t" rotWithShape="0">
                <a:srgbClr val="000000">
                  <a:alpha val="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4. 프로젝트 수행 결과</a:t>
              </a:r>
              <a:endParaRPr/>
            </a:p>
          </p:txBody>
        </p:sp>
        <p:grpSp>
          <p:nvGrpSpPr>
            <p:cNvPr id="619" name="Google Shape;619;p16"/>
            <p:cNvGrpSpPr/>
            <p:nvPr/>
          </p:nvGrpSpPr>
          <p:grpSpPr>
            <a:xfrm>
              <a:off x="11067369" y="185874"/>
              <a:ext cx="429876" cy="429876"/>
              <a:chOff x="215317" y="343634"/>
              <a:chExt cx="684000" cy="684000"/>
            </a:xfrm>
          </p:grpSpPr>
          <p:sp>
            <p:nvSpPr>
              <p:cNvPr id="620" name="Google Shape;620;p16"/>
              <p:cNvSpPr/>
              <p:nvPr/>
            </p:nvSpPr>
            <p:spPr>
              <a:xfrm>
                <a:off x="215317" y="343634"/>
                <a:ext cx="684000" cy="684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9F3FC"/>
                  </a:gs>
                  <a:gs pos="86000">
                    <a:srgbClr val="E9F3FC"/>
                  </a:gs>
                  <a:gs pos="100000">
                    <a:srgbClr val="4E5DA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542925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rgbClr val="323F4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21" name="Google Shape;621;p16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2555" y="386637"/>
                <a:ext cx="546554" cy="5465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22" name="Google Shape;622;p16"/>
            <p:cNvGrpSpPr/>
            <p:nvPr/>
          </p:nvGrpSpPr>
          <p:grpSpPr>
            <a:xfrm>
              <a:off x="8951163" y="320145"/>
              <a:ext cx="1550689" cy="169277"/>
              <a:chOff x="9512757" y="369386"/>
              <a:chExt cx="2051714" cy="223970"/>
            </a:xfrm>
          </p:grpSpPr>
          <p:grpSp>
            <p:nvGrpSpPr>
              <p:cNvPr id="623" name="Google Shape;623;p16"/>
              <p:cNvGrpSpPr/>
              <p:nvPr/>
            </p:nvGrpSpPr>
            <p:grpSpPr>
              <a:xfrm>
                <a:off x="10750964" y="406846"/>
                <a:ext cx="132372" cy="140525"/>
                <a:chOff x="4594" y="900"/>
                <a:chExt cx="276" cy="293"/>
              </a:xfrm>
            </p:grpSpPr>
            <p:sp>
              <p:nvSpPr>
                <p:cNvPr id="624" name="Google Shape;624;p16"/>
                <p:cNvSpPr/>
                <p:nvPr/>
              </p:nvSpPr>
              <p:spPr>
                <a:xfrm>
                  <a:off x="4594" y="900"/>
                  <a:ext cx="102" cy="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3" extrusionOk="0">
                      <a:moveTo>
                        <a:pt x="72" y="263"/>
                      </a:moveTo>
                      <a:lnTo>
                        <a:pt x="91" y="236"/>
                      </a:lnTo>
                      <a:lnTo>
                        <a:pt x="139" y="187"/>
                      </a:lnTo>
                      <a:lnTo>
                        <a:pt x="193" y="148"/>
                      </a:lnTo>
                      <a:lnTo>
                        <a:pt x="255" y="119"/>
                      </a:lnTo>
                      <a:lnTo>
                        <a:pt x="290" y="110"/>
                      </a:lnTo>
                      <a:lnTo>
                        <a:pt x="299" y="106"/>
                      </a:lnTo>
                      <a:lnTo>
                        <a:pt x="305" y="97"/>
                      </a:lnTo>
                      <a:lnTo>
                        <a:pt x="307" y="87"/>
                      </a:lnTo>
                      <a:lnTo>
                        <a:pt x="303" y="77"/>
                      </a:lnTo>
                      <a:lnTo>
                        <a:pt x="292" y="60"/>
                      </a:lnTo>
                      <a:lnTo>
                        <a:pt x="263" y="33"/>
                      </a:lnTo>
                      <a:lnTo>
                        <a:pt x="227" y="13"/>
                      </a:lnTo>
                      <a:lnTo>
                        <a:pt x="186" y="1"/>
                      </a:lnTo>
                      <a:lnTo>
                        <a:pt x="165" y="0"/>
                      </a:lnTo>
                      <a:lnTo>
                        <a:pt x="131" y="3"/>
                      </a:lnTo>
                      <a:lnTo>
                        <a:pt x="72" y="27"/>
                      </a:lnTo>
                      <a:lnTo>
                        <a:pt x="27" y="72"/>
                      </a:lnTo>
                      <a:lnTo>
                        <a:pt x="3" y="131"/>
                      </a:lnTo>
                      <a:lnTo>
                        <a:pt x="0" y="164"/>
                      </a:lnTo>
                      <a:lnTo>
                        <a:pt x="1" y="192"/>
                      </a:lnTo>
                      <a:lnTo>
                        <a:pt x="20" y="243"/>
                      </a:lnTo>
                      <a:lnTo>
                        <a:pt x="36" y="266"/>
                      </a:lnTo>
                      <a:lnTo>
                        <a:pt x="43" y="273"/>
                      </a:lnTo>
                      <a:lnTo>
                        <a:pt x="53" y="273"/>
                      </a:lnTo>
                      <a:lnTo>
                        <a:pt x="65" y="271"/>
                      </a:lnTo>
                      <a:lnTo>
                        <a:pt x="72" y="2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5" name="Google Shape;625;p16"/>
                <p:cNvSpPr/>
                <p:nvPr/>
              </p:nvSpPr>
              <p:spPr>
                <a:xfrm>
                  <a:off x="4768" y="900"/>
                  <a:ext cx="102" cy="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1" extrusionOk="0">
                      <a:moveTo>
                        <a:pt x="143" y="0"/>
                      </a:moveTo>
                      <a:lnTo>
                        <a:pt x="121" y="1"/>
                      </a:lnTo>
                      <a:lnTo>
                        <a:pt x="81" y="11"/>
                      </a:lnTo>
                      <a:lnTo>
                        <a:pt x="46" y="31"/>
                      </a:lnTo>
                      <a:lnTo>
                        <a:pt x="16" y="60"/>
                      </a:lnTo>
                      <a:lnTo>
                        <a:pt x="4" y="76"/>
                      </a:lnTo>
                      <a:lnTo>
                        <a:pt x="0" y="86"/>
                      </a:lnTo>
                      <a:lnTo>
                        <a:pt x="3" y="96"/>
                      </a:lnTo>
                      <a:lnTo>
                        <a:pt x="9" y="106"/>
                      </a:lnTo>
                      <a:lnTo>
                        <a:pt x="19" y="110"/>
                      </a:lnTo>
                      <a:lnTo>
                        <a:pt x="52" y="119"/>
                      </a:lnTo>
                      <a:lnTo>
                        <a:pt x="115" y="148"/>
                      </a:lnTo>
                      <a:lnTo>
                        <a:pt x="170" y="187"/>
                      </a:lnTo>
                      <a:lnTo>
                        <a:pt x="218" y="234"/>
                      </a:lnTo>
                      <a:lnTo>
                        <a:pt x="237" y="261"/>
                      </a:lnTo>
                      <a:lnTo>
                        <a:pt x="245" y="270"/>
                      </a:lnTo>
                      <a:lnTo>
                        <a:pt x="255" y="271"/>
                      </a:lnTo>
                      <a:lnTo>
                        <a:pt x="266" y="270"/>
                      </a:lnTo>
                      <a:lnTo>
                        <a:pt x="274" y="263"/>
                      </a:lnTo>
                      <a:lnTo>
                        <a:pt x="289" y="241"/>
                      </a:lnTo>
                      <a:lnTo>
                        <a:pt x="306" y="191"/>
                      </a:lnTo>
                      <a:lnTo>
                        <a:pt x="307" y="164"/>
                      </a:lnTo>
                      <a:lnTo>
                        <a:pt x="306" y="131"/>
                      </a:lnTo>
                      <a:lnTo>
                        <a:pt x="280" y="72"/>
                      </a:lnTo>
                      <a:lnTo>
                        <a:pt x="235" y="27"/>
                      </a:lnTo>
                      <a:lnTo>
                        <a:pt x="178" y="3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6" name="Google Shape;626;p16"/>
                <p:cNvSpPr/>
                <p:nvPr/>
              </p:nvSpPr>
              <p:spPr>
                <a:xfrm>
                  <a:off x="4612" y="947"/>
                  <a:ext cx="241" cy="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37" extrusionOk="0">
                      <a:moveTo>
                        <a:pt x="725" y="361"/>
                      </a:moveTo>
                      <a:lnTo>
                        <a:pt x="722" y="313"/>
                      </a:lnTo>
                      <a:lnTo>
                        <a:pt x="699" y="225"/>
                      </a:lnTo>
                      <a:lnTo>
                        <a:pt x="679" y="187"/>
                      </a:lnTo>
                      <a:lnTo>
                        <a:pt x="659" y="151"/>
                      </a:lnTo>
                      <a:lnTo>
                        <a:pt x="604" y="90"/>
                      </a:lnTo>
                      <a:lnTo>
                        <a:pt x="536" y="44"/>
                      </a:lnTo>
                      <a:lnTo>
                        <a:pt x="459" y="13"/>
                      </a:lnTo>
                      <a:lnTo>
                        <a:pt x="418" y="4"/>
                      </a:lnTo>
                      <a:lnTo>
                        <a:pt x="390" y="1"/>
                      </a:lnTo>
                      <a:lnTo>
                        <a:pt x="363" y="0"/>
                      </a:lnTo>
                      <a:lnTo>
                        <a:pt x="334" y="1"/>
                      </a:lnTo>
                      <a:lnTo>
                        <a:pt x="305" y="5"/>
                      </a:lnTo>
                      <a:lnTo>
                        <a:pt x="263" y="13"/>
                      </a:lnTo>
                      <a:lnTo>
                        <a:pt x="187" y="44"/>
                      </a:lnTo>
                      <a:lnTo>
                        <a:pt x="120" y="92"/>
                      </a:lnTo>
                      <a:lnTo>
                        <a:pt x="67" y="152"/>
                      </a:lnTo>
                      <a:lnTo>
                        <a:pt x="45" y="188"/>
                      </a:lnTo>
                      <a:lnTo>
                        <a:pt x="25" y="227"/>
                      </a:lnTo>
                      <a:lnTo>
                        <a:pt x="3" y="313"/>
                      </a:lnTo>
                      <a:lnTo>
                        <a:pt x="0" y="361"/>
                      </a:lnTo>
                      <a:lnTo>
                        <a:pt x="2" y="399"/>
                      </a:lnTo>
                      <a:lnTo>
                        <a:pt x="19" y="476"/>
                      </a:lnTo>
                      <a:lnTo>
                        <a:pt x="51" y="543"/>
                      </a:lnTo>
                      <a:lnTo>
                        <a:pt x="96" y="604"/>
                      </a:lnTo>
                      <a:lnTo>
                        <a:pt x="123" y="630"/>
                      </a:lnTo>
                      <a:lnTo>
                        <a:pt x="93" y="673"/>
                      </a:lnTo>
                      <a:lnTo>
                        <a:pt x="84" y="687"/>
                      </a:lnTo>
                      <a:lnTo>
                        <a:pt x="90" y="719"/>
                      </a:lnTo>
                      <a:lnTo>
                        <a:pt x="103" y="729"/>
                      </a:lnTo>
                      <a:lnTo>
                        <a:pt x="113" y="736"/>
                      </a:lnTo>
                      <a:lnTo>
                        <a:pt x="126" y="737"/>
                      </a:lnTo>
                      <a:lnTo>
                        <a:pt x="136" y="736"/>
                      </a:lnTo>
                      <a:lnTo>
                        <a:pt x="153" y="727"/>
                      </a:lnTo>
                      <a:lnTo>
                        <a:pt x="159" y="720"/>
                      </a:lnTo>
                      <a:lnTo>
                        <a:pt x="189" y="677"/>
                      </a:lnTo>
                      <a:lnTo>
                        <a:pt x="230" y="696"/>
                      </a:lnTo>
                      <a:lnTo>
                        <a:pt x="316" y="719"/>
                      </a:lnTo>
                      <a:lnTo>
                        <a:pt x="363" y="720"/>
                      </a:lnTo>
                      <a:lnTo>
                        <a:pt x="409" y="719"/>
                      </a:lnTo>
                      <a:lnTo>
                        <a:pt x="495" y="696"/>
                      </a:lnTo>
                      <a:lnTo>
                        <a:pt x="536" y="677"/>
                      </a:lnTo>
                      <a:lnTo>
                        <a:pt x="566" y="720"/>
                      </a:lnTo>
                      <a:lnTo>
                        <a:pt x="572" y="727"/>
                      </a:lnTo>
                      <a:lnTo>
                        <a:pt x="589" y="736"/>
                      </a:lnTo>
                      <a:lnTo>
                        <a:pt x="599" y="737"/>
                      </a:lnTo>
                      <a:lnTo>
                        <a:pt x="612" y="736"/>
                      </a:lnTo>
                      <a:lnTo>
                        <a:pt x="622" y="729"/>
                      </a:lnTo>
                      <a:lnTo>
                        <a:pt x="635" y="719"/>
                      </a:lnTo>
                      <a:lnTo>
                        <a:pt x="640" y="687"/>
                      </a:lnTo>
                      <a:lnTo>
                        <a:pt x="633" y="673"/>
                      </a:lnTo>
                      <a:lnTo>
                        <a:pt x="602" y="630"/>
                      </a:lnTo>
                      <a:lnTo>
                        <a:pt x="630" y="604"/>
                      </a:lnTo>
                      <a:lnTo>
                        <a:pt x="674" y="543"/>
                      </a:lnTo>
                      <a:lnTo>
                        <a:pt x="706" y="476"/>
                      </a:lnTo>
                      <a:lnTo>
                        <a:pt x="723" y="399"/>
                      </a:lnTo>
                      <a:lnTo>
                        <a:pt x="725" y="361"/>
                      </a:lnTo>
                      <a:close/>
                      <a:moveTo>
                        <a:pt x="363" y="619"/>
                      </a:moveTo>
                      <a:lnTo>
                        <a:pt x="335" y="619"/>
                      </a:lnTo>
                      <a:lnTo>
                        <a:pt x="285" y="608"/>
                      </a:lnTo>
                      <a:lnTo>
                        <a:pt x="239" y="589"/>
                      </a:lnTo>
                      <a:lnTo>
                        <a:pt x="197" y="561"/>
                      </a:lnTo>
                      <a:lnTo>
                        <a:pt x="161" y="526"/>
                      </a:lnTo>
                      <a:lnTo>
                        <a:pt x="133" y="484"/>
                      </a:lnTo>
                      <a:lnTo>
                        <a:pt x="113" y="438"/>
                      </a:lnTo>
                      <a:lnTo>
                        <a:pt x="103" y="386"/>
                      </a:lnTo>
                      <a:lnTo>
                        <a:pt x="101" y="361"/>
                      </a:lnTo>
                      <a:lnTo>
                        <a:pt x="103" y="328"/>
                      </a:lnTo>
                      <a:lnTo>
                        <a:pt x="120" y="266"/>
                      </a:lnTo>
                      <a:lnTo>
                        <a:pt x="133" y="237"/>
                      </a:lnTo>
                      <a:lnTo>
                        <a:pt x="149" y="211"/>
                      </a:lnTo>
                      <a:lnTo>
                        <a:pt x="188" y="166"/>
                      </a:lnTo>
                      <a:lnTo>
                        <a:pt x="237" y="133"/>
                      </a:lnTo>
                      <a:lnTo>
                        <a:pt x="292" y="110"/>
                      </a:lnTo>
                      <a:lnTo>
                        <a:pt x="322" y="105"/>
                      </a:lnTo>
                      <a:lnTo>
                        <a:pt x="342" y="102"/>
                      </a:lnTo>
                      <a:lnTo>
                        <a:pt x="363" y="100"/>
                      </a:lnTo>
                      <a:lnTo>
                        <a:pt x="381" y="102"/>
                      </a:lnTo>
                      <a:lnTo>
                        <a:pt x="400" y="103"/>
                      </a:lnTo>
                      <a:lnTo>
                        <a:pt x="431" y="109"/>
                      </a:lnTo>
                      <a:lnTo>
                        <a:pt x="487" y="132"/>
                      </a:lnTo>
                      <a:lnTo>
                        <a:pt x="536" y="166"/>
                      </a:lnTo>
                      <a:lnTo>
                        <a:pt x="576" y="211"/>
                      </a:lnTo>
                      <a:lnTo>
                        <a:pt x="592" y="237"/>
                      </a:lnTo>
                      <a:lnTo>
                        <a:pt x="605" y="264"/>
                      </a:lnTo>
                      <a:lnTo>
                        <a:pt x="622" y="328"/>
                      </a:lnTo>
                      <a:lnTo>
                        <a:pt x="624" y="361"/>
                      </a:lnTo>
                      <a:lnTo>
                        <a:pt x="622" y="386"/>
                      </a:lnTo>
                      <a:lnTo>
                        <a:pt x="612" y="438"/>
                      </a:lnTo>
                      <a:lnTo>
                        <a:pt x="592" y="484"/>
                      </a:lnTo>
                      <a:lnTo>
                        <a:pt x="563" y="526"/>
                      </a:lnTo>
                      <a:lnTo>
                        <a:pt x="529" y="561"/>
                      </a:lnTo>
                      <a:lnTo>
                        <a:pt x="487" y="589"/>
                      </a:lnTo>
                      <a:lnTo>
                        <a:pt x="441" y="608"/>
                      </a:lnTo>
                      <a:lnTo>
                        <a:pt x="389" y="619"/>
                      </a:lnTo>
                      <a:lnTo>
                        <a:pt x="363" y="6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7" name="Google Shape;627;p16"/>
                <p:cNvSpPr/>
                <p:nvPr/>
              </p:nvSpPr>
              <p:spPr>
                <a:xfrm>
                  <a:off x="4716" y="1006"/>
                  <a:ext cx="7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98" extrusionOk="0">
                      <a:moveTo>
                        <a:pt x="194" y="245"/>
                      </a:moveTo>
                      <a:lnTo>
                        <a:pt x="95" y="183"/>
                      </a:lnTo>
                      <a:lnTo>
                        <a:pt x="91" y="167"/>
                      </a:lnTo>
                      <a:lnTo>
                        <a:pt x="78" y="156"/>
                      </a:lnTo>
                      <a:lnTo>
                        <a:pt x="83" y="31"/>
                      </a:lnTo>
                      <a:lnTo>
                        <a:pt x="82" y="19"/>
                      </a:lnTo>
                      <a:lnTo>
                        <a:pt x="66" y="3"/>
                      </a:lnTo>
                      <a:lnTo>
                        <a:pt x="54" y="0"/>
                      </a:lnTo>
                      <a:lnTo>
                        <a:pt x="43" y="2"/>
                      </a:lnTo>
                      <a:lnTo>
                        <a:pt x="27" y="18"/>
                      </a:lnTo>
                      <a:lnTo>
                        <a:pt x="26" y="29"/>
                      </a:lnTo>
                      <a:lnTo>
                        <a:pt x="20" y="153"/>
                      </a:lnTo>
                      <a:lnTo>
                        <a:pt x="11" y="160"/>
                      </a:lnTo>
                      <a:lnTo>
                        <a:pt x="1" y="180"/>
                      </a:lnTo>
                      <a:lnTo>
                        <a:pt x="0" y="192"/>
                      </a:lnTo>
                      <a:lnTo>
                        <a:pt x="1" y="202"/>
                      </a:lnTo>
                      <a:lnTo>
                        <a:pt x="8" y="219"/>
                      </a:lnTo>
                      <a:lnTo>
                        <a:pt x="21" y="232"/>
                      </a:lnTo>
                      <a:lnTo>
                        <a:pt x="39" y="239"/>
                      </a:lnTo>
                      <a:lnTo>
                        <a:pt x="49" y="241"/>
                      </a:lnTo>
                      <a:lnTo>
                        <a:pt x="59" y="239"/>
                      </a:lnTo>
                      <a:lnTo>
                        <a:pt x="69" y="235"/>
                      </a:lnTo>
                      <a:lnTo>
                        <a:pt x="164" y="294"/>
                      </a:lnTo>
                      <a:lnTo>
                        <a:pt x="171" y="298"/>
                      </a:lnTo>
                      <a:lnTo>
                        <a:pt x="180" y="298"/>
                      </a:lnTo>
                      <a:lnTo>
                        <a:pt x="187" y="298"/>
                      </a:lnTo>
                      <a:lnTo>
                        <a:pt x="199" y="291"/>
                      </a:lnTo>
                      <a:lnTo>
                        <a:pt x="205" y="285"/>
                      </a:lnTo>
                      <a:lnTo>
                        <a:pt x="209" y="274"/>
                      </a:lnTo>
                      <a:lnTo>
                        <a:pt x="203" y="252"/>
                      </a:lnTo>
                      <a:lnTo>
                        <a:pt x="194" y="2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28" name="Google Shape;628;p16"/>
              <p:cNvGrpSpPr/>
              <p:nvPr/>
            </p:nvGrpSpPr>
            <p:grpSpPr>
              <a:xfrm>
                <a:off x="10506302" y="406846"/>
                <a:ext cx="140525" cy="140525"/>
                <a:chOff x="1747" y="423"/>
                <a:chExt cx="575" cy="575"/>
              </a:xfrm>
            </p:grpSpPr>
            <p:sp>
              <p:nvSpPr>
                <p:cNvPr id="629" name="Google Shape;629;p16"/>
                <p:cNvSpPr/>
                <p:nvPr/>
              </p:nvSpPr>
              <p:spPr>
                <a:xfrm>
                  <a:off x="1899" y="577"/>
                  <a:ext cx="271" cy="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811" extrusionOk="0">
                      <a:moveTo>
                        <a:pt x="663" y="0"/>
                      </a:moveTo>
                      <a:lnTo>
                        <a:pt x="148" y="0"/>
                      </a:lnTo>
                      <a:lnTo>
                        <a:pt x="118" y="1"/>
                      </a:lnTo>
                      <a:lnTo>
                        <a:pt x="65" y="24"/>
                      </a:lnTo>
                      <a:lnTo>
                        <a:pt x="24" y="65"/>
                      </a:lnTo>
                      <a:lnTo>
                        <a:pt x="1" y="118"/>
                      </a:lnTo>
                      <a:lnTo>
                        <a:pt x="0" y="148"/>
                      </a:lnTo>
                      <a:lnTo>
                        <a:pt x="0" y="663"/>
                      </a:lnTo>
                      <a:lnTo>
                        <a:pt x="1" y="693"/>
                      </a:lnTo>
                      <a:lnTo>
                        <a:pt x="24" y="746"/>
                      </a:lnTo>
                      <a:lnTo>
                        <a:pt x="65" y="787"/>
                      </a:lnTo>
                      <a:lnTo>
                        <a:pt x="118" y="808"/>
                      </a:lnTo>
                      <a:lnTo>
                        <a:pt x="148" y="811"/>
                      </a:lnTo>
                      <a:lnTo>
                        <a:pt x="663" y="811"/>
                      </a:lnTo>
                      <a:lnTo>
                        <a:pt x="693" y="808"/>
                      </a:lnTo>
                      <a:lnTo>
                        <a:pt x="746" y="787"/>
                      </a:lnTo>
                      <a:lnTo>
                        <a:pt x="787" y="746"/>
                      </a:lnTo>
                      <a:lnTo>
                        <a:pt x="810" y="693"/>
                      </a:lnTo>
                      <a:lnTo>
                        <a:pt x="811" y="663"/>
                      </a:lnTo>
                      <a:lnTo>
                        <a:pt x="811" y="148"/>
                      </a:lnTo>
                      <a:lnTo>
                        <a:pt x="810" y="118"/>
                      </a:lnTo>
                      <a:lnTo>
                        <a:pt x="787" y="65"/>
                      </a:lnTo>
                      <a:lnTo>
                        <a:pt x="746" y="24"/>
                      </a:lnTo>
                      <a:lnTo>
                        <a:pt x="693" y="1"/>
                      </a:lnTo>
                      <a:lnTo>
                        <a:pt x="663" y="0"/>
                      </a:lnTo>
                      <a:close/>
                      <a:moveTo>
                        <a:pt x="405" y="673"/>
                      </a:moveTo>
                      <a:lnTo>
                        <a:pt x="377" y="671"/>
                      </a:lnTo>
                      <a:lnTo>
                        <a:pt x="326" y="661"/>
                      </a:lnTo>
                      <a:lnTo>
                        <a:pt x="278" y="640"/>
                      </a:lnTo>
                      <a:lnTo>
                        <a:pt x="235" y="611"/>
                      </a:lnTo>
                      <a:lnTo>
                        <a:pt x="199" y="575"/>
                      </a:lnTo>
                      <a:lnTo>
                        <a:pt x="170" y="533"/>
                      </a:lnTo>
                      <a:lnTo>
                        <a:pt x="150" y="484"/>
                      </a:lnTo>
                      <a:lnTo>
                        <a:pt x="140" y="432"/>
                      </a:lnTo>
                      <a:lnTo>
                        <a:pt x="138" y="405"/>
                      </a:lnTo>
                      <a:lnTo>
                        <a:pt x="140" y="377"/>
                      </a:lnTo>
                      <a:lnTo>
                        <a:pt x="150" y="326"/>
                      </a:lnTo>
                      <a:lnTo>
                        <a:pt x="170" y="278"/>
                      </a:lnTo>
                      <a:lnTo>
                        <a:pt x="199" y="235"/>
                      </a:lnTo>
                      <a:lnTo>
                        <a:pt x="235" y="199"/>
                      </a:lnTo>
                      <a:lnTo>
                        <a:pt x="278" y="170"/>
                      </a:lnTo>
                      <a:lnTo>
                        <a:pt x="326" y="150"/>
                      </a:lnTo>
                      <a:lnTo>
                        <a:pt x="377" y="138"/>
                      </a:lnTo>
                      <a:lnTo>
                        <a:pt x="405" y="138"/>
                      </a:lnTo>
                      <a:lnTo>
                        <a:pt x="432" y="138"/>
                      </a:lnTo>
                      <a:lnTo>
                        <a:pt x="486" y="150"/>
                      </a:lnTo>
                      <a:lnTo>
                        <a:pt x="533" y="170"/>
                      </a:lnTo>
                      <a:lnTo>
                        <a:pt x="575" y="199"/>
                      </a:lnTo>
                      <a:lnTo>
                        <a:pt x="612" y="235"/>
                      </a:lnTo>
                      <a:lnTo>
                        <a:pt x="641" y="278"/>
                      </a:lnTo>
                      <a:lnTo>
                        <a:pt x="661" y="326"/>
                      </a:lnTo>
                      <a:lnTo>
                        <a:pt x="671" y="377"/>
                      </a:lnTo>
                      <a:lnTo>
                        <a:pt x="673" y="405"/>
                      </a:lnTo>
                      <a:lnTo>
                        <a:pt x="671" y="432"/>
                      </a:lnTo>
                      <a:lnTo>
                        <a:pt x="661" y="484"/>
                      </a:lnTo>
                      <a:lnTo>
                        <a:pt x="641" y="533"/>
                      </a:lnTo>
                      <a:lnTo>
                        <a:pt x="612" y="575"/>
                      </a:lnTo>
                      <a:lnTo>
                        <a:pt x="575" y="611"/>
                      </a:lnTo>
                      <a:lnTo>
                        <a:pt x="533" y="640"/>
                      </a:lnTo>
                      <a:lnTo>
                        <a:pt x="486" y="661"/>
                      </a:lnTo>
                      <a:lnTo>
                        <a:pt x="432" y="671"/>
                      </a:lnTo>
                      <a:lnTo>
                        <a:pt x="405" y="673"/>
                      </a:lnTo>
                      <a:close/>
                      <a:moveTo>
                        <a:pt x="682" y="193"/>
                      </a:moveTo>
                      <a:lnTo>
                        <a:pt x="669" y="193"/>
                      </a:lnTo>
                      <a:lnTo>
                        <a:pt x="646" y="183"/>
                      </a:lnTo>
                      <a:lnTo>
                        <a:pt x="628" y="166"/>
                      </a:lnTo>
                      <a:lnTo>
                        <a:pt x="620" y="143"/>
                      </a:lnTo>
                      <a:lnTo>
                        <a:pt x="618" y="130"/>
                      </a:lnTo>
                      <a:lnTo>
                        <a:pt x="620" y="117"/>
                      </a:lnTo>
                      <a:lnTo>
                        <a:pt x="628" y="95"/>
                      </a:lnTo>
                      <a:lnTo>
                        <a:pt x="646" y="78"/>
                      </a:lnTo>
                      <a:lnTo>
                        <a:pt x="669" y="68"/>
                      </a:lnTo>
                      <a:lnTo>
                        <a:pt x="682" y="66"/>
                      </a:lnTo>
                      <a:lnTo>
                        <a:pt x="695" y="68"/>
                      </a:lnTo>
                      <a:lnTo>
                        <a:pt x="716" y="78"/>
                      </a:lnTo>
                      <a:lnTo>
                        <a:pt x="733" y="95"/>
                      </a:lnTo>
                      <a:lnTo>
                        <a:pt x="744" y="117"/>
                      </a:lnTo>
                      <a:lnTo>
                        <a:pt x="745" y="130"/>
                      </a:lnTo>
                      <a:lnTo>
                        <a:pt x="744" y="143"/>
                      </a:lnTo>
                      <a:lnTo>
                        <a:pt x="733" y="166"/>
                      </a:lnTo>
                      <a:lnTo>
                        <a:pt x="716" y="183"/>
                      </a:lnTo>
                      <a:lnTo>
                        <a:pt x="695" y="193"/>
                      </a:lnTo>
                      <a:lnTo>
                        <a:pt x="682" y="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0" name="Google Shape;630;p16"/>
                <p:cNvSpPr/>
                <p:nvPr/>
              </p:nvSpPr>
              <p:spPr>
                <a:xfrm>
                  <a:off x="1983" y="660"/>
                  <a:ext cx="103" cy="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" h="308" extrusionOk="0">
                      <a:moveTo>
                        <a:pt x="154" y="0"/>
                      </a:moveTo>
                      <a:lnTo>
                        <a:pt x="124" y="3"/>
                      </a:lnTo>
                      <a:lnTo>
                        <a:pt x="67" y="26"/>
                      </a:lnTo>
                      <a:lnTo>
                        <a:pt x="26" y="67"/>
                      </a:lnTo>
                      <a:lnTo>
                        <a:pt x="3" y="122"/>
                      </a:lnTo>
                      <a:lnTo>
                        <a:pt x="0" y="154"/>
                      </a:lnTo>
                      <a:lnTo>
                        <a:pt x="3" y="185"/>
                      </a:lnTo>
                      <a:lnTo>
                        <a:pt x="26" y="240"/>
                      </a:lnTo>
                      <a:lnTo>
                        <a:pt x="67" y="283"/>
                      </a:lnTo>
                      <a:lnTo>
                        <a:pt x="124" y="307"/>
                      </a:lnTo>
                      <a:lnTo>
                        <a:pt x="154" y="308"/>
                      </a:lnTo>
                      <a:lnTo>
                        <a:pt x="186" y="307"/>
                      </a:lnTo>
                      <a:lnTo>
                        <a:pt x="242" y="283"/>
                      </a:lnTo>
                      <a:lnTo>
                        <a:pt x="284" y="240"/>
                      </a:lnTo>
                      <a:lnTo>
                        <a:pt x="307" y="185"/>
                      </a:lnTo>
                      <a:lnTo>
                        <a:pt x="308" y="154"/>
                      </a:lnTo>
                      <a:lnTo>
                        <a:pt x="307" y="122"/>
                      </a:lnTo>
                      <a:lnTo>
                        <a:pt x="284" y="67"/>
                      </a:lnTo>
                      <a:lnTo>
                        <a:pt x="242" y="26"/>
                      </a:lnTo>
                      <a:lnTo>
                        <a:pt x="186" y="3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1" name="Google Shape;631;p16"/>
                <p:cNvSpPr/>
                <p:nvPr/>
              </p:nvSpPr>
              <p:spPr>
                <a:xfrm>
                  <a:off x="1747" y="423"/>
                  <a:ext cx="575" cy="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725" extrusionOk="0">
                      <a:moveTo>
                        <a:pt x="862" y="0"/>
                      </a:moveTo>
                      <a:lnTo>
                        <a:pt x="819" y="2"/>
                      </a:lnTo>
                      <a:lnTo>
                        <a:pt x="731" y="10"/>
                      </a:lnTo>
                      <a:lnTo>
                        <a:pt x="647" y="28"/>
                      </a:lnTo>
                      <a:lnTo>
                        <a:pt x="566" y="52"/>
                      </a:lnTo>
                      <a:lnTo>
                        <a:pt x="489" y="85"/>
                      </a:lnTo>
                      <a:lnTo>
                        <a:pt x="415" y="126"/>
                      </a:lnTo>
                      <a:lnTo>
                        <a:pt x="346" y="172"/>
                      </a:lnTo>
                      <a:lnTo>
                        <a:pt x="282" y="225"/>
                      </a:lnTo>
                      <a:lnTo>
                        <a:pt x="223" y="283"/>
                      </a:lnTo>
                      <a:lnTo>
                        <a:pt x="172" y="346"/>
                      </a:lnTo>
                      <a:lnTo>
                        <a:pt x="124" y="415"/>
                      </a:lnTo>
                      <a:lnTo>
                        <a:pt x="85" y="489"/>
                      </a:lnTo>
                      <a:lnTo>
                        <a:pt x="52" y="567"/>
                      </a:lnTo>
                      <a:lnTo>
                        <a:pt x="27" y="647"/>
                      </a:lnTo>
                      <a:lnTo>
                        <a:pt x="10" y="731"/>
                      </a:lnTo>
                      <a:lnTo>
                        <a:pt x="1" y="819"/>
                      </a:lnTo>
                      <a:lnTo>
                        <a:pt x="0" y="863"/>
                      </a:lnTo>
                      <a:lnTo>
                        <a:pt x="1" y="907"/>
                      </a:lnTo>
                      <a:lnTo>
                        <a:pt x="10" y="994"/>
                      </a:lnTo>
                      <a:lnTo>
                        <a:pt x="27" y="1078"/>
                      </a:lnTo>
                      <a:lnTo>
                        <a:pt x="52" y="1159"/>
                      </a:lnTo>
                      <a:lnTo>
                        <a:pt x="85" y="1237"/>
                      </a:lnTo>
                      <a:lnTo>
                        <a:pt x="124" y="1310"/>
                      </a:lnTo>
                      <a:lnTo>
                        <a:pt x="172" y="1379"/>
                      </a:lnTo>
                      <a:lnTo>
                        <a:pt x="223" y="1443"/>
                      </a:lnTo>
                      <a:lnTo>
                        <a:pt x="282" y="1502"/>
                      </a:lnTo>
                      <a:lnTo>
                        <a:pt x="346" y="1553"/>
                      </a:lnTo>
                      <a:lnTo>
                        <a:pt x="415" y="1601"/>
                      </a:lnTo>
                      <a:lnTo>
                        <a:pt x="489" y="1640"/>
                      </a:lnTo>
                      <a:lnTo>
                        <a:pt x="566" y="1673"/>
                      </a:lnTo>
                      <a:lnTo>
                        <a:pt x="647" y="1698"/>
                      </a:lnTo>
                      <a:lnTo>
                        <a:pt x="731" y="1715"/>
                      </a:lnTo>
                      <a:lnTo>
                        <a:pt x="819" y="1724"/>
                      </a:lnTo>
                      <a:lnTo>
                        <a:pt x="862" y="1725"/>
                      </a:lnTo>
                      <a:lnTo>
                        <a:pt x="907" y="1724"/>
                      </a:lnTo>
                      <a:lnTo>
                        <a:pt x="994" y="1715"/>
                      </a:lnTo>
                      <a:lnTo>
                        <a:pt x="1078" y="1698"/>
                      </a:lnTo>
                      <a:lnTo>
                        <a:pt x="1159" y="1673"/>
                      </a:lnTo>
                      <a:lnTo>
                        <a:pt x="1237" y="1640"/>
                      </a:lnTo>
                      <a:lnTo>
                        <a:pt x="1310" y="1601"/>
                      </a:lnTo>
                      <a:lnTo>
                        <a:pt x="1379" y="1553"/>
                      </a:lnTo>
                      <a:lnTo>
                        <a:pt x="1443" y="1502"/>
                      </a:lnTo>
                      <a:lnTo>
                        <a:pt x="1500" y="1443"/>
                      </a:lnTo>
                      <a:lnTo>
                        <a:pt x="1554" y="1379"/>
                      </a:lnTo>
                      <a:lnTo>
                        <a:pt x="1600" y="1310"/>
                      </a:lnTo>
                      <a:lnTo>
                        <a:pt x="1640" y="1237"/>
                      </a:lnTo>
                      <a:lnTo>
                        <a:pt x="1673" y="1159"/>
                      </a:lnTo>
                      <a:lnTo>
                        <a:pt x="1698" y="1078"/>
                      </a:lnTo>
                      <a:lnTo>
                        <a:pt x="1715" y="994"/>
                      </a:lnTo>
                      <a:lnTo>
                        <a:pt x="1724" y="907"/>
                      </a:lnTo>
                      <a:lnTo>
                        <a:pt x="1725" y="863"/>
                      </a:lnTo>
                      <a:lnTo>
                        <a:pt x="1724" y="819"/>
                      </a:lnTo>
                      <a:lnTo>
                        <a:pt x="1715" y="731"/>
                      </a:lnTo>
                      <a:lnTo>
                        <a:pt x="1698" y="647"/>
                      </a:lnTo>
                      <a:lnTo>
                        <a:pt x="1673" y="567"/>
                      </a:lnTo>
                      <a:lnTo>
                        <a:pt x="1640" y="489"/>
                      </a:lnTo>
                      <a:lnTo>
                        <a:pt x="1600" y="415"/>
                      </a:lnTo>
                      <a:lnTo>
                        <a:pt x="1554" y="346"/>
                      </a:lnTo>
                      <a:lnTo>
                        <a:pt x="1500" y="283"/>
                      </a:lnTo>
                      <a:lnTo>
                        <a:pt x="1443" y="225"/>
                      </a:lnTo>
                      <a:lnTo>
                        <a:pt x="1379" y="172"/>
                      </a:lnTo>
                      <a:lnTo>
                        <a:pt x="1310" y="126"/>
                      </a:lnTo>
                      <a:lnTo>
                        <a:pt x="1237" y="85"/>
                      </a:lnTo>
                      <a:lnTo>
                        <a:pt x="1159" y="52"/>
                      </a:lnTo>
                      <a:lnTo>
                        <a:pt x="1078" y="28"/>
                      </a:lnTo>
                      <a:lnTo>
                        <a:pt x="994" y="10"/>
                      </a:lnTo>
                      <a:lnTo>
                        <a:pt x="907" y="2"/>
                      </a:lnTo>
                      <a:lnTo>
                        <a:pt x="862" y="0"/>
                      </a:lnTo>
                      <a:close/>
                      <a:moveTo>
                        <a:pt x="1381" y="1123"/>
                      </a:moveTo>
                      <a:lnTo>
                        <a:pt x="1381" y="1149"/>
                      </a:lnTo>
                      <a:lnTo>
                        <a:pt x="1369" y="1201"/>
                      </a:lnTo>
                      <a:lnTo>
                        <a:pt x="1350" y="1247"/>
                      </a:lnTo>
                      <a:lnTo>
                        <a:pt x="1322" y="1288"/>
                      </a:lnTo>
                      <a:lnTo>
                        <a:pt x="1286" y="1324"/>
                      </a:lnTo>
                      <a:lnTo>
                        <a:pt x="1244" y="1352"/>
                      </a:lnTo>
                      <a:lnTo>
                        <a:pt x="1198" y="1372"/>
                      </a:lnTo>
                      <a:lnTo>
                        <a:pt x="1146" y="1383"/>
                      </a:lnTo>
                      <a:lnTo>
                        <a:pt x="1120" y="1383"/>
                      </a:lnTo>
                      <a:lnTo>
                        <a:pt x="605" y="1383"/>
                      </a:lnTo>
                      <a:lnTo>
                        <a:pt x="578" y="1383"/>
                      </a:lnTo>
                      <a:lnTo>
                        <a:pt x="527" y="1372"/>
                      </a:lnTo>
                      <a:lnTo>
                        <a:pt x="480" y="1352"/>
                      </a:lnTo>
                      <a:lnTo>
                        <a:pt x="438" y="1324"/>
                      </a:lnTo>
                      <a:lnTo>
                        <a:pt x="404" y="1288"/>
                      </a:lnTo>
                      <a:lnTo>
                        <a:pt x="375" y="1247"/>
                      </a:lnTo>
                      <a:lnTo>
                        <a:pt x="355" y="1201"/>
                      </a:lnTo>
                      <a:lnTo>
                        <a:pt x="344" y="1149"/>
                      </a:lnTo>
                      <a:lnTo>
                        <a:pt x="343" y="1123"/>
                      </a:lnTo>
                      <a:lnTo>
                        <a:pt x="343" y="608"/>
                      </a:lnTo>
                      <a:lnTo>
                        <a:pt x="344" y="581"/>
                      </a:lnTo>
                      <a:lnTo>
                        <a:pt x="355" y="531"/>
                      </a:lnTo>
                      <a:lnTo>
                        <a:pt x="375" y="483"/>
                      </a:lnTo>
                      <a:lnTo>
                        <a:pt x="404" y="441"/>
                      </a:lnTo>
                      <a:lnTo>
                        <a:pt x="438" y="407"/>
                      </a:lnTo>
                      <a:lnTo>
                        <a:pt x="480" y="378"/>
                      </a:lnTo>
                      <a:lnTo>
                        <a:pt x="527" y="358"/>
                      </a:lnTo>
                      <a:lnTo>
                        <a:pt x="578" y="348"/>
                      </a:lnTo>
                      <a:lnTo>
                        <a:pt x="605" y="346"/>
                      </a:lnTo>
                      <a:lnTo>
                        <a:pt x="1120" y="346"/>
                      </a:lnTo>
                      <a:lnTo>
                        <a:pt x="1146" y="348"/>
                      </a:lnTo>
                      <a:lnTo>
                        <a:pt x="1198" y="358"/>
                      </a:lnTo>
                      <a:lnTo>
                        <a:pt x="1244" y="378"/>
                      </a:lnTo>
                      <a:lnTo>
                        <a:pt x="1286" y="407"/>
                      </a:lnTo>
                      <a:lnTo>
                        <a:pt x="1322" y="441"/>
                      </a:lnTo>
                      <a:lnTo>
                        <a:pt x="1350" y="483"/>
                      </a:lnTo>
                      <a:lnTo>
                        <a:pt x="1369" y="531"/>
                      </a:lnTo>
                      <a:lnTo>
                        <a:pt x="1381" y="581"/>
                      </a:lnTo>
                      <a:lnTo>
                        <a:pt x="1381" y="608"/>
                      </a:lnTo>
                      <a:lnTo>
                        <a:pt x="1381" y="112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32" name="Google Shape;632;p16"/>
              <p:cNvSpPr/>
              <p:nvPr/>
            </p:nvSpPr>
            <p:spPr>
              <a:xfrm rot="5400000">
                <a:off x="11360858" y="343758"/>
                <a:ext cx="140525" cy="26670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617" extrusionOk="0">
                    <a:moveTo>
                      <a:pt x="711" y="92"/>
                    </a:moveTo>
                    <a:lnTo>
                      <a:pt x="586" y="92"/>
                    </a:lnTo>
                    <a:lnTo>
                      <a:pt x="586" y="0"/>
                    </a:lnTo>
                    <a:lnTo>
                      <a:pt x="258" y="0"/>
                    </a:lnTo>
                    <a:lnTo>
                      <a:pt x="258" y="92"/>
                    </a:lnTo>
                    <a:lnTo>
                      <a:pt x="140" y="92"/>
                    </a:lnTo>
                    <a:lnTo>
                      <a:pt x="111" y="95"/>
                    </a:lnTo>
                    <a:lnTo>
                      <a:pt x="61" y="117"/>
                    </a:lnTo>
                    <a:lnTo>
                      <a:pt x="23" y="154"/>
                    </a:lnTo>
                    <a:lnTo>
                      <a:pt x="1" y="205"/>
                    </a:lnTo>
                    <a:lnTo>
                      <a:pt x="0" y="233"/>
                    </a:lnTo>
                    <a:lnTo>
                      <a:pt x="0" y="1477"/>
                    </a:lnTo>
                    <a:lnTo>
                      <a:pt x="1" y="1506"/>
                    </a:lnTo>
                    <a:lnTo>
                      <a:pt x="23" y="1556"/>
                    </a:lnTo>
                    <a:lnTo>
                      <a:pt x="61" y="1594"/>
                    </a:lnTo>
                    <a:lnTo>
                      <a:pt x="111" y="1615"/>
                    </a:lnTo>
                    <a:lnTo>
                      <a:pt x="140" y="1617"/>
                    </a:lnTo>
                    <a:lnTo>
                      <a:pt x="711" y="1617"/>
                    </a:lnTo>
                    <a:lnTo>
                      <a:pt x="740" y="1615"/>
                    </a:lnTo>
                    <a:lnTo>
                      <a:pt x="790" y="1594"/>
                    </a:lnTo>
                    <a:lnTo>
                      <a:pt x="828" y="1556"/>
                    </a:lnTo>
                    <a:lnTo>
                      <a:pt x="850" y="1506"/>
                    </a:lnTo>
                    <a:lnTo>
                      <a:pt x="851" y="1477"/>
                    </a:lnTo>
                    <a:lnTo>
                      <a:pt x="851" y="233"/>
                    </a:lnTo>
                    <a:lnTo>
                      <a:pt x="850" y="205"/>
                    </a:lnTo>
                    <a:lnTo>
                      <a:pt x="828" y="154"/>
                    </a:lnTo>
                    <a:lnTo>
                      <a:pt x="790" y="117"/>
                    </a:lnTo>
                    <a:lnTo>
                      <a:pt x="740" y="95"/>
                    </a:lnTo>
                    <a:lnTo>
                      <a:pt x="711" y="92"/>
                    </a:lnTo>
                    <a:close/>
                    <a:moveTo>
                      <a:pt x="757" y="1477"/>
                    </a:moveTo>
                    <a:lnTo>
                      <a:pt x="757" y="1487"/>
                    </a:lnTo>
                    <a:lnTo>
                      <a:pt x="750" y="1503"/>
                    </a:lnTo>
                    <a:lnTo>
                      <a:pt x="737" y="1516"/>
                    </a:lnTo>
                    <a:lnTo>
                      <a:pt x="721" y="1523"/>
                    </a:lnTo>
                    <a:lnTo>
                      <a:pt x="711" y="1525"/>
                    </a:lnTo>
                    <a:lnTo>
                      <a:pt x="140" y="1525"/>
                    </a:lnTo>
                    <a:lnTo>
                      <a:pt x="131" y="1523"/>
                    </a:lnTo>
                    <a:lnTo>
                      <a:pt x="114" y="1516"/>
                    </a:lnTo>
                    <a:lnTo>
                      <a:pt x="101" y="1503"/>
                    </a:lnTo>
                    <a:lnTo>
                      <a:pt x="94" y="1487"/>
                    </a:lnTo>
                    <a:lnTo>
                      <a:pt x="94" y="1477"/>
                    </a:lnTo>
                    <a:lnTo>
                      <a:pt x="94" y="233"/>
                    </a:lnTo>
                    <a:lnTo>
                      <a:pt x="94" y="223"/>
                    </a:lnTo>
                    <a:lnTo>
                      <a:pt x="101" y="206"/>
                    </a:lnTo>
                    <a:lnTo>
                      <a:pt x="114" y="194"/>
                    </a:lnTo>
                    <a:lnTo>
                      <a:pt x="131" y="187"/>
                    </a:lnTo>
                    <a:lnTo>
                      <a:pt x="140" y="186"/>
                    </a:lnTo>
                    <a:lnTo>
                      <a:pt x="711" y="186"/>
                    </a:lnTo>
                    <a:lnTo>
                      <a:pt x="721" y="187"/>
                    </a:lnTo>
                    <a:lnTo>
                      <a:pt x="737" y="194"/>
                    </a:lnTo>
                    <a:lnTo>
                      <a:pt x="750" y="206"/>
                    </a:lnTo>
                    <a:lnTo>
                      <a:pt x="757" y="223"/>
                    </a:lnTo>
                    <a:lnTo>
                      <a:pt x="757" y="233"/>
                    </a:lnTo>
                    <a:lnTo>
                      <a:pt x="757" y="1477"/>
                    </a:lnTo>
                    <a:close/>
                    <a:moveTo>
                      <a:pt x="707" y="1468"/>
                    </a:moveTo>
                    <a:lnTo>
                      <a:pt x="144" y="1468"/>
                    </a:lnTo>
                    <a:lnTo>
                      <a:pt x="144" y="1264"/>
                    </a:lnTo>
                    <a:lnTo>
                      <a:pt x="707" y="1264"/>
                    </a:lnTo>
                    <a:lnTo>
                      <a:pt x="707" y="1468"/>
                    </a:lnTo>
                    <a:close/>
                    <a:moveTo>
                      <a:pt x="707" y="1213"/>
                    </a:moveTo>
                    <a:lnTo>
                      <a:pt x="144" y="1213"/>
                    </a:lnTo>
                    <a:lnTo>
                      <a:pt x="144" y="1009"/>
                    </a:lnTo>
                    <a:lnTo>
                      <a:pt x="707" y="1009"/>
                    </a:lnTo>
                    <a:lnTo>
                      <a:pt x="707" y="1213"/>
                    </a:lnTo>
                    <a:close/>
                    <a:moveTo>
                      <a:pt x="707" y="958"/>
                    </a:moveTo>
                    <a:lnTo>
                      <a:pt x="144" y="958"/>
                    </a:lnTo>
                    <a:lnTo>
                      <a:pt x="144" y="754"/>
                    </a:lnTo>
                    <a:lnTo>
                      <a:pt x="707" y="754"/>
                    </a:lnTo>
                    <a:lnTo>
                      <a:pt x="707" y="958"/>
                    </a:lnTo>
                    <a:close/>
                    <a:moveTo>
                      <a:pt x="707" y="703"/>
                    </a:moveTo>
                    <a:lnTo>
                      <a:pt x="144" y="703"/>
                    </a:lnTo>
                    <a:lnTo>
                      <a:pt x="144" y="499"/>
                    </a:lnTo>
                    <a:lnTo>
                      <a:pt x="707" y="499"/>
                    </a:lnTo>
                    <a:lnTo>
                      <a:pt x="707" y="703"/>
                    </a:lnTo>
                    <a:close/>
                    <a:moveTo>
                      <a:pt x="707" y="448"/>
                    </a:moveTo>
                    <a:lnTo>
                      <a:pt x="144" y="448"/>
                    </a:lnTo>
                    <a:lnTo>
                      <a:pt x="144" y="243"/>
                    </a:lnTo>
                    <a:lnTo>
                      <a:pt x="707" y="243"/>
                    </a:lnTo>
                    <a:lnTo>
                      <a:pt x="707" y="4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16"/>
              <p:cNvSpPr/>
              <p:nvPr/>
            </p:nvSpPr>
            <p:spPr>
              <a:xfrm>
                <a:off x="10885020" y="369386"/>
                <a:ext cx="454304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100%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16"/>
              <p:cNvSpPr/>
              <p:nvPr/>
            </p:nvSpPr>
            <p:spPr>
              <a:xfrm>
                <a:off x="10212196" y="406846"/>
                <a:ext cx="17980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293" extrusionOk="0">
                    <a:moveTo>
                      <a:pt x="2747" y="3607"/>
                    </a:moveTo>
                    <a:lnTo>
                      <a:pt x="2711" y="3609"/>
                    </a:lnTo>
                    <a:lnTo>
                      <a:pt x="2645" y="3622"/>
                    </a:lnTo>
                    <a:lnTo>
                      <a:pt x="2583" y="3649"/>
                    </a:lnTo>
                    <a:lnTo>
                      <a:pt x="2528" y="3685"/>
                    </a:lnTo>
                    <a:lnTo>
                      <a:pt x="2481" y="3733"/>
                    </a:lnTo>
                    <a:lnTo>
                      <a:pt x="2443" y="3787"/>
                    </a:lnTo>
                    <a:lnTo>
                      <a:pt x="2417" y="3848"/>
                    </a:lnTo>
                    <a:lnTo>
                      <a:pt x="2403" y="3916"/>
                    </a:lnTo>
                    <a:lnTo>
                      <a:pt x="2403" y="3950"/>
                    </a:lnTo>
                    <a:lnTo>
                      <a:pt x="2403" y="3986"/>
                    </a:lnTo>
                    <a:lnTo>
                      <a:pt x="2417" y="4052"/>
                    </a:lnTo>
                    <a:lnTo>
                      <a:pt x="2443" y="4114"/>
                    </a:lnTo>
                    <a:lnTo>
                      <a:pt x="2481" y="4169"/>
                    </a:lnTo>
                    <a:lnTo>
                      <a:pt x="2527" y="4215"/>
                    </a:lnTo>
                    <a:lnTo>
                      <a:pt x="2583" y="4253"/>
                    </a:lnTo>
                    <a:lnTo>
                      <a:pt x="2645" y="4279"/>
                    </a:lnTo>
                    <a:lnTo>
                      <a:pt x="2711" y="4293"/>
                    </a:lnTo>
                    <a:lnTo>
                      <a:pt x="2747" y="4293"/>
                    </a:lnTo>
                    <a:lnTo>
                      <a:pt x="2783" y="4293"/>
                    </a:lnTo>
                    <a:lnTo>
                      <a:pt x="2849" y="4279"/>
                    </a:lnTo>
                    <a:lnTo>
                      <a:pt x="2911" y="4253"/>
                    </a:lnTo>
                    <a:lnTo>
                      <a:pt x="2966" y="4215"/>
                    </a:lnTo>
                    <a:lnTo>
                      <a:pt x="3013" y="4169"/>
                    </a:lnTo>
                    <a:lnTo>
                      <a:pt x="3051" y="4114"/>
                    </a:lnTo>
                    <a:lnTo>
                      <a:pt x="3077" y="4052"/>
                    </a:lnTo>
                    <a:lnTo>
                      <a:pt x="3090" y="3986"/>
                    </a:lnTo>
                    <a:lnTo>
                      <a:pt x="3091" y="3950"/>
                    </a:lnTo>
                    <a:lnTo>
                      <a:pt x="3090" y="3916"/>
                    </a:lnTo>
                    <a:lnTo>
                      <a:pt x="3077" y="3848"/>
                    </a:lnTo>
                    <a:lnTo>
                      <a:pt x="3051" y="3787"/>
                    </a:lnTo>
                    <a:lnTo>
                      <a:pt x="3013" y="3733"/>
                    </a:lnTo>
                    <a:lnTo>
                      <a:pt x="2966" y="3685"/>
                    </a:lnTo>
                    <a:lnTo>
                      <a:pt x="2911" y="3648"/>
                    </a:lnTo>
                    <a:lnTo>
                      <a:pt x="2849" y="3622"/>
                    </a:lnTo>
                    <a:lnTo>
                      <a:pt x="2783" y="3609"/>
                    </a:lnTo>
                    <a:lnTo>
                      <a:pt x="2747" y="3607"/>
                    </a:lnTo>
                    <a:close/>
                    <a:moveTo>
                      <a:pt x="5399" y="1030"/>
                    </a:moveTo>
                    <a:lnTo>
                      <a:pt x="5332" y="968"/>
                    </a:lnTo>
                    <a:lnTo>
                      <a:pt x="5194" y="852"/>
                    </a:lnTo>
                    <a:lnTo>
                      <a:pt x="5050" y="741"/>
                    </a:lnTo>
                    <a:lnTo>
                      <a:pt x="4902" y="638"/>
                    </a:lnTo>
                    <a:lnTo>
                      <a:pt x="4749" y="542"/>
                    </a:lnTo>
                    <a:lnTo>
                      <a:pt x="4592" y="454"/>
                    </a:lnTo>
                    <a:lnTo>
                      <a:pt x="4431" y="373"/>
                    </a:lnTo>
                    <a:lnTo>
                      <a:pt x="4266" y="300"/>
                    </a:lnTo>
                    <a:lnTo>
                      <a:pt x="4098" y="235"/>
                    </a:lnTo>
                    <a:lnTo>
                      <a:pt x="3927" y="178"/>
                    </a:lnTo>
                    <a:lnTo>
                      <a:pt x="3751" y="127"/>
                    </a:lnTo>
                    <a:lnTo>
                      <a:pt x="3574" y="85"/>
                    </a:lnTo>
                    <a:lnTo>
                      <a:pt x="3394" y="52"/>
                    </a:lnTo>
                    <a:lnTo>
                      <a:pt x="3211" y="26"/>
                    </a:lnTo>
                    <a:lnTo>
                      <a:pt x="3026" y="10"/>
                    </a:lnTo>
                    <a:lnTo>
                      <a:pt x="2839" y="2"/>
                    </a:lnTo>
                    <a:lnTo>
                      <a:pt x="2746" y="0"/>
                    </a:lnTo>
                    <a:lnTo>
                      <a:pt x="2652" y="2"/>
                    </a:lnTo>
                    <a:lnTo>
                      <a:pt x="2466" y="10"/>
                    </a:lnTo>
                    <a:lnTo>
                      <a:pt x="2282" y="26"/>
                    </a:lnTo>
                    <a:lnTo>
                      <a:pt x="2099" y="52"/>
                    </a:lnTo>
                    <a:lnTo>
                      <a:pt x="1919" y="85"/>
                    </a:lnTo>
                    <a:lnTo>
                      <a:pt x="1740" y="127"/>
                    </a:lnTo>
                    <a:lnTo>
                      <a:pt x="1566" y="178"/>
                    </a:lnTo>
                    <a:lnTo>
                      <a:pt x="1395" y="235"/>
                    </a:lnTo>
                    <a:lnTo>
                      <a:pt x="1226" y="300"/>
                    </a:lnTo>
                    <a:lnTo>
                      <a:pt x="1060" y="373"/>
                    </a:lnTo>
                    <a:lnTo>
                      <a:pt x="899" y="454"/>
                    </a:lnTo>
                    <a:lnTo>
                      <a:pt x="742" y="542"/>
                    </a:lnTo>
                    <a:lnTo>
                      <a:pt x="590" y="638"/>
                    </a:lnTo>
                    <a:lnTo>
                      <a:pt x="441" y="741"/>
                    </a:lnTo>
                    <a:lnTo>
                      <a:pt x="299" y="852"/>
                    </a:lnTo>
                    <a:lnTo>
                      <a:pt x="160" y="970"/>
                    </a:lnTo>
                    <a:lnTo>
                      <a:pt x="93" y="1030"/>
                    </a:lnTo>
                    <a:lnTo>
                      <a:pt x="71" y="1053"/>
                    </a:lnTo>
                    <a:lnTo>
                      <a:pt x="35" y="1104"/>
                    </a:lnTo>
                    <a:lnTo>
                      <a:pt x="12" y="1157"/>
                    </a:lnTo>
                    <a:lnTo>
                      <a:pt x="0" y="1215"/>
                    </a:lnTo>
                    <a:lnTo>
                      <a:pt x="0" y="1272"/>
                    </a:lnTo>
                    <a:lnTo>
                      <a:pt x="12" y="1328"/>
                    </a:lnTo>
                    <a:lnTo>
                      <a:pt x="35" y="1383"/>
                    </a:lnTo>
                    <a:lnTo>
                      <a:pt x="71" y="1432"/>
                    </a:lnTo>
                    <a:lnTo>
                      <a:pt x="93" y="1455"/>
                    </a:lnTo>
                    <a:lnTo>
                      <a:pt x="117" y="1477"/>
                    </a:lnTo>
                    <a:lnTo>
                      <a:pt x="170" y="1510"/>
                    </a:lnTo>
                    <a:lnTo>
                      <a:pt x="228" y="1532"/>
                    </a:lnTo>
                    <a:lnTo>
                      <a:pt x="288" y="1543"/>
                    </a:lnTo>
                    <a:lnTo>
                      <a:pt x="319" y="1543"/>
                    </a:lnTo>
                    <a:lnTo>
                      <a:pt x="350" y="1543"/>
                    </a:lnTo>
                    <a:lnTo>
                      <a:pt x="411" y="1532"/>
                    </a:lnTo>
                    <a:lnTo>
                      <a:pt x="469" y="1510"/>
                    </a:lnTo>
                    <a:lnTo>
                      <a:pt x="522" y="1477"/>
                    </a:lnTo>
                    <a:lnTo>
                      <a:pt x="546" y="1455"/>
                    </a:lnTo>
                    <a:lnTo>
                      <a:pt x="601" y="1405"/>
                    </a:lnTo>
                    <a:lnTo>
                      <a:pt x="716" y="1308"/>
                    </a:lnTo>
                    <a:lnTo>
                      <a:pt x="834" y="1218"/>
                    </a:lnTo>
                    <a:lnTo>
                      <a:pt x="958" y="1134"/>
                    </a:lnTo>
                    <a:lnTo>
                      <a:pt x="1085" y="1056"/>
                    </a:lnTo>
                    <a:lnTo>
                      <a:pt x="1215" y="986"/>
                    </a:lnTo>
                    <a:lnTo>
                      <a:pt x="1349" y="922"/>
                    </a:lnTo>
                    <a:lnTo>
                      <a:pt x="1485" y="865"/>
                    </a:lnTo>
                    <a:lnTo>
                      <a:pt x="1625" y="813"/>
                    </a:lnTo>
                    <a:lnTo>
                      <a:pt x="1768" y="768"/>
                    </a:lnTo>
                    <a:lnTo>
                      <a:pt x="1985" y="712"/>
                    </a:lnTo>
                    <a:lnTo>
                      <a:pt x="2285" y="662"/>
                    </a:lnTo>
                    <a:lnTo>
                      <a:pt x="2590" y="636"/>
                    </a:lnTo>
                    <a:lnTo>
                      <a:pt x="2746" y="633"/>
                    </a:lnTo>
                    <a:lnTo>
                      <a:pt x="2901" y="636"/>
                    </a:lnTo>
                    <a:lnTo>
                      <a:pt x="3208" y="662"/>
                    </a:lnTo>
                    <a:lnTo>
                      <a:pt x="3506" y="712"/>
                    </a:lnTo>
                    <a:lnTo>
                      <a:pt x="3725" y="768"/>
                    </a:lnTo>
                    <a:lnTo>
                      <a:pt x="3868" y="813"/>
                    </a:lnTo>
                    <a:lnTo>
                      <a:pt x="4007" y="865"/>
                    </a:lnTo>
                    <a:lnTo>
                      <a:pt x="4144" y="922"/>
                    </a:lnTo>
                    <a:lnTo>
                      <a:pt x="4277" y="986"/>
                    </a:lnTo>
                    <a:lnTo>
                      <a:pt x="4408" y="1056"/>
                    </a:lnTo>
                    <a:lnTo>
                      <a:pt x="4534" y="1134"/>
                    </a:lnTo>
                    <a:lnTo>
                      <a:pt x="4657" y="1218"/>
                    </a:lnTo>
                    <a:lnTo>
                      <a:pt x="4776" y="1307"/>
                    </a:lnTo>
                    <a:lnTo>
                      <a:pt x="4890" y="1403"/>
                    </a:lnTo>
                    <a:lnTo>
                      <a:pt x="4946" y="1455"/>
                    </a:lnTo>
                    <a:lnTo>
                      <a:pt x="4969" y="1477"/>
                    </a:lnTo>
                    <a:lnTo>
                      <a:pt x="5023" y="1509"/>
                    </a:lnTo>
                    <a:lnTo>
                      <a:pt x="5082" y="1532"/>
                    </a:lnTo>
                    <a:lnTo>
                      <a:pt x="5142" y="1542"/>
                    </a:lnTo>
                    <a:lnTo>
                      <a:pt x="5203" y="1542"/>
                    </a:lnTo>
                    <a:lnTo>
                      <a:pt x="5263" y="1532"/>
                    </a:lnTo>
                    <a:lnTo>
                      <a:pt x="5322" y="1509"/>
                    </a:lnTo>
                    <a:lnTo>
                      <a:pt x="5375" y="1477"/>
                    </a:lnTo>
                    <a:lnTo>
                      <a:pt x="5399" y="1455"/>
                    </a:lnTo>
                    <a:lnTo>
                      <a:pt x="5422" y="1432"/>
                    </a:lnTo>
                    <a:lnTo>
                      <a:pt x="5456" y="1383"/>
                    </a:lnTo>
                    <a:lnTo>
                      <a:pt x="5481" y="1328"/>
                    </a:lnTo>
                    <a:lnTo>
                      <a:pt x="5492" y="1272"/>
                    </a:lnTo>
                    <a:lnTo>
                      <a:pt x="5492" y="1215"/>
                    </a:lnTo>
                    <a:lnTo>
                      <a:pt x="5481" y="1157"/>
                    </a:lnTo>
                    <a:lnTo>
                      <a:pt x="5456" y="1102"/>
                    </a:lnTo>
                    <a:lnTo>
                      <a:pt x="5422" y="1053"/>
                    </a:lnTo>
                    <a:lnTo>
                      <a:pt x="5399" y="1030"/>
                    </a:lnTo>
                    <a:close/>
                    <a:moveTo>
                      <a:pt x="2743" y="1202"/>
                    </a:moveTo>
                    <a:lnTo>
                      <a:pt x="2604" y="1203"/>
                    </a:lnTo>
                    <a:lnTo>
                      <a:pt x="2332" y="1230"/>
                    </a:lnTo>
                    <a:lnTo>
                      <a:pt x="2066" y="1282"/>
                    </a:lnTo>
                    <a:lnTo>
                      <a:pt x="1807" y="1360"/>
                    </a:lnTo>
                    <a:lnTo>
                      <a:pt x="1557" y="1462"/>
                    </a:lnTo>
                    <a:lnTo>
                      <a:pt x="1320" y="1589"/>
                    </a:lnTo>
                    <a:lnTo>
                      <a:pt x="1094" y="1739"/>
                    </a:lnTo>
                    <a:lnTo>
                      <a:pt x="882" y="1912"/>
                    </a:lnTo>
                    <a:lnTo>
                      <a:pt x="782" y="2008"/>
                    </a:lnTo>
                    <a:lnTo>
                      <a:pt x="759" y="2033"/>
                    </a:lnTo>
                    <a:lnTo>
                      <a:pt x="722" y="2088"/>
                    </a:lnTo>
                    <a:lnTo>
                      <a:pt x="698" y="2148"/>
                    </a:lnTo>
                    <a:lnTo>
                      <a:pt x="686" y="2211"/>
                    </a:lnTo>
                    <a:lnTo>
                      <a:pt x="686" y="2275"/>
                    </a:lnTo>
                    <a:lnTo>
                      <a:pt x="698" y="2337"/>
                    </a:lnTo>
                    <a:lnTo>
                      <a:pt x="722" y="2397"/>
                    </a:lnTo>
                    <a:lnTo>
                      <a:pt x="759" y="2452"/>
                    </a:lnTo>
                    <a:lnTo>
                      <a:pt x="782" y="2478"/>
                    </a:lnTo>
                    <a:lnTo>
                      <a:pt x="808" y="2501"/>
                    </a:lnTo>
                    <a:lnTo>
                      <a:pt x="863" y="2537"/>
                    </a:lnTo>
                    <a:lnTo>
                      <a:pt x="924" y="2561"/>
                    </a:lnTo>
                    <a:lnTo>
                      <a:pt x="987" y="2574"/>
                    </a:lnTo>
                    <a:lnTo>
                      <a:pt x="1019" y="2576"/>
                    </a:lnTo>
                    <a:lnTo>
                      <a:pt x="1052" y="2574"/>
                    </a:lnTo>
                    <a:lnTo>
                      <a:pt x="1115" y="2561"/>
                    </a:lnTo>
                    <a:lnTo>
                      <a:pt x="1176" y="2537"/>
                    </a:lnTo>
                    <a:lnTo>
                      <a:pt x="1230" y="2501"/>
                    </a:lnTo>
                    <a:lnTo>
                      <a:pt x="1256" y="2478"/>
                    </a:lnTo>
                    <a:lnTo>
                      <a:pt x="1331" y="2404"/>
                    </a:lnTo>
                    <a:lnTo>
                      <a:pt x="1493" y="2272"/>
                    </a:lnTo>
                    <a:lnTo>
                      <a:pt x="1664" y="2155"/>
                    </a:lnTo>
                    <a:lnTo>
                      <a:pt x="1844" y="2056"/>
                    </a:lnTo>
                    <a:lnTo>
                      <a:pt x="2033" y="1974"/>
                    </a:lnTo>
                    <a:lnTo>
                      <a:pt x="2229" y="1910"/>
                    </a:lnTo>
                    <a:lnTo>
                      <a:pt x="2432" y="1869"/>
                    </a:lnTo>
                    <a:lnTo>
                      <a:pt x="2638" y="1847"/>
                    </a:lnTo>
                    <a:lnTo>
                      <a:pt x="2743" y="1844"/>
                    </a:lnTo>
                    <a:lnTo>
                      <a:pt x="2848" y="1847"/>
                    </a:lnTo>
                    <a:lnTo>
                      <a:pt x="3055" y="1869"/>
                    </a:lnTo>
                    <a:lnTo>
                      <a:pt x="3257" y="1910"/>
                    </a:lnTo>
                    <a:lnTo>
                      <a:pt x="3453" y="1974"/>
                    </a:lnTo>
                    <a:lnTo>
                      <a:pt x="3643" y="2056"/>
                    </a:lnTo>
                    <a:lnTo>
                      <a:pt x="3823" y="2155"/>
                    </a:lnTo>
                    <a:lnTo>
                      <a:pt x="3994" y="2272"/>
                    </a:lnTo>
                    <a:lnTo>
                      <a:pt x="4154" y="2404"/>
                    </a:lnTo>
                    <a:lnTo>
                      <a:pt x="4230" y="2478"/>
                    </a:lnTo>
                    <a:lnTo>
                      <a:pt x="4255" y="2501"/>
                    </a:lnTo>
                    <a:lnTo>
                      <a:pt x="4311" y="2537"/>
                    </a:lnTo>
                    <a:lnTo>
                      <a:pt x="4372" y="2561"/>
                    </a:lnTo>
                    <a:lnTo>
                      <a:pt x="4435" y="2574"/>
                    </a:lnTo>
                    <a:lnTo>
                      <a:pt x="4500" y="2574"/>
                    </a:lnTo>
                    <a:lnTo>
                      <a:pt x="4562" y="2561"/>
                    </a:lnTo>
                    <a:lnTo>
                      <a:pt x="4622" y="2537"/>
                    </a:lnTo>
                    <a:lnTo>
                      <a:pt x="4678" y="2501"/>
                    </a:lnTo>
                    <a:lnTo>
                      <a:pt x="4703" y="2478"/>
                    </a:lnTo>
                    <a:lnTo>
                      <a:pt x="4727" y="2452"/>
                    </a:lnTo>
                    <a:lnTo>
                      <a:pt x="4763" y="2397"/>
                    </a:lnTo>
                    <a:lnTo>
                      <a:pt x="4788" y="2337"/>
                    </a:lnTo>
                    <a:lnTo>
                      <a:pt x="4801" y="2275"/>
                    </a:lnTo>
                    <a:lnTo>
                      <a:pt x="4801" y="2211"/>
                    </a:lnTo>
                    <a:lnTo>
                      <a:pt x="4788" y="2148"/>
                    </a:lnTo>
                    <a:lnTo>
                      <a:pt x="4763" y="2088"/>
                    </a:lnTo>
                    <a:lnTo>
                      <a:pt x="4727" y="2033"/>
                    </a:lnTo>
                    <a:lnTo>
                      <a:pt x="4703" y="2008"/>
                    </a:lnTo>
                    <a:lnTo>
                      <a:pt x="4603" y="1912"/>
                    </a:lnTo>
                    <a:lnTo>
                      <a:pt x="4392" y="1739"/>
                    </a:lnTo>
                    <a:lnTo>
                      <a:pt x="4167" y="1589"/>
                    </a:lnTo>
                    <a:lnTo>
                      <a:pt x="3928" y="1462"/>
                    </a:lnTo>
                    <a:lnTo>
                      <a:pt x="3679" y="1360"/>
                    </a:lnTo>
                    <a:lnTo>
                      <a:pt x="3421" y="1282"/>
                    </a:lnTo>
                    <a:lnTo>
                      <a:pt x="3155" y="1230"/>
                    </a:lnTo>
                    <a:lnTo>
                      <a:pt x="2881" y="1203"/>
                    </a:lnTo>
                    <a:lnTo>
                      <a:pt x="2743" y="1202"/>
                    </a:lnTo>
                    <a:close/>
                    <a:moveTo>
                      <a:pt x="2746" y="2403"/>
                    </a:moveTo>
                    <a:lnTo>
                      <a:pt x="2668" y="2404"/>
                    </a:lnTo>
                    <a:lnTo>
                      <a:pt x="2514" y="2420"/>
                    </a:lnTo>
                    <a:lnTo>
                      <a:pt x="2362" y="2451"/>
                    </a:lnTo>
                    <a:lnTo>
                      <a:pt x="2217" y="2497"/>
                    </a:lnTo>
                    <a:lnTo>
                      <a:pt x="2076" y="2556"/>
                    </a:lnTo>
                    <a:lnTo>
                      <a:pt x="1940" y="2631"/>
                    </a:lnTo>
                    <a:lnTo>
                      <a:pt x="1814" y="2719"/>
                    </a:lnTo>
                    <a:lnTo>
                      <a:pt x="1694" y="2819"/>
                    </a:lnTo>
                    <a:lnTo>
                      <a:pt x="1637" y="2876"/>
                    </a:lnTo>
                    <a:lnTo>
                      <a:pt x="1615" y="2900"/>
                    </a:lnTo>
                    <a:lnTo>
                      <a:pt x="1580" y="2955"/>
                    </a:lnTo>
                    <a:lnTo>
                      <a:pt x="1557" y="3012"/>
                    </a:lnTo>
                    <a:lnTo>
                      <a:pt x="1546" y="3074"/>
                    </a:lnTo>
                    <a:lnTo>
                      <a:pt x="1546" y="3136"/>
                    </a:lnTo>
                    <a:lnTo>
                      <a:pt x="1557" y="3197"/>
                    </a:lnTo>
                    <a:lnTo>
                      <a:pt x="1580" y="3256"/>
                    </a:lnTo>
                    <a:lnTo>
                      <a:pt x="1615" y="3309"/>
                    </a:lnTo>
                    <a:lnTo>
                      <a:pt x="1637" y="3334"/>
                    </a:lnTo>
                    <a:lnTo>
                      <a:pt x="1661" y="3357"/>
                    </a:lnTo>
                    <a:lnTo>
                      <a:pt x="1713" y="3393"/>
                    </a:lnTo>
                    <a:lnTo>
                      <a:pt x="1769" y="3416"/>
                    </a:lnTo>
                    <a:lnTo>
                      <a:pt x="1830" y="3427"/>
                    </a:lnTo>
                    <a:lnTo>
                      <a:pt x="1860" y="3429"/>
                    </a:lnTo>
                    <a:lnTo>
                      <a:pt x="1890" y="3427"/>
                    </a:lnTo>
                    <a:lnTo>
                      <a:pt x="1949" y="3416"/>
                    </a:lnTo>
                    <a:lnTo>
                      <a:pt x="2005" y="3393"/>
                    </a:lnTo>
                    <a:lnTo>
                      <a:pt x="2057" y="3357"/>
                    </a:lnTo>
                    <a:lnTo>
                      <a:pt x="2082" y="3334"/>
                    </a:lnTo>
                    <a:lnTo>
                      <a:pt x="2115" y="3300"/>
                    </a:lnTo>
                    <a:lnTo>
                      <a:pt x="2187" y="3239"/>
                    </a:lnTo>
                    <a:lnTo>
                      <a:pt x="2263" y="3184"/>
                    </a:lnTo>
                    <a:lnTo>
                      <a:pt x="2344" y="3138"/>
                    </a:lnTo>
                    <a:lnTo>
                      <a:pt x="2429" y="3100"/>
                    </a:lnTo>
                    <a:lnTo>
                      <a:pt x="2517" y="3070"/>
                    </a:lnTo>
                    <a:lnTo>
                      <a:pt x="2607" y="3051"/>
                    </a:lnTo>
                    <a:lnTo>
                      <a:pt x="2699" y="3041"/>
                    </a:lnTo>
                    <a:lnTo>
                      <a:pt x="2746" y="3040"/>
                    </a:lnTo>
                    <a:lnTo>
                      <a:pt x="2793" y="3040"/>
                    </a:lnTo>
                    <a:lnTo>
                      <a:pt x="2885" y="3051"/>
                    </a:lnTo>
                    <a:lnTo>
                      <a:pt x="2976" y="3070"/>
                    </a:lnTo>
                    <a:lnTo>
                      <a:pt x="3064" y="3100"/>
                    </a:lnTo>
                    <a:lnTo>
                      <a:pt x="3147" y="3138"/>
                    </a:lnTo>
                    <a:lnTo>
                      <a:pt x="3228" y="3184"/>
                    </a:lnTo>
                    <a:lnTo>
                      <a:pt x="3304" y="3239"/>
                    </a:lnTo>
                    <a:lnTo>
                      <a:pt x="3376" y="3300"/>
                    </a:lnTo>
                    <a:lnTo>
                      <a:pt x="3411" y="3334"/>
                    </a:lnTo>
                    <a:lnTo>
                      <a:pt x="3434" y="3357"/>
                    </a:lnTo>
                    <a:lnTo>
                      <a:pt x="3487" y="3393"/>
                    </a:lnTo>
                    <a:lnTo>
                      <a:pt x="3543" y="3416"/>
                    </a:lnTo>
                    <a:lnTo>
                      <a:pt x="3603" y="3427"/>
                    </a:lnTo>
                    <a:lnTo>
                      <a:pt x="3663" y="3427"/>
                    </a:lnTo>
                    <a:lnTo>
                      <a:pt x="3722" y="3416"/>
                    </a:lnTo>
                    <a:lnTo>
                      <a:pt x="3780" y="3393"/>
                    </a:lnTo>
                    <a:lnTo>
                      <a:pt x="3832" y="3357"/>
                    </a:lnTo>
                    <a:lnTo>
                      <a:pt x="3855" y="3334"/>
                    </a:lnTo>
                    <a:lnTo>
                      <a:pt x="3878" y="3309"/>
                    </a:lnTo>
                    <a:lnTo>
                      <a:pt x="3912" y="3256"/>
                    </a:lnTo>
                    <a:lnTo>
                      <a:pt x="3934" y="3197"/>
                    </a:lnTo>
                    <a:lnTo>
                      <a:pt x="3945" y="3136"/>
                    </a:lnTo>
                    <a:lnTo>
                      <a:pt x="3945" y="3074"/>
                    </a:lnTo>
                    <a:lnTo>
                      <a:pt x="3934" y="3012"/>
                    </a:lnTo>
                    <a:lnTo>
                      <a:pt x="3912" y="2955"/>
                    </a:lnTo>
                    <a:lnTo>
                      <a:pt x="3878" y="2900"/>
                    </a:lnTo>
                    <a:lnTo>
                      <a:pt x="3855" y="2876"/>
                    </a:lnTo>
                    <a:lnTo>
                      <a:pt x="3798" y="2819"/>
                    </a:lnTo>
                    <a:lnTo>
                      <a:pt x="3679" y="2719"/>
                    </a:lnTo>
                    <a:lnTo>
                      <a:pt x="3551" y="2631"/>
                    </a:lnTo>
                    <a:lnTo>
                      <a:pt x="3417" y="2556"/>
                    </a:lnTo>
                    <a:lnTo>
                      <a:pt x="3276" y="2497"/>
                    </a:lnTo>
                    <a:lnTo>
                      <a:pt x="3130" y="2451"/>
                    </a:lnTo>
                    <a:lnTo>
                      <a:pt x="2979" y="2420"/>
                    </a:lnTo>
                    <a:lnTo>
                      <a:pt x="2825" y="2404"/>
                    </a:lnTo>
                    <a:lnTo>
                      <a:pt x="2746" y="24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16"/>
              <p:cNvSpPr/>
              <p:nvPr/>
            </p:nvSpPr>
            <p:spPr>
              <a:xfrm>
                <a:off x="9512757" y="369386"/>
                <a:ext cx="715178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PPTBIZCAM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6" name="Google Shape;636;p16"/>
            <p:cNvSpPr/>
            <p:nvPr/>
          </p:nvSpPr>
          <p:spPr>
            <a:xfrm>
              <a:off x="11377471" y="133570"/>
              <a:ext cx="176990" cy="176990"/>
            </a:xfrm>
            <a:prstGeom prst="ellipse">
              <a:avLst/>
            </a:prstGeom>
            <a:solidFill>
              <a:srgbClr val="90DA80"/>
            </a:solidFill>
            <a:ln>
              <a:noFill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7" name="Google Shape;637;p16"/>
            <p:cNvGrpSpPr/>
            <p:nvPr/>
          </p:nvGrpSpPr>
          <p:grpSpPr>
            <a:xfrm>
              <a:off x="653849" y="193034"/>
              <a:ext cx="343364" cy="344856"/>
              <a:chOff x="1157487" y="184451"/>
              <a:chExt cx="489882" cy="492010"/>
            </a:xfrm>
          </p:grpSpPr>
          <p:sp>
            <p:nvSpPr>
              <p:cNvPr id="638" name="Google Shape;638;p16"/>
              <p:cNvSpPr/>
              <p:nvPr/>
            </p:nvSpPr>
            <p:spPr>
              <a:xfrm>
                <a:off x="1157487" y="184454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16"/>
              <p:cNvSpPr/>
              <p:nvPr/>
            </p:nvSpPr>
            <p:spPr>
              <a:xfrm>
                <a:off x="1483366" y="184451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16"/>
              <p:cNvSpPr/>
              <p:nvPr/>
            </p:nvSpPr>
            <p:spPr>
              <a:xfrm>
                <a:off x="1319363" y="348454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16"/>
              <p:cNvSpPr/>
              <p:nvPr/>
            </p:nvSpPr>
            <p:spPr>
              <a:xfrm>
                <a:off x="1483366" y="348453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16"/>
              <p:cNvSpPr/>
              <p:nvPr/>
            </p:nvSpPr>
            <p:spPr>
              <a:xfrm>
                <a:off x="1157487" y="512458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16"/>
              <p:cNvSpPr/>
              <p:nvPr/>
            </p:nvSpPr>
            <p:spPr>
              <a:xfrm>
                <a:off x="1483366" y="512455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44" name="Google Shape;644;p16"/>
          <p:cNvSpPr txBox="1"/>
          <p:nvPr/>
        </p:nvSpPr>
        <p:spPr>
          <a:xfrm>
            <a:off x="767408" y="1308396"/>
            <a:ext cx="5040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645" name="Google Shape;645;p16"/>
          <p:cNvSpPr txBox="1"/>
          <p:nvPr/>
        </p:nvSpPr>
        <p:spPr>
          <a:xfrm>
            <a:off x="1271464" y="1448819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모델 평가 지표</a:t>
            </a:r>
            <a:endParaRPr/>
          </a:p>
        </p:txBody>
      </p:sp>
      <p:sp>
        <p:nvSpPr>
          <p:cNvPr id="646" name="Google Shape;646;p16"/>
          <p:cNvSpPr txBox="1"/>
          <p:nvPr/>
        </p:nvSpPr>
        <p:spPr>
          <a:xfrm>
            <a:off x="4392413" y="2517644"/>
            <a:ext cx="40890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Train_32, eval_64, epoch_10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7" name="Google Shape;647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2413" y="3088178"/>
            <a:ext cx="4234702" cy="2261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2" name="Google Shape;652;p17"/>
          <p:cNvGrpSpPr/>
          <p:nvPr/>
        </p:nvGrpSpPr>
        <p:grpSpPr>
          <a:xfrm>
            <a:off x="150812" y="0"/>
            <a:ext cx="11890375" cy="6680200"/>
            <a:chOff x="150812" y="0"/>
            <a:chExt cx="11890375" cy="6680200"/>
          </a:xfrm>
        </p:grpSpPr>
        <p:sp>
          <p:nvSpPr>
            <p:cNvPr id="653" name="Google Shape;653;p17"/>
            <p:cNvSpPr/>
            <p:nvPr/>
          </p:nvSpPr>
          <p:spPr>
            <a:xfrm>
              <a:off x="150812" y="0"/>
              <a:ext cx="11890375" cy="6680200"/>
            </a:xfrm>
            <a:prstGeom prst="round2SameRect">
              <a:avLst>
                <a:gd name="adj1" fmla="val 0"/>
                <a:gd name="adj2" fmla="val 5079"/>
              </a:avLst>
            </a:prstGeom>
            <a:solidFill>
              <a:srgbClr val="E4F7F5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17"/>
            <p:cNvSpPr/>
            <p:nvPr/>
          </p:nvSpPr>
          <p:spPr>
            <a:xfrm>
              <a:off x="286543" y="0"/>
              <a:ext cx="11618912" cy="6509543"/>
            </a:xfrm>
            <a:prstGeom prst="round2SameRect">
              <a:avLst>
                <a:gd name="adj1" fmla="val 0"/>
                <a:gd name="adj2" fmla="val 3479"/>
              </a:avLst>
            </a:prstGeom>
            <a:solidFill>
              <a:schemeClr val="lt1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7"/>
            <p:cNvSpPr/>
            <p:nvPr/>
          </p:nvSpPr>
          <p:spPr>
            <a:xfrm>
              <a:off x="286544" y="0"/>
              <a:ext cx="11618912" cy="771525"/>
            </a:xfrm>
            <a:prstGeom prst="round2SameRect">
              <a:avLst>
                <a:gd name="adj1" fmla="val 0"/>
                <a:gd name="adj2" fmla="val 29630"/>
              </a:avLst>
            </a:prstGeom>
            <a:solidFill>
              <a:schemeClr val="lt1"/>
            </a:solidFill>
            <a:ln>
              <a:noFill/>
            </a:ln>
            <a:effectLst>
              <a:outerShdw blurRad="165100" dist="38100" dir="5400000" algn="t" rotWithShape="0">
                <a:srgbClr val="000000">
                  <a:alpha val="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4. 프로젝트 수행 결과</a:t>
              </a:r>
              <a:endParaRPr/>
            </a:p>
          </p:txBody>
        </p:sp>
        <p:grpSp>
          <p:nvGrpSpPr>
            <p:cNvPr id="656" name="Google Shape;656;p17"/>
            <p:cNvGrpSpPr/>
            <p:nvPr/>
          </p:nvGrpSpPr>
          <p:grpSpPr>
            <a:xfrm>
              <a:off x="11067369" y="185874"/>
              <a:ext cx="429876" cy="429876"/>
              <a:chOff x="215317" y="343634"/>
              <a:chExt cx="684000" cy="684000"/>
            </a:xfrm>
          </p:grpSpPr>
          <p:sp>
            <p:nvSpPr>
              <p:cNvPr id="657" name="Google Shape;657;p17"/>
              <p:cNvSpPr/>
              <p:nvPr/>
            </p:nvSpPr>
            <p:spPr>
              <a:xfrm>
                <a:off x="215317" y="343634"/>
                <a:ext cx="684000" cy="684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9F3FC"/>
                  </a:gs>
                  <a:gs pos="86000">
                    <a:srgbClr val="E9F3FC"/>
                  </a:gs>
                  <a:gs pos="100000">
                    <a:srgbClr val="4E5DA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542925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rgbClr val="323F4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58" name="Google Shape;658;p17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2555" y="386637"/>
                <a:ext cx="546554" cy="5465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59" name="Google Shape;659;p17"/>
            <p:cNvGrpSpPr/>
            <p:nvPr/>
          </p:nvGrpSpPr>
          <p:grpSpPr>
            <a:xfrm>
              <a:off x="8951163" y="320145"/>
              <a:ext cx="1550689" cy="169277"/>
              <a:chOff x="9512757" y="369386"/>
              <a:chExt cx="2051714" cy="223970"/>
            </a:xfrm>
          </p:grpSpPr>
          <p:grpSp>
            <p:nvGrpSpPr>
              <p:cNvPr id="660" name="Google Shape;660;p17"/>
              <p:cNvGrpSpPr/>
              <p:nvPr/>
            </p:nvGrpSpPr>
            <p:grpSpPr>
              <a:xfrm>
                <a:off x="10750964" y="406846"/>
                <a:ext cx="132372" cy="140525"/>
                <a:chOff x="4594" y="900"/>
                <a:chExt cx="276" cy="293"/>
              </a:xfrm>
            </p:grpSpPr>
            <p:sp>
              <p:nvSpPr>
                <p:cNvPr id="661" name="Google Shape;661;p17"/>
                <p:cNvSpPr/>
                <p:nvPr/>
              </p:nvSpPr>
              <p:spPr>
                <a:xfrm>
                  <a:off x="4594" y="900"/>
                  <a:ext cx="102" cy="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3" extrusionOk="0">
                      <a:moveTo>
                        <a:pt x="72" y="263"/>
                      </a:moveTo>
                      <a:lnTo>
                        <a:pt x="91" y="236"/>
                      </a:lnTo>
                      <a:lnTo>
                        <a:pt x="139" y="187"/>
                      </a:lnTo>
                      <a:lnTo>
                        <a:pt x="193" y="148"/>
                      </a:lnTo>
                      <a:lnTo>
                        <a:pt x="255" y="119"/>
                      </a:lnTo>
                      <a:lnTo>
                        <a:pt x="290" y="110"/>
                      </a:lnTo>
                      <a:lnTo>
                        <a:pt x="299" y="106"/>
                      </a:lnTo>
                      <a:lnTo>
                        <a:pt x="305" y="97"/>
                      </a:lnTo>
                      <a:lnTo>
                        <a:pt x="307" y="87"/>
                      </a:lnTo>
                      <a:lnTo>
                        <a:pt x="303" y="77"/>
                      </a:lnTo>
                      <a:lnTo>
                        <a:pt x="292" y="60"/>
                      </a:lnTo>
                      <a:lnTo>
                        <a:pt x="263" y="33"/>
                      </a:lnTo>
                      <a:lnTo>
                        <a:pt x="227" y="13"/>
                      </a:lnTo>
                      <a:lnTo>
                        <a:pt x="186" y="1"/>
                      </a:lnTo>
                      <a:lnTo>
                        <a:pt x="165" y="0"/>
                      </a:lnTo>
                      <a:lnTo>
                        <a:pt x="131" y="3"/>
                      </a:lnTo>
                      <a:lnTo>
                        <a:pt x="72" y="27"/>
                      </a:lnTo>
                      <a:lnTo>
                        <a:pt x="27" y="72"/>
                      </a:lnTo>
                      <a:lnTo>
                        <a:pt x="3" y="131"/>
                      </a:lnTo>
                      <a:lnTo>
                        <a:pt x="0" y="164"/>
                      </a:lnTo>
                      <a:lnTo>
                        <a:pt x="1" y="192"/>
                      </a:lnTo>
                      <a:lnTo>
                        <a:pt x="20" y="243"/>
                      </a:lnTo>
                      <a:lnTo>
                        <a:pt x="36" y="266"/>
                      </a:lnTo>
                      <a:lnTo>
                        <a:pt x="43" y="273"/>
                      </a:lnTo>
                      <a:lnTo>
                        <a:pt x="53" y="273"/>
                      </a:lnTo>
                      <a:lnTo>
                        <a:pt x="65" y="271"/>
                      </a:lnTo>
                      <a:lnTo>
                        <a:pt x="72" y="2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2" name="Google Shape;662;p17"/>
                <p:cNvSpPr/>
                <p:nvPr/>
              </p:nvSpPr>
              <p:spPr>
                <a:xfrm>
                  <a:off x="4768" y="900"/>
                  <a:ext cx="102" cy="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1" extrusionOk="0">
                      <a:moveTo>
                        <a:pt x="143" y="0"/>
                      </a:moveTo>
                      <a:lnTo>
                        <a:pt x="121" y="1"/>
                      </a:lnTo>
                      <a:lnTo>
                        <a:pt x="81" y="11"/>
                      </a:lnTo>
                      <a:lnTo>
                        <a:pt x="46" y="31"/>
                      </a:lnTo>
                      <a:lnTo>
                        <a:pt x="16" y="60"/>
                      </a:lnTo>
                      <a:lnTo>
                        <a:pt x="4" y="76"/>
                      </a:lnTo>
                      <a:lnTo>
                        <a:pt x="0" y="86"/>
                      </a:lnTo>
                      <a:lnTo>
                        <a:pt x="3" y="96"/>
                      </a:lnTo>
                      <a:lnTo>
                        <a:pt x="9" y="106"/>
                      </a:lnTo>
                      <a:lnTo>
                        <a:pt x="19" y="110"/>
                      </a:lnTo>
                      <a:lnTo>
                        <a:pt x="52" y="119"/>
                      </a:lnTo>
                      <a:lnTo>
                        <a:pt x="115" y="148"/>
                      </a:lnTo>
                      <a:lnTo>
                        <a:pt x="170" y="187"/>
                      </a:lnTo>
                      <a:lnTo>
                        <a:pt x="218" y="234"/>
                      </a:lnTo>
                      <a:lnTo>
                        <a:pt x="237" y="261"/>
                      </a:lnTo>
                      <a:lnTo>
                        <a:pt x="245" y="270"/>
                      </a:lnTo>
                      <a:lnTo>
                        <a:pt x="255" y="271"/>
                      </a:lnTo>
                      <a:lnTo>
                        <a:pt x="266" y="270"/>
                      </a:lnTo>
                      <a:lnTo>
                        <a:pt x="274" y="263"/>
                      </a:lnTo>
                      <a:lnTo>
                        <a:pt x="289" y="241"/>
                      </a:lnTo>
                      <a:lnTo>
                        <a:pt x="306" y="191"/>
                      </a:lnTo>
                      <a:lnTo>
                        <a:pt x="307" y="164"/>
                      </a:lnTo>
                      <a:lnTo>
                        <a:pt x="306" y="131"/>
                      </a:lnTo>
                      <a:lnTo>
                        <a:pt x="280" y="72"/>
                      </a:lnTo>
                      <a:lnTo>
                        <a:pt x="235" y="27"/>
                      </a:lnTo>
                      <a:lnTo>
                        <a:pt x="178" y="3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3" name="Google Shape;663;p17"/>
                <p:cNvSpPr/>
                <p:nvPr/>
              </p:nvSpPr>
              <p:spPr>
                <a:xfrm>
                  <a:off x="4612" y="947"/>
                  <a:ext cx="241" cy="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37" extrusionOk="0">
                      <a:moveTo>
                        <a:pt x="725" y="361"/>
                      </a:moveTo>
                      <a:lnTo>
                        <a:pt x="722" y="313"/>
                      </a:lnTo>
                      <a:lnTo>
                        <a:pt x="699" y="225"/>
                      </a:lnTo>
                      <a:lnTo>
                        <a:pt x="679" y="187"/>
                      </a:lnTo>
                      <a:lnTo>
                        <a:pt x="659" y="151"/>
                      </a:lnTo>
                      <a:lnTo>
                        <a:pt x="604" y="90"/>
                      </a:lnTo>
                      <a:lnTo>
                        <a:pt x="536" y="44"/>
                      </a:lnTo>
                      <a:lnTo>
                        <a:pt x="459" y="13"/>
                      </a:lnTo>
                      <a:lnTo>
                        <a:pt x="418" y="4"/>
                      </a:lnTo>
                      <a:lnTo>
                        <a:pt x="390" y="1"/>
                      </a:lnTo>
                      <a:lnTo>
                        <a:pt x="363" y="0"/>
                      </a:lnTo>
                      <a:lnTo>
                        <a:pt x="334" y="1"/>
                      </a:lnTo>
                      <a:lnTo>
                        <a:pt x="305" y="5"/>
                      </a:lnTo>
                      <a:lnTo>
                        <a:pt x="263" y="13"/>
                      </a:lnTo>
                      <a:lnTo>
                        <a:pt x="187" y="44"/>
                      </a:lnTo>
                      <a:lnTo>
                        <a:pt x="120" y="92"/>
                      </a:lnTo>
                      <a:lnTo>
                        <a:pt x="67" y="152"/>
                      </a:lnTo>
                      <a:lnTo>
                        <a:pt x="45" y="188"/>
                      </a:lnTo>
                      <a:lnTo>
                        <a:pt x="25" y="227"/>
                      </a:lnTo>
                      <a:lnTo>
                        <a:pt x="3" y="313"/>
                      </a:lnTo>
                      <a:lnTo>
                        <a:pt x="0" y="361"/>
                      </a:lnTo>
                      <a:lnTo>
                        <a:pt x="2" y="399"/>
                      </a:lnTo>
                      <a:lnTo>
                        <a:pt x="19" y="476"/>
                      </a:lnTo>
                      <a:lnTo>
                        <a:pt x="51" y="543"/>
                      </a:lnTo>
                      <a:lnTo>
                        <a:pt x="96" y="604"/>
                      </a:lnTo>
                      <a:lnTo>
                        <a:pt x="123" y="630"/>
                      </a:lnTo>
                      <a:lnTo>
                        <a:pt x="93" y="673"/>
                      </a:lnTo>
                      <a:lnTo>
                        <a:pt x="84" y="687"/>
                      </a:lnTo>
                      <a:lnTo>
                        <a:pt x="90" y="719"/>
                      </a:lnTo>
                      <a:lnTo>
                        <a:pt x="103" y="729"/>
                      </a:lnTo>
                      <a:lnTo>
                        <a:pt x="113" y="736"/>
                      </a:lnTo>
                      <a:lnTo>
                        <a:pt x="126" y="737"/>
                      </a:lnTo>
                      <a:lnTo>
                        <a:pt x="136" y="736"/>
                      </a:lnTo>
                      <a:lnTo>
                        <a:pt x="153" y="727"/>
                      </a:lnTo>
                      <a:lnTo>
                        <a:pt x="159" y="720"/>
                      </a:lnTo>
                      <a:lnTo>
                        <a:pt x="189" y="677"/>
                      </a:lnTo>
                      <a:lnTo>
                        <a:pt x="230" y="696"/>
                      </a:lnTo>
                      <a:lnTo>
                        <a:pt x="316" y="719"/>
                      </a:lnTo>
                      <a:lnTo>
                        <a:pt x="363" y="720"/>
                      </a:lnTo>
                      <a:lnTo>
                        <a:pt x="409" y="719"/>
                      </a:lnTo>
                      <a:lnTo>
                        <a:pt x="495" y="696"/>
                      </a:lnTo>
                      <a:lnTo>
                        <a:pt x="536" y="677"/>
                      </a:lnTo>
                      <a:lnTo>
                        <a:pt x="566" y="720"/>
                      </a:lnTo>
                      <a:lnTo>
                        <a:pt x="572" y="727"/>
                      </a:lnTo>
                      <a:lnTo>
                        <a:pt x="589" y="736"/>
                      </a:lnTo>
                      <a:lnTo>
                        <a:pt x="599" y="737"/>
                      </a:lnTo>
                      <a:lnTo>
                        <a:pt x="612" y="736"/>
                      </a:lnTo>
                      <a:lnTo>
                        <a:pt x="622" y="729"/>
                      </a:lnTo>
                      <a:lnTo>
                        <a:pt x="635" y="719"/>
                      </a:lnTo>
                      <a:lnTo>
                        <a:pt x="640" y="687"/>
                      </a:lnTo>
                      <a:lnTo>
                        <a:pt x="633" y="673"/>
                      </a:lnTo>
                      <a:lnTo>
                        <a:pt x="602" y="630"/>
                      </a:lnTo>
                      <a:lnTo>
                        <a:pt x="630" y="604"/>
                      </a:lnTo>
                      <a:lnTo>
                        <a:pt x="674" y="543"/>
                      </a:lnTo>
                      <a:lnTo>
                        <a:pt x="706" y="476"/>
                      </a:lnTo>
                      <a:lnTo>
                        <a:pt x="723" y="399"/>
                      </a:lnTo>
                      <a:lnTo>
                        <a:pt x="725" y="361"/>
                      </a:lnTo>
                      <a:close/>
                      <a:moveTo>
                        <a:pt x="363" y="619"/>
                      </a:moveTo>
                      <a:lnTo>
                        <a:pt x="335" y="619"/>
                      </a:lnTo>
                      <a:lnTo>
                        <a:pt x="285" y="608"/>
                      </a:lnTo>
                      <a:lnTo>
                        <a:pt x="239" y="589"/>
                      </a:lnTo>
                      <a:lnTo>
                        <a:pt x="197" y="561"/>
                      </a:lnTo>
                      <a:lnTo>
                        <a:pt x="161" y="526"/>
                      </a:lnTo>
                      <a:lnTo>
                        <a:pt x="133" y="484"/>
                      </a:lnTo>
                      <a:lnTo>
                        <a:pt x="113" y="438"/>
                      </a:lnTo>
                      <a:lnTo>
                        <a:pt x="103" y="386"/>
                      </a:lnTo>
                      <a:lnTo>
                        <a:pt x="101" y="361"/>
                      </a:lnTo>
                      <a:lnTo>
                        <a:pt x="103" y="328"/>
                      </a:lnTo>
                      <a:lnTo>
                        <a:pt x="120" y="266"/>
                      </a:lnTo>
                      <a:lnTo>
                        <a:pt x="133" y="237"/>
                      </a:lnTo>
                      <a:lnTo>
                        <a:pt x="149" y="211"/>
                      </a:lnTo>
                      <a:lnTo>
                        <a:pt x="188" y="166"/>
                      </a:lnTo>
                      <a:lnTo>
                        <a:pt x="237" y="133"/>
                      </a:lnTo>
                      <a:lnTo>
                        <a:pt x="292" y="110"/>
                      </a:lnTo>
                      <a:lnTo>
                        <a:pt x="322" y="105"/>
                      </a:lnTo>
                      <a:lnTo>
                        <a:pt x="342" y="102"/>
                      </a:lnTo>
                      <a:lnTo>
                        <a:pt x="363" y="100"/>
                      </a:lnTo>
                      <a:lnTo>
                        <a:pt x="381" y="102"/>
                      </a:lnTo>
                      <a:lnTo>
                        <a:pt x="400" y="103"/>
                      </a:lnTo>
                      <a:lnTo>
                        <a:pt x="431" y="109"/>
                      </a:lnTo>
                      <a:lnTo>
                        <a:pt x="487" y="132"/>
                      </a:lnTo>
                      <a:lnTo>
                        <a:pt x="536" y="166"/>
                      </a:lnTo>
                      <a:lnTo>
                        <a:pt x="576" y="211"/>
                      </a:lnTo>
                      <a:lnTo>
                        <a:pt x="592" y="237"/>
                      </a:lnTo>
                      <a:lnTo>
                        <a:pt x="605" y="264"/>
                      </a:lnTo>
                      <a:lnTo>
                        <a:pt x="622" y="328"/>
                      </a:lnTo>
                      <a:lnTo>
                        <a:pt x="624" y="361"/>
                      </a:lnTo>
                      <a:lnTo>
                        <a:pt x="622" y="386"/>
                      </a:lnTo>
                      <a:lnTo>
                        <a:pt x="612" y="438"/>
                      </a:lnTo>
                      <a:lnTo>
                        <a:pt x="592" y="484"/>
                      </a:lnTo>
                      <a:lnTo>
                        <a:pt x="563" y="526"/>
                      </a:lnTo>
                      <a:lnTo>
                        <a:pt x="529" y="561"/>
                      </a:lnTo>
                      <a:lnTo>
                        <a:pt x="487" y="589"/>
                      </a:lnTo>
                      <a:lnTo>
                        <a:pt x="441" y="608"/>
                      </a:lnTo>
                      <a:lnTo>
                        <a:pt x="389" y="619"/>
                      </a:lnTo>
                      <a:lnTo>
                        <a:pt x="363" y="6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4" name="Google Shape;664;p17"/>
                <p:cNvSpPr/>
                <p:nvPr/>
              </p:nvSpPr>
              <p:spPr>
                <a:xfrm>
                  <a:off x="4716" y="1006"/>
                  <a:ext cx="7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98" extrusionOk="0">
                      <a:moveTo>
                        <a:pt x="194" y="245"/>
                      </a:moveTo>
                      <a:lnTo>
                        <a:pt x="95" y="183"/>
                      </a:lnTo>
                      <a:lnTo>
                        <a:pt x="91" y="167"/>
                      </a:lnTo>
                      <a:lnTo>
                        <a:pt x="78" y="156"/>
                      </a:lnTo>
                      <a:lnTo>
                        <a:pt x="83" y="31"/>
                      </a:lnTo>
                      <a:lnTo>
                        <a:pt x="82" y="19"/>
                      </a:lnTo>
                      <a:lnTo>
                        <a:pt x="66" y="3"/>
                      </a:lnTo>
                      <a:lnTo>
                        <a:pt x="54" y="0"/>
                      </a:lnTo>
                      <a:lnTo>
                        <a:pt x="43" y="2"/>
                      </a:lnTo>
                      <a:lnTo>
                        <a:pt x="27" y="18"/>
                      </a:lnTo>
                      <a:lnTo>
                        <a:pt x="26" y="29"/>
                      </a:lnTo>
                      <a:lnTo>
                        <a:pt x="20" y="153"/>
                      </a:lnTo>
                      <a:lnTo>
                        <a:pt x="11" y="160"/>
                      </a:lnTo>
                      <a:lnTo>
                        <a:pt x="1" y="180"/>
                      </a:lnTo>
                      <a:lnTo>
                        <a:pt x="0" y="192"/>
                      </a:lnTo>
                      <a:lnTo>
                        <a:pt x="1" y="202"/>
                      </a:lnTo>
                      <a:lnTo>
                        <a:pt x="8" y="219"/>
                      </a:lnTo>
                      <a:lnTo>
                        <a:pt x="21" y="232"/>
                      </a:lnTo>
                      <a:lnTo>
                        <a:pt x="39" y="239"/>
                      </a:lnTo>
                      <a:lnTo>
                        <a:pt x="49" y="241"/>
                      </a:lnTo>
                      <a:lnTo>
                        <a:pt x="59" y="239"/>
                      </a:lnTo>
                      <a:lnTo>
                        <a:pt x="69" y="235"/>
                      </a:lnTo>
                      <a:lnTo>
                        <a:pt x="164" y="294"/>
                      </a:lnTo>
                      <a:lnTo>
                        <a:pt x="171" y="298"/>
                      </a:lnTo>
                      <a:lnTo>
                        <a:pt x="180" y="298"/>
                      </a:lnTo>
                      <a:lnTo>
                        <a:pt x="187" y="298"/>
                      </a:lnTo>
                      <a:lnTo>
                        <a:pt x="199" y="291"/>
                      </a:lnTo>
                      <a:lnTo>
                        <a:pt x="205" y="285"/>
                      </a:lnTo>
                      <a:lnTo>
                        <a:pt x="209" y="274"/>
                      </a:lnTo>
                      <a:lnTo>
                        <a:pt x="203" y="252"/>
                      </a:lnTo>
                      <a:lnTo>
                        <a:pt x="194" y="2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65" name="Google Shape;665;p17"/>
              <p:cNvGrpSpPr/>
              <p:nvPr/>
            </p:nvGrpSpPr>
            <p:grpSpPr>
              <a:xfrm>
                <a:off x="10506302" y="406846"/>
                <a:ext cx="140525" cy="140525"/>
                <a:chOff x="1747" y="423"/>
                <a:chExt cx="575" cy="575"/>
              </a:xfrm>
            </p:grpSpPr>
            <p:sp>
              <p:nvSpPr>
                <p:cNvPr id="666" name="Google Shape;666;p17"/>
                <p:cNvSpPr/>
                <p:nvPr/>
              </p:nvSpPr>
              <p:spPr>
                <a:xfrm>
                  <a:off x="1899" y="577"/>
                  <a:ext cx="271" cy="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811" extrusionOk="0">
                      <a:moveTo>
                        <a:pt x="663" y="0"/>
                      </a:moveTo>
                      <a:lnTo>
                        <a:pt x="148" y="0"/>
                      </a:lnTo>
                      <a:lnTo>
                        <a:pt x="118" y="1"/>
                      </a:lnTo>
                      <a:lnTo>
                        <a:pt x="65" y="24"/>
                      </a:lnTo>
                      <a:lnTo>
                        <a:pt x="24" y="65"/>
                      </a:lnTo>
                      <a:lnTo>
                        <a:pt x="1" y="118"/>
                      </a:lnTo>
                      <a:lnTo>
                        <a:pt x="0" y="148"/>
                      </a:lnTo>
                      <a:lnTo>
                        <a:pt x="0" y="663"/>
                      </a:lnTo>
                      <a:lnTo>
                        <a:pt x="1" y="693"/>
                      </a:lnTo>
                      <a:lnTo>
                        <a:pt x="24" y="746"/>
                      </a:lnTo>
                      <a:lnTo>
                        <a:pt x="65" y="787"/>
                      </a:lnTo>
                      <a:lnTo>
                        <a:pt x="118" y="808"/>
                      </a:lnTo>
                      <a:lnTo>
                        <a:pt x="148" y="811"/>
                      </a:lnTo>
                      <a:lnTo>
                        <a:pt x="663" y="811"/>
                      </a:lnTo>
                      <a:lnTo>
                        <a:pt x="693" y="808"/>
                      </a:lnTo>
                      <a:lnTo>
                        <a:pt x="746" y="787"/>
                      </a:lnTo>
                      <a:lnTo>
                        <a:pt x="787" y="746"/>
                      </a:lnTo>
                      <a:lnTo>
                        <a:pt x="810" y="693"/>
                      </a:lnTo>
                      <a:lnTo>
                        <a:pt x="811" y="663"/>
                      </a:lnTo>
                      <a:lnTo>
                        <a:pt x="811" y="148"/>
                      </a:lnTo>
                      <a:lnTo>
                        <a:pt x="810" y="118"/>
                      </a:lnTo>
                      <a:lnTo>
                        <a:pt x="787" y="65"/>
                      </a:lnTo>
                      <a:lnTo>
                        <a:pt x="746" y="24"/>
                      </a:lnTo>
                      <a:lnTo>
                        <a:pt x="693" y="1"/>
                      </a:lnTo>
                      <a:lnTo>
                        <a:pt x="663" y="0"/>
                      </a:lnTo>
                      <a:close/>
                      <a:moveTo>
                        <a:pt x="405" y="673"/>
                      </a:moveTo>
                      <a:lnTo>
                        <a:pt x="377" y="671"/>
                      </a:lnTo>
                      <a:lnTo>
                        <a:pt x="326" y="661"/>
                      </a:lnTo>
                      <a:lnTo>
                        <a:pt x="278" y="640"/>
                      </a:lnTo>
                      <a:lnTo>
                        <a:pt x="235" y="611"/>
                      </a:lnTo>
                      <a:lnTo>
                        <a:pt x="199" y="575"/>
                      </a:lnTo>
                      <a:lnTo>
                        <a:pt x="170" y="533"/>
                      </a:lnTo>
                      <a:lnTo>
                        <a:pt x="150" y="484"/>
                      </a:lnTo>
                      <a:lnTo>
                        <a:pt x="140" y="432"/>
                      </a:lnTo>
                      <a:lnTo>
                        <a:pt x="138" y="405"/>
                      </a:lnTo>
                      <a:lnTo>
                        <a:pt x="140" y="377"/>
                      </a:lnTo>
                      <a:lnTo>
                        <a:pt x="150" y="326"/>
                      </a:lnTo>
                      <a:lnTo>
                        <a:pt x="170" y="278"/>
                      </a:lnTo>
                      <a:lnTo>
                        <a:pt x="199" y="235"/>
                      </a:lnTo>
                      <a:lnTo>
                        <a:pt x="235" y="199"/>
                      </a:lnTo>
                      <a:lnTo>
                        <a:pt x="278" y="170"/>
                      </a:lnTo>
                      <a:lnTo>
                        <a:pt x="326" y="150"/>
                      </a:lnTo>
                      <a:lnTo>
                        <a:pt x="377" y="138"/>
                      </a:lnTo>
                      <a:lnTo>
                        <a:pt x="405" y="138"/>
                      </a:lnTo>
                      <a:lnTo>
                        <a:pt x="432" y="138"/>
                      </a:lnTo>
                      <a:lnTo>
                        <a:pt x="486" y="150"/>
                      </a:lnTo>
                      <a:lnTo>
                        <a:pt x="533" y="170"/>
                      </a:lnTo>
                      <a:lnTo>
                        <a:pt x="575" y="199"/>
                      </a:lnTo>
                      <a:lnTo>
                        <a:pt x="612" y="235"/>
                      </a:lnTo>
                      <a:lnTo>
                        <a:pt x="641" y="278"/>
                      </a:lnTo>
                      <a:lnTo>
                        <a:pt x="661" y="326"/>
                      </a:lnTo>
                      <a:lnTo>
                        <a:pt x="671" y="377"/>
                      </a:lnTo>
                      <a:lnTo>
                        <a:pt x="673" y="405"/>
                      </a:lnTo>
                      <a:lnTo>
                        <a:pt x="671" y="432"/>
                      </a:lnTo>
                      <a:lnTo>
                        <a:pt x="661" y="484"/>
                      </a:lnTo>
                      <a:lnTo>
                        <a:pt x="641" y="533"/>
                      </a:lnTo>
                      <a:lnTo>
                        <a:pt x="612" y="575"/>
                      </a:lnTo>
                      <a:lnTo>
                        <a:pt x="575" y="611"/>
                      </a:lnTo>
                      <a:lnTo>
                        <a:pt x="533" y="640"/>
                      </a:lnTo>
                      <a:lnTo>
                        <a:pt x="486" y="661"/>
                      </a:lnTo>
                      <a:lnTo>
                        <a:pt x="432" y="671"/>
                      </a:lnTo>
                      <a:lnTo>
                        <a:pt x="405" y="673"/>
                      </a:lnTo>
                      <a:close/>
                      <a:moveTo>
                        <a:pt x="682" y="193"/>
                      </a:moveTo>
                      <a:lnTo>
                        <a:pt x="669" y="193"/>
                      </a:lnTo>
                      <a:lnTo>
                        <a:pt x="646" y="183"/>
                      </a:lnTo>
                      <a:lnTo>
                        <a:pt x="628" y="166"/>
                      </a:lnTo>
                      <a:lnTo>
                        <a:pt x="620" y="143"/>
                      </a:lnTo>
                      <a:lnTo>
                        <a:pt x="618" y="130"/>
                      </a:lnTo>
                      <a:lnTo>
                        <a:pt x="620" y="117"/>
                      </a:lnTo>
                      <a:lnTo>
                        <a:pt x="628" y="95"/>
                      </a:lnTo>
                      <a:lnTo>
                        <a:pt x="646" y="78"/>
                      </a:lnTo>
                      <a:lnTo>
                        <a:pt x="669" y="68"/>
                      </a:lnTo>
                      <a:lnTo>
                        <a:pt x="682" y="66"/>
                      </a:lnTo>
                      <a:lnTo>
                        <a:pt x="695" y="68"/>
                      </a:lnTo>
                      <a:lnTo>
                        <a:pt x="716" y="78"/>
                      </a:lnTo>
                      <a:lnTo>
                        <a:pt x="733" y="95"/>
                      </a:lnTo>
                      <a:lnTo>
                        <a:pt x="744" y="117"/>
                      </a:lnTo>
                      <a:lnTo>
                        <a:pt x="745" y="130"/>
                      </a:lnTo>
                      <a:lnTo>
                        <a:pt x="744" y="143"/>
                      </a:lnTo>
                      <a:lnTo>
                        <a:pt x="733" y="166"/>
                      </a:lnTo>
                      <a:lnTo>
                        <a:pt x="716" y="183"/>
                      </a:lnTo>
                      <a:lnTo>
                        <a:pt x="695" y="193"/>
                      </a:lnTo>
                      <a:lnTo>
                        <a:pt x="682" y="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7" name="Google Shape;667;p17"/>
                <p:cNvSpPr/>
                <p:nvPr/>
              </p:nvSpPr>
              <p:spPr>
                <a:xfrm>
                  <a:off x="1983" y="660"/>
                  <a:ext cx="103" cy="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" h="308" extrusionOk="0">
                      <a:moveTo>
                        <a:pt x="154" y="0"/>
                      </a:moveTo>
                      <a:lnTo>
                        <a:pt x="124" y="3"/>
                      </a:lnTo>
                      <a:lnTo>
                        <a:pt x="67" y="26"/>
                      </a:lnTo>
                      <a:lnTo>
                        <a:pt x="26" y="67"/>
                      </a:lnTo>
                      <a:lnTo>
                        <a:pt x="3" y="122"/>
                      </a:lnTo>
                      <a:lnTo>
                        <a:pt x="0" y="154"/>
                      </a:lnTo>
                      <a:lnTo>
                        <a:pt x="3" y="185"/>
                      </a:lnTo>
                      <a:lnTo>
                        <a:pt x="26" y="240"/>
                      </a:lnTo>
                      <a:lnTo>
                        <a:pt x="67" y="283"/>
                      </a:lnTo>
                      <a:lnTo>
                        <a:pt x="124" y="307"/>
                      </a:lnTo>
                      <a:lnTo>
                        <a:pt x="154" y="308"/>
                      </a:lnTo>
                      <a:lnTo>
                        <a:pt x="186" y="307"/>
                      </a:lnTo>
                      <a:lnTo>
                        <a:pt x="242" y="283"/>
                      </a:lnTo>
                      <a:lnTo>
                        <a:pt x="284" y="240"/>
                      </a:lnTo>
                      <a:lnTo>
                        <a:pt x="307" y="185"/>
                      </a:lnTo>
                      <a:lnTo>
                        <a:pt x="308" y="154"/>
                      </a:lnTo>
                      <a:lnTo>
                        <a:pt x="307" y="122"/>
                      </a:lnTo>
                      <a:lnTo>
                        <a:pt x="284" y="67"/>
                      </a:lnTo>
                      <a:lnTo>
                        <a:pt x="242" y="26"/>
                      </a:lnTo>
                      <a:lnTo>
                        <a:pt x="186" y="3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8" name="Google Shape;668;p17"/>
                <p:cNvSpPr/>
                <p:nvPr/>
              </p:nvSpPr>
              <p:spPr>
                <a:xfrm>
                  <a:off x="1747" y="423"/>
                  <a:ext cx="575" cy="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725" extrusionOk="0">
                      <a:moveTo>
                        <a:pt x="862" y="0"/>
                      </a:moveTo>
                      <a:lnTo>
                        <a:pt x="819" y="2"/>
                      </a:lnTo>
                      <a:lnTo>
                        <a:pt x="731" y="10"/>
                      </a:lnTo>
                      <a:lnTo>
                        <a:pt x="647" y="28"/>
                      </a:lnTo>
                      <a:lnTo>
                        <a:pt x="566" y="52"/>
                      </a:lnTo>
                      <a:lnTo>
                        <a:pt x="489" y="85"/>
                      </a:lnTo>
                      <a:lnTo>
                        <a:pt x="415" y="126"/>
                      </a:lnTo>
                      <a:lnTo>
                        <a:pt x="346" y="172"/>
                      </a:lnTo>
                      <a:lnTo>
                        <a:pt x="282" y="225"/>
                      </a:lnTo>
                      <a:lnTo>
                        <a:pt x="223" y="283"/>
                      </a:lnTo>
                      <a:lnTo>
                        <a:pt x="172" y="346"/>
                      </a:lnTo>
                      <a:lnTo>
                        <a:pt x="124" y="415"/>
                      </a:lnTo>
                      <a:lnTo>
                        <a:pt x="85" y="489"/>
                      </a:lnTo>
                      <a:lnTo>
                        <a:pt x="52" y="567"/>
                      </a:lnTo>
                      <a:lnTo>
                        <a:pt x="27" y="647"/>
                      </a:lnTo>
                      <a:lnTo>
                        <a:pt x="10" y="731"/>
                      </a:lnTo>
                      <a:lnTo>
                        <a:pt x="1" y="819"/>
                      </a:lnTo>
                      <a:lnTo>
                        <a:pt x="0" y="863"/>
                      </a:lnTo>
                      <a:lnTo>
                        <a:pt x="1" y="907"/>
                      </a:lnTo>
                      <a:lnTo>
                        <a:pt x="10" y="994"/>
                      </a:lnTo>
                      <a:lnTo>
                        <a:pt x="27" y="1078"/>
                      </a:lnTo>
                      <a:lnTo>
                        <a:pt x="52" y="1159"/>
                      </a:lnTo>
                      <a:lnTo>
                        <a:pt x="85" y="1237"/>
                      </a:lnTo>
                      <a:lnTo>
                        <a:pt x="124" y="1310"/>
                      </a:lnTo>
                      <a:lnTo>
                        <a:pt x="172" y="1379"/>
                      </a:lnTo>
                      <a:lnTo>
                        <a:pt x="223" y="1443"/>
                      </a:lnTo>
                      <a:lnTo>
                        <a:pt x="282" y="1502"/>
                      </a:lnTo>
                      <a:lnTo>
                        <a:pt x="346" y="1553"/>
                      </a:lnTo>
                      <a:lnTo>
                        <a:pt x="415" y="1601"/>
                      </a:lnTo>
                      <a:lnTo>
                        <a:pt x="489" y="1640"/>
                      </a:lnTo>
                      <a:lnTo>
                        <a:pt x="566" y="1673"/>
                      </a:lnTo>
                      <a:lnTo>
                        <a:pt x="647" y="1698"/>
                      </a:lnTo>
                      <a:lnTo>
                        <a:pt x="731" y="1715"/>
                      </a:lnTo>
                      <a:lnTo>
                        <a:pt x="819" y="1724"/>
                      </a:lnTo>
                      <a:lnTo>
                        <a:pt x="862" y="1725"/>
                      </a:lnTo>
                      <a:lnTo>
                        <a:pt x="907" y="1724"/>
                      </a:lnTo>
                      <a:lnTo>
                        <a:pt x="994" y="1715"/>
                      </a:lnTo>
                      <a:lnTo>
                        <a:pt x="1078" y="1698"/>
                      </a:lnTo>
                      <a:lnTo>
                        <a:pt x="1159" y="1673"/>
                      </a:lnTo>
                      <a:lnTo>
                        <a:pt x="1237" y="1640"/>
                      </a:lnTo>
                      <a:lnTo>
                        <a:pt x="1310" y="1601"/>
                      </a:lnTo>
                      <a:lnTo>
                        <a:pt x="1379" y="1553"/>
                      </a:lnTo>
                      <a:lnTo>
                        <a:pt x="1443" y="1502"/>
                      </a:lnTo>
                      <a:lnTo>
                        <a:pt x="1500" y="1443"/>
                      </a:lnTo>
                      <a:lnTo>
                        <a:pt x="1554" y="1379"/>
                      </a:lnTo>
                      <a:lnTo>
                        <a:pt x="1600" y="1310"/>
                      </a:lnTo>
                      <a:lnTo>
                        <a:pt x="1640" y="1237"/>
                      </a:lnTo>
                      <a:lnTo>
                        <a:pt x="1673" y="1159"/>
                      </a:lnTo>
                      <a:lnTo>
                        <a:pt x="1698" y="1078"/>
                      </a:lnTo>
                      <a:lnTo>
                        <a:pt x="1715" y="994"/>
                      </a:lnTo>
                      <a:lnTo>
                        <a:pt x="1724" y="907"/>
                      </a:lnTo>
                      <a:lnTo>
                        <a:pt x="1725" y="863"/>
                      </a:lnTo>
                      <a:lnTo>
                        <a:pt x="1724" y="819"/>
                      </a:lnTo>
                      <a:lnTo>
                        <a:pt x="1715" y="731"/>
                      </a:lnTo>
                      <a:lnTo>
                        <a:pt x="1698" y="647"/>
                      </a:lnTo>
                      <a:lnTo>
                        <a:pt x="1673" y="567"/>
                      </a:lnTo>
                      <a:lnTo>
                        <a:pt x="1640" y="489"/>
                      </a:lnTo>
                      <a:lnTo>
                        <a:pt x="1600" y="415"/>
                      </a:lnTo>
                      <a:lnTo>
                        <a:pt x="1554" y="346"/>
                      </a:lnTo>
                      <a:lnTo>
                        <a:pt x="1500" y="283"/>
                      </a:lnTo>
                      <a:lnTo>
                        <a:pt x="1443" y="225"/>
                      </a:lnTo>
                      <a:lnTo>
                        <a:pt x="1379" y="172"/>
                      </a:lnTo>
                      <a:lnTo>
                        <a:pt x="1310" y="126"/>
                      </a:lnTo>
                      <a:lnTo>
                        <a:pt x="1237" y="85"/>
                      </a:lnTo>
                      <a:lnTo>
                        <a:pt x="1159" y="52"/>
                      </a:lnTo>
                      <a:lnTo>
                        <a:pt x="1078" y="28"/>
                      </a:lnTo>
                      <a:lnTo>
                        <a:pt x="994" y="10"/>
                      </a:lnTo>
                      <a:lnTo>
                        <a:pt x="907" y="2"/>
                      </a:lnTo>
                      <a:lnTo>
                        <a:pt x="862" y="0"/>
                      </a:lnTo>
                      <a:close/>
                      <a:moveTo>
                        <a:pt x="1381" y="1123"/>
                      </a:moveTo>
                      <a:lnTo>
                        <a:pt x="1381" y="1149"/>
                      </a:lnTo>
                      <a:lnTo>
                        <a:pt x="1369" y="1201"/>
                      </a:lnTo>
                      <a:lnTo>
                        <a:pt x="1350" y="1247"/>
                      </a:lnTo>
                      <a:lnTo>
                        <a:pt x="1322" y="1288"/>
                      </a:lnTo>
                      <a:lnTo>
                        <a:pt x="1286" y="1324"/>
                      </a:lnTo>
                      <a:lnTo>
                        <a:pt x="1244" y="1352"/>
                      </a:lnTo>
                      <a:lnTo>
                        <a:pt x="1198" y="1372"/>
                      </a:lnTo>
                      <a:lnTo>
                        <a:pt x="1146" y="1383"/>
                      </a:lnTo>
                      <a:lnTo>
                        <a:pt x="1120" y="1383"/>
                      </a:lnTo>
                      <a:lnTo>
                        <a:pt x="605" y="1383"/>
                      </a:lnTo>
                      <a:lnTo>
                        <a:pt x="578" y="1383"/>
                      </a:lnTo>
                      <a:lnTo>
                        <a:pt x="527" y="1372"/>
                      </a:lnTo>
                      <a:lnTo>
                        <a:pt x="480" y="1352"/>
                      </a:lnTo>
                      <a:lnTo>
                        <a:pt x="438" y="1324"/>
                      </a:lnTo>
                      <a:lnTo>
                        <a:pt x="404" y="1288"/>
                      </a:lnTo>
                      <a:lnTo>
                        <a:pt x="375" y="1247"/>
                      </a:lnTo>
                      <a:lnTo>
                        <a:pt x="355" y="1201"/>
                      </a:lnTo>
                      <a:lnTo>
                        <a:pt x="344" y="1149"/>
                      </a:lnTo>
                      <a:lnTo>
                        <a:pt x="343" y="1123"/>
                      </a:lnTo>
                      <a:lnTo>
                        <a:pt x="343" y="608"/>
                      </a:lnTo>
                      <a:lnTo>
                        <a:pt x="344" y="581"/>
                      </a:lnTo>
                      <a:lnTo>
                        <a:pt x="355" y="531"/>
                      </a:lnTo>
                      <a:lnTo>
                        <a:pt x="375" y="483"/>
                      </a:lnTo>
                      <a:lnTo>
                        <a:pt x="404" y="441"/>
                      </a:lnTo>
                      <a:lnTo>
                        <a:pt x="438" y="407"/>
                      </a:lnTo>
                      <a:lnTo>
                        <a:pt x="480" y="378"/>
                      </a:lnTo>
                      <a:lnTo>
                        <a:pt x="527" y="358"/>
                      </a:lnTo>
                      <a:lnTo>
                        <a:pt x="578" y="348"/>
                      </a:lnTo>
                      <a:lnTo>
                        <a:pt x="605" y="346"/>
                      </a:lnTo>
                      <a:lnTo>
                        <a:pt x="1120" y="346"/>
                      </a:lnTo>
                      <a:lnTo>
                        <a:pt x="1146" y="348"/>
                      </a:lnTo>
                      <a:lnTo>
                        <a:pt x="1198" y="358"/>
                      </a:lnTo>
                      <a:lnTo>
                        <a:pt x="1244" y="378"/>
                      </a:lnTo>
                      <a:lnTo>
                        <a:pt x="1286" y="407"/>
                      </a:lnTo>
                      <a:lnTo>
                        <a:pt x="1322" y="441"/>
                      </a:lnTo>
                      <a:lnTo>
                        <a:pt x="1350" y="483"/>
                      </a:lnTo>
                      <a:lnTo>
                        <a:pt x="1369" y="531"/>
                      </a:lnTo>
                      <a:lnTo>
                        <a:pt x="1381" y="581"/>
                      </a:lnTo>
                      <a:lnTo>
                        <a:pt x="1381" y="608"/>
                      </a:lnTo>
                      <a:lnTo>
                        <a:pt x="1381" y="112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69" name="Google Shape;669;p17"/>
              <p:cNvSpPr/>
              <p:nvPr/>
            </p:nvSpPr>
            <p:spPr>
              <a:xfrm rot="5400000">
                <a:off x="11360858" y="343758"/>
                <a:ext cx="140525" cy="26670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617" extrusionOk="0">
                    <a:moveTo>
                      <a:pt x="711" y="92"/>
                    </a:moveTo>
                    <a:lnTo>
                      <a:pt x="586" y="92"/>
                    </a:lnTo>
                    <a:lnTo>
                      <a:pt x="586" y="0"/>
                    </a:lnTo>
                    <a:lnTo>
                      <a:pt x="258" y="0"/>
                    </a:lnTo>
                    <a:lnTo>
                      <a:pt x="258" y="92"/>
                    </a:lnTo>
                    <a:lnTo>
                      <a:pt x="140" y="92"/>
                    </a:lnTo>
                    <a:lnTo>
                      <a:pt x="111" y="95"/>
                    </a:lnTo>
                    <a:lnTo>
                      <a:pt x="61" y="117"/>
                    </a:lnTo>
                    <a:lnTo>
                      <a:pt x="23" y="154"/>
                    </a:lnTo>
                    <a:lnTo>
                      <a:pt x="1" y="205"/>
                    </a:lnTo>
                    <a:lnTo>
                      <a:pt x="0" y="233"/>
                    </a:lnTo>
                    <a:lnTo>
                      <a:pt x="0" y="1477"/>
                    </a:lnTo>
                    <a:lnTo>
                      <a:pt x="1" y="1506"/>
                    </a:lnTo>
                    <a:lnTo>
                      <a:pt x="23" y="1556"/>
                    </a:lnTo>
                    <a:lnTo>
                      <a:pt x="61" y="1594"/>
                    </a:lnTo>
                    <a:lnTo>
                      <a:pt x="111" y="1615"/>
                    </a:lnTo>
                    <a:lnTo>
                      <a:pt x="140" y="1617"/>
                    </a:lnTo>
                    <a:lnTo>
                      <a:pt x="711" y="1617"/>
                    </a:lnTo>
                    <a:lnTo>
                      <a:pt x="740" y="1615"/>
                    </a:lnTo>
                    <a:lnTo>
                      <a:pt x="790" y="1594"/>
                    </a:lnTo>
                    <a:lnTo>
                      <a:pt x="828" y="1556"/>
                    </a:lnTo>
                    <a:lnTo>
                      <a:pt x="850" y="1506"/>
                    </a:lnTo>
                    <a:lnTo>
                      <a:pt x="851" y="1477"/>
                    </a:lnTo>
                    <a:lnTo>
                      <a:pt x="851" y="233"/>
                    </a:lnTo>
                    <a:lnTo>
                      <a:pt x="850" y="205"/>
                    </a:lnTo>
                    <a:lnTo>
                      <a:pt x="828" y="154"/>
                    </a:lnTo>
                    <a:lnTo>
                      <a:pt x="790" y="117"/>
                    </a:lnTo>
                    <a:lnTo>
                      <a:pt x="740" y="95"/>
                    </a:lnTo>
                    <a:lnTo>
                      <a:pt x="711" y="92"/>
                    </a:lnTo>
                    <a:close/>
                    <a:moveTo>
                      <a:pt x="757" y="1477"/>
                    </a:moveTo>
                    <a:lnTo>
                      <a:pt x="757" y="1487"/>
                    </a:lnTo>
                    <a:lnTo>
                      <a:pt x="750" y="1503"/>
                    </a:lnTo>
                    <a:lnTo>
                      <a:pt x="737" y="1516"/>
                    </a:lnTo>
                    <a:lnTo>
                      <a:pt x="721" y="1523"/>
                    </a:lnTo>
                    <a:lnTo>
                      <a:pt x="711" y="1525"/>
                    </a:lnTo>
                    <a:lnTo>
                      <a:pt x="140" y="1525"/>
                    </a:lnTo>
                    <a:lnTo>
                      <a:pt x="131" y="1523"/>
                    </a:lnTo>
                    <a:lnTo>
                      <a:pt x="114" y="1516"/>
                    </a:lnTo>
                    <a:lnTo>
                      <a:pt x="101" y="1503"/>
                    </a:lnTo>
                    <a:lnTo>
                      <a:pt x="94" y="1487"/>
                    </a:lnTo>
                    <a:lnTo>
                      <a:pt x="94" y="1477"/>
                    </a:lnTo>
                    <a:lnTo>
                      <a:pt x="94" y="233"/>
                    </a:lnTo>
                    <a:lnTo>
                      <a:pt x="94" y="223"/>
                    </a:lnTo>
                    <a:lnTo>
                      <a:pt x="101" y="206"/>
                    </a:lnTo>
                    <a:lnTo>
                      <a:pt x="114" y="194"/>
                    </a:lnTo>
                    <a:lnTo>
                      <a:pt x="131" y="187"/>
                    </a:lnTo>
                    <a:lnTo>
                      <a:pt x="140" y="186"/>
                    </a:lnTo>
                    <a:lnTo>
                      <a:pt x="711" y="186"/>
                    </a:lnTo>
                    <a:lnTo>
                      <a:pt x="721" y="187"/>
                    </a:lnTo>
                    <a:lnTo>
                      <a:pt x="737" y="194"/>
                    </a:lnTo>
                    <a:lnTo>
                      <a:pt x="750" y="206"/>
                    </a:lnTo>
                    <a:lnTo>
                      <a:pt x="757" y="223"/>
                    </a:lnTo>
                    <a:lnTo>
                      <a:pt x="757" y="233"/>
                    </a:lnTo>
                    <a:lnTo>
                      <a:pt x="757" y="1477"/>
                    </a:lnTo>
                    <a:close/>
                    <a:moveTo>
                      <a:pt x="707" y="1468"/>
                    </a:moveTo>
                    <a:lnTo>
                      <a:pt x="144" y="1468"/>
                    </a:lnTo>
                    <a:lnTo>
                      <a:pt x="144" y="1264"/>
                    </a:lnTo>
                    <a:lnTo>
                      <a:pt x="707" y="1264"/>
                    </a:lnTo>
                    <a:lnTo>
                      <a:pt x="707" y="1468"/>
                    </a:lnTo>
                    <a:close/>
                    <a:moveTo>
                      <a:pt x="707" y="1213"/>
                    </a:moveTo>
                    <a:lnTo>
                      <a:pt x="144" y="1213"/>
                    </a:lnTo>
                    <a:lnTo>
                      <a:pt x="144" y="1009"/>
                    </a:lnTo>
                    <a:lnTo>
                      <a:pt x="707" y="1009"/>
                    </a:lnTo>
                    <a:lnTo>
                      <a:pt x="707" y="1213"/>
                    </a:lnTo>
                    <a:close/>
                    <a:moveTo>
                      <a:pt x="707" y="958"/>
                    </a:moveTo>
                    <a:lnTo>
                      <a:pt x="144" y="958"/>
                    </a:lnTo>
                    <a:lnTo>
                      <a:pt x="144" y="754"/>
                    </a:lnTo>
                    <a:lnTo>
                      <a:pt x="707" y="754"/>
                    </a:lnTo>
                    <a:lnTo>
                      <a:pt x="707" y="958"/>
                    </a:lnTo>
                    <a:close/>
                    <a:moveTo>
                      <a:pt x="707" y="703"/>
                    </a:moveTo>
                    <a:lnTo>
                      <a:pt x="144" y="703"/>
                    </a:lnTo>
                    <a:lnTo>
                      <a:pt x="144" y="499"/>
                    </a:lnTo>
                    <a:lnTo>
                      <a:pt x="707" y="499"/>
                    </a:lnTo>
                    <a:lnTo>
                      <a:pt x="707" y="703"/>
                    </a:lnTo>
                    <a:close/>
                    <a:moveTo>
                      <a:pt x="707" y="448"/>
                    </a:moveTo>
                    <a:lnTo>
                      <a:pt x="144" y="448"/>
                    </a:lnTo>
                    <a:lnTo>
                      <a:pt x="144" y="243"/>
                    </a:lnTo>
                    <a:lnTo>
                      <a:pt x="707" y="243"/>
                    </a:lnTo>
                    <a:lnTo>
                      <a:pt x="707" y="4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17"/>
              <p:cNvSpPr/>
              <p:nvPr/>
            </p:nvSpPr>
            <p:spPr>
              <a:xfrm>
                <a:off x="10885020" y="369386"/>
                <a:ext cx="454304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100%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17"/>
              <p:cNvSpPr/>
              <p:nvPr/>
            </p:nvSpPr>
            <p:spPr>
              <a:xfrm>
                <a:off x="10212196" y="406846"/>
                <a:ext cx="17980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293" extrusionOk="0">
                    <a:moveTo>
                      <a:pt x="2747" y="3607"/>
                    </a:moveTo>
                    <a:lnTo>
                      <a:pt x="2711" y="3609"/>
                    </a:lnTo>
                    <a:lnTo>
                      <a:pt x="2645" y="3622"/>
                    </a:lnTo>
                    <a:lnTo>
                      <a:pt x="2583" y="3649"/>
                    </a:lnTo>
                    <a:lnTo>
                      <a:pt x="2528" y="3685"/>
                    </a:lnTo>
                    <a:lnTo>
                      <a:pt x="2481" y="3733"/>
                    </a:lnTo>
                    <a:lnTo>
                      <a:pt x="2443" y="3787"/>
                    </a:lnTo>
                    <a:lnTo>
                      <a:pt x="2417" y="3848"/>
                    </a:lnTo>
                    <a:lnTo>
                      <a:pt x="2403" y="3916"/>
                    </a:lnTo>
                    <a:lnTo>
                      <a:pt x="2403" y="3950"/>
                    </a:lnTo>
                    <a:lnTo>
                      <a:pt x="2403" y="3986"/>
                    </a:lnTo>
                    <a:lnTo>
                      <a:pt x="2417" y="4052"/>
                    </a:lnTo>
                    <a:lnTo>
                      <a:pt x="2443" y="4114"/>
                    </a:lnTo>
                    <a:lnTo>
                      <a:pt x="2481" y="4169"/>
                    </a:lnTo>
                    <a:lnTo>
                      <a:pt x="2527" y="4215"/>
                    </a:lnTo>
                    <a:lnTo>
                      <a:pt x="2583" y="4253"/>
                    </a:lnTo>
                    <a:lnTo>
                      <a:pt x="2645" y="4279"/>
                    </a:lnTo>
                    <a:lnTo>
                      <a:pt x="2711" y="4293"/>
                    </a:lnTo>
                    <a:lnTo>
                      <a:pt x="2747" y="4293"/>
                    </a:lnTo>
                    <a:lnTo>
                      <a:pt x="2783" y="4293"/>
                    </a:lnTo>
                    <a:lnTo>
                      <a:pt x="2849" y="4279"/>
                    </a:lnTo>
                    <a:lnTo>
                      <a:pt x="2911" y="4253"/>
                    </a:lnTo>
                    <a:lnTo>
                      <a:pt x="2966" y="4215"/>
                    </a:lnTo>
                    <a:lnTo>
                      <a:pt x="3013" y="4169"/>
                    </a:lnTo>
                    <a:lnTo>
                      <a:pt x="3051" y="4114"/>
                    </a:lnTo>
                    <a:lnTo>
                      <a:pt x="3077" y="4052"/>
                    </a:lnTo>
                    <a:lnTo>
                      <a:pt x="3090" y="3986"/>
                    </a:lnTo>
                    <a:lnTo>
                      <a:pt x="3091" y="3950"/>
                    </a:lnTo>
                    <a:lnTo>
                      <a:pt x="3090" y="3916"/>
                    </a:lnTo>
                    <a:lnTo>
                      <a:pt x="3077" y="3848"/>
                    </a:lnTo>
                    <a:lnTo>
                      <a:pt x="3051" y="3787"/>
                    </a:lnTo>
                    <a:lnTo>
                      <a:pt x="3013" y="3733"/>
                    </a:lnTo>
                    <a:lnTo>
                      <a:pt x="2966" y="3685"/>
                    </a:lnTo>
                    <a:lnTo>
                      <a:pt x="2911" y="3648"/>
                    </a:lnTo>
                    <a:lnTo>
                      <a:pt x="2849" y="3622"/>
                    </a:lnTo>
                    <a:lnTo>
                      <a:pt x="2783" y="3609"/>
                    </a:lnTo>
                    <a:lnTo>
                      <a:pt x="2747" y="3607"/>
                    </a:lnTo>
                    <a:close/>
                    <a:moveTo>
                      <a:pt x="5399" y="1030"/>
                    </a:moveTo>
                    <a:lnTo>
                      <a:pt x="5332" y="968"/>
                    </a:lnTo>
                    <a:lnTo>
                      <a:pt x="5194" y="852"/>
                    </a:lnTo>
                    <a:lnTo>
                      <a:pt x="5050" y="741"/>
                    </a:lnTo>
                    <a:lnTo>
                      <a:pt x="4902" y="638"/>
                    </a:lnTo>
                    <a:lnTo>
                      <a:pt x="4749" y="542"/>
                    </a:lnTo>
                    <a:lnTo>
                      <a:pt x="4592" y="454"/>
                    </a:lnTo>
                    <a:lnTo>
                      <a:pt x="4431" y="373"/>
                    </a:lnTo>
                    <a:lnTo>
                      <a:pt x="4266" y="300"/>
                    </a:lnTo>
                    <a:lnTo>
                      <a:pt x="4098" y="235"/>
                    </a:lnTo>
                    <a:lnTo>
                      <a:pt x="3927" y="178"/>
                    </a:lnTo>
                    <a:lnTo>
                      <a:pt x="3751" y="127"/>
                    </a:lnTo>
                    <a:lnTo>
                      <a:pt x="3574" y="85"/>
                    </a:lnTo>
                    <a:lnTo>
                      <a:pt x="3394" y="52"/>
                    </a:lnTo>
                    <a:lnTo>
                      <a:pt x="3211" y="26"/>
                    </a:lnTo>
                    <a:lnTo>
                      <a:pt x="3026" y="10"/>
                    </a:lnTo>
                    <a:lnTo>
                      <a:pt x="2839" y="2"/>
                    </a:lnTo>
                    <a:lnTo>
                      <a:pt x="2746" y="0"/>
                    </a:lnTo>
                    <a:lnTo>
                      <a:pt x="2652" y="2"/>
                    </a:lnTo>
                    <a:lnTo>
                      <a:pt x="2466" y="10"/>
                    </a:lnTo>
                    <a:lnTo>
                      <a:pt x="2282" y="26"/>
                    </a:lnTo>
                    <a:lnTo>
                      <a:pt x="2099" y="52"/>
                    </a:lnTo>
                    <a:lnTo>
                      <a:pt x="1919" y="85"/>
                    </a:lnTo>
                    <a:lnTo>
                      <a:pt x="1740" y="127"/>
                    </a:lnTo>
                    <a:lnTo>
                      <a:pt x="1566" y="178"/>
                    </a:lnTo>
                    <a:lnTo>
                      <a:pt x="1395" y="235"/>
                    </a:lnTo>
                    <a:lnTo>
                      <a:pt x="1226" y="300"/>
                    </a:lnTo>
                    <a:lnTo>
                      <a:pt x="1060" y="373"/>
                    </a:lnTo>
                    <a:lnTo>
                      <a:pt x="899" y="454"/>
                    </a:lnTo>
                    <a:lnTo>
                      <a:pt x="742" y="542"/>
                    </a:lnTo>
                    <a:lnTo>
                      <a:pt x="590" y="638"/>
                    </a:lnTo>
                    <a:lnTo>
                      <a:pt x="441" y="741"/>
                    </a:lnTo>
                    <a:lnTo>
                      <a:pt x="299" y="852"/>
                    </a:lnTo>
                    <a:lnTo>
                      <a:pt x="160" y="970"/>
                    </a:lnTo>
                    <a:lnTo>
                      <a:pt x="93" y="1030"/>
                    </a:lnTo>
                    <a:lnTo>
                      <a:pt x="71" y="1053"/>
                    </a:lnTo>
                    <a:lnTo>
                      <a:pt x="35" y="1104"/>
                    </a:lnTo>
                    <a:lnTo>
                      <a:pt x="12" y="1157"/>
                    </a:lnTo>
                    <a:lnTo>
                      <a:pt x="0" y="1215"/>
                    </a:lnTo>
                    <a:lnTo>
                      <a:pt x="0" y="1272"/>
                    </a:lnTo>
                    <a:lnTo>
                      <a:pt x="12" y="1328"/>
                    </a:lnTo>
                    <a:lnTo>
                      <a:pt x="35" y="1383"/>
                    </a:lnTo>
                    <a:lnTo>
                      <a:pt x="71" y="1432"/>
                    </a:lnTo>
                    <a:lnTo>
                      <a:pt x="93" y="1455"/>
                    </a:lnTo>
                    <a:lnTo>
                      <a:pt x="117" y="1477"/>
                    </a:lnTo>
                    <a:lnTo>
                      <a:pt x="170" y="1510"/>
                    </a:lnTo>
                    <a:lnTo>
                      <a:pt x="228" y="1532"/>
                    </a:lnTo>
                    <a:lnTo>
                      <a:pt x="288" y="1543"/>
                    </a:lnTo>
                    <a:lnTo>
                      <a:pt x="319" y="1543"/>
                    </a:lnTo>
                    <a:lnTo>
                      <a:pt x="350" y="1543"/>
                    </a:lnTo>
                    <a:lnTo>
                      <a:pt x="411" y="1532"/>
                    </a:lnTo>
                    <a:lnTo>
                      <a:pt x="469" y="1510"/>
                    </a:lnTo>
                    <a:lnTo>
                      <a:pt x="522" y="1477"/>
                    </a:lnTo>
                    <a:lnTo>
                      <a:pt x="546" y="1455"/>
                    </a:lnTo>
                    <a:lnTo>
                      <a:pt x="601" y="1405"/>
                    </a:lnTo>
                    <a:lnTo>
                      <a:pt x="716" y="1308"/>
                    </a:lnTo>
                    <a:lnTo>
                      <a:pt x="834" y="1218"/>
                    </a:lnTo>
                    <a:lnTo>
                      <a:pt x="958" y="1134"/>
                    </a:lnTo>
                    <a:lnTo>
                      <a:pt x="1085" y="1056"/>
                    </a:lnTo>
                    <a:lnTo>
                      <a:pt x="1215" y="986"/>
                    </a:lnTo>
                    <a:lnTo>
                      <a:pt x="1349" y="922"/>
                    </a:lnTo>
                    <a:lnTo>
                      <a:pt x="1485" y="865"/>
                    </a:lnTo>
                    <a:lnTo>
                      <a:pt x="1625" y="813"/>
                    </a:lnTo>
                    <a:lnTo>
                      <a:pt x="1768" y="768"/>
                    </a:lnTo>
                    <a:lnTo>
                      <a:pt x="1985" y="712"/>
                    </a:lnTo>
                    <a:lnTo>
                      <a:pt x="2285" y="662"/>
                    </a:lnTo>
                    <a:lnTo>
                      <a:pt x="2590" y="636"/>
                    </a:lnTo>
                    <a:lnTo>
                      <a:pt x="2746" y="633"/>
                    </a:lnTo>
                    <a:lnTo>
                      <a:pt x="2901" y="636"/>
                    </a:lnTo>
                    <a:lnTo>
                      <a:pt x="3208" y="662"/>
                    </a:lnTo>
                    <a:lnTo>
                      <a:pt x="3506" y="712"/>
                    </a:lnTo>
                    <a:lnTo>
                      <a:pt x="3725" y="768"/>
                    </a:lnTo>
                    <a:lnTo>
                      <a:pt x="3868" y="813"/>
                    </a:lnTo>
                    <a:lnTo>
                      <a:pt x="4007" y="865"/>
                    </a:lnTo>
                    <a:lnTo>
                      <a:pt x="4144" y="922"/>
                    </a:lnTo>
                    <a:lnTo>
                      <a:pt x="4277" y="986"/>
                    </a:lnTo>
                    <a:lnTo>
                      <a:pt x="4408" y="1056"/>
                    </a:lnTo>
                    <a:lnTo>
                      <a:pt x="4534" y="1134"/>
                    </a:lnTo>
                    <a:lnTo>
                      <a:pt x="4657" y="1218"/>
                    </a:lnTo>
                    <a:lnTo>
                      <a:pt x="4776" y="1307"/>
                    </a:lnTo>
                    <a:lnTo>
                      <a:pt x="4890" y="1403"/>
                    </a:lnTo>
                    <a:lnTo>
                      <a:pt x="4946" y="1455"/>
                    </a:lnTo>
                    <a:lnTo>
                      <a:pt x="4969" y="1477"/>
                    </a:lnTo>
                    <a:lnTo>
                      <a:pt x="5023" y="1509"/>
                    </a:lnTo>
                    <a:lnTo>
                      <a:pt x="5082" y="1532"/>
                    </a:lnTo>
                    <a:lnTo>
                      <a:pt x="5142" y="1542"/>
                    </a:lnTo>
                    <a:lnTo>
                      <a:pt x="5203" y="1542"/>
                    </a:lnTo>
                    <a:lnTo>
                      <a:pt x="5263" y="1532"/>
                    </a:lnTo>
                    <a:lnTo>
                      <a:pt x="5322" y="1509"/>
                    </a:lnTo>
                    <a:lnTo>
                      <a:pt x="5375" y="1477"/>
                    </a:lnTo>
                    <a:lnTo>
                      <a:pt x="5399" y="1455"/>
                    </a:lnTo>
                    <a:lnTo>
                      <a:pt x="5422" y="1432"/>
                    </a:lnTo>
                    <a:lnTo>
                      <a:pt x="5456" y="1383"/>
                    </a:lnTo>
                    <a:lnTo>
                      <a:pt x="5481" y="1328"/>
                    </a:lnTo>
                    <a:lnTo>
                      <a:pt x="5492" y="1272"/>
                    </a:lnTo>
                    <a:lnTo>
                      <a:pt x="5492" y="1215"/>
                    </a:lnTo>
                    <a:lnTo>
                      <a:pt x="5481" y="1157"/>
                    </a:lnTo>
                    <a:lnTo>
                      <a:pt x="5456" y="1102"/>
                    </a:lnTo>
                    <a:lnTo>
                      <a:pt x="5422" y="1053"/>
                    </a:lnTo>
                    <a:lnTo>
                      <a:pt x="5399" y="1030"/>
                    </a:lnTo>
                    <a:close/>
                    <a:moveTo>
                      <a:pt x="2743" y="1202"/>
                    </a:moveTo>
                    <a:lnTo>
                      <a:pt x="2604" y="1203"/>
                    </a:lnTo>
                    <a:lnTo>
                      <a:pt x="2332" y="1230"/>
                    </a:lnTo>
                    <a:lnTo>
                      <a:pt x="2066" y="1282"/>
                    </a:lnTo>
                    <a:lnTo>
                      <a:pt x="1807" y="1360"/>
                    </a:lnTo>
                    <a:lnTo>
                      <a:pt x="1557" y="1462"/>
                    </a:lnTo>
                    <a:lnTo>
                      <a:pt x="1320" y="1589"/>
                    </a:lnTo>
                    <a:lnTo>
                      <a:pt x="1094" y="1739"/>
                    </a:lnTo>
                    <a:lnTo>
                      <a:pt x="882" y="1912"/>
                    </a:lnTo>
                    <a:lnTo>
                      <a:pt x="782" y="2008"/>
                    </a:lnTo>
                    <a:lnTo>
                      <a:pt x="759" y="2033"/>
                    </a:lnTo>
                    <a:lnTo>
                      <a:pt x="722" y="2088"/>
                    </a:lnTo>
                    <a:lnTo>
                      <a:pt x="698" y="2148"/>
                    </a:lnTo>
                    <a:lnTo>
                      <a:pt x="686" y="2211"/>
                    </a:lnTo>
                    <a:lnTo>
                      <a:pt x="686" y="2275"/>
                    </a:lnTo>
                    <a:lnTo>
                      <a:pt x="698" y="2337"/>
                    </a:lnTo>
                    <a:lnTo>
                      <a:pt x="722" y="2397"/>
                    </a:lnTo>
                    <a:lnTo>
                      <a:pt x="759" y="2452"/>
                    </a:lnTo>
                    <a:lnTo>
                      <a:pt x="782" y="2478"/>
                    </a:lnTo>
                    <a:lnTo>
                      <a:pt x="808" y="2501"/>
                    </a:lnTo>
                    <a:lnTo>
                      <a:pt x="863" y="2537"/>
                    </a:lnTo>
                    <a:lnTo>
                      <a:pt x="924" y="2561"/>
                    </a:lnTo>
                    <a:lnTo>
                      <a:pt x="987" y="2574"/>
                    </a:lnTo>
                    <a:lnTo>
                      <a:pt x="1019" y="2576"/>
                    </a:lnTo>
                    <a:lnTo>
                      <a:pt x="1052" y="2574"/>
                    </a:lnTo>
                    <a:lnTo>
                      <a:pt x="1115" y="2561"/>
                    </a:lnTo>
                    <a:lnTo>
                      <a:pt x="1176" y="2537"/>
                    </a:lnTo>
                    <a:lnTo>
                      <a:pt x="1230" y="2501"/>
                    </a:lnTo>
                    <a:lnTo>
                      <a:pt x="1256" y="2478"/>
                    </a:lnTo>
                    <a:lnTo>
                      <a:pt x="1331" y="2404"/>
                    </a:lnTo>
                    <a:lnTo>
                      <a:pt x="1493" y="2272"/>
                    </a:lnTo>
                    <a:lnTo>
                      <a:pt x="1664" y="2155"/>
                    </a:lnTo>
                    <a:lnTo>
                      <a:pt x="1844" y="2056"/>
                    </a:lnTo>
                    <a:lnTo>
                      <a:pt x="2033" y="1974"/>
                    </a:lnTo>
                    <a:lnTo>
                      <a:pt x="2229" y="1910"/>
                    </a:lnTo>
                    <a:lnTo>
                      <a:pt x="2432" y="1869"/>
                    </a:lnTo>
                    <a:lnTo>
                      <a:pt x="2638" y="1847"/>
                    </a:lnTo>
                    <a:lnTo>
                      <a:pt x="2743" y="1844"/>
                    </a:lnTo>
                    <a:lnTo>
                      <a:pt x="2848" y="1847"/>
                    </a:lnTo>
                    <a:lnTo>
                      <a:pt x="3055" y="1869"/>
                    </a:lnTo>
                    <a:lnTo>
                      <a:pt x="3257" y="1910"/>
                    </a:lnTo>
                    <a:lnTo>
                      <a:pt x="3453" y="1974"/>
                    </a:lnTo>
                    <a:lnTo>
                      <a:pt x="3643" y="2056"/>
                    </a:lnTo>
                    <a:lnTo>
                      <a:pt x="3823" y="2155"/>
                    </a:lnTo>
                    <a:lnTo>
                      <a:pt x="3994" y="2272"/>
                    </a:lnTo>
                    <a:lnTo>
                      <a:pt x="4154" y="2404"/>
                    </a:lnTo>
                    <a:lnTo>
                      <a:pt x="4230" y="2478"/>
                    </a:lnTo>
                    <a:lnTo>
                      <a:pt x="4255" y="2501"/>
                    </a:lnTo>
                    <a:lnTo>
                      <a:pt x="4311" y="2537"/>
                    </a:lnTo>
                    <a:lnTo>
                      <a:pt x="4372" y="2561"/>
                    </a:lnTo>
                    <a:lnTo>
                      <a:pt x="4435" y="2574"/>
                    </a:lnTo>
                    <a:lnTo>
                      <a:pt x="4500" y="2574"/>
                    </a:lnTo>
                    <a:lnTo>
                      <a:pt x="4562" y="2561"/>
                    </a:lnTo>
                    <a:lnTo>
                      <a:pt x="4622" y="2537"/>
                    </a:lnTo>
                    <a:lnTo>
                      <a:pt x="4678" y="2501"/>
                    </a:lnTo>
                    <a:lnTo>
                      <a:pt x="4703" y="2478"/>
                    </a:lnTo>
                    <a:lnTo>
                      <a:pt x="4727" y="2452"/>
                    </a:lnTo>
                    <a:lnTo>
                      <a:pt x="4763" y="2397"/>
                    </a:lnTo>
                    <a:lnTo>
                      <a:pt x="4788" y="2337"/>
                    </a:lnTo>
                    <a:lnTo>
                      <a:pt x="4801" y="2275"/>
                    </a:lnTo>
                    <a:lnTo>
                      <a:pt x="4801" y="2211"/>
                    </a:lnTo>
                    <a:lnTo>
                      <a:pt x="4788" y="2148"/>
                    </a:lnTo>
                    <a:lnTo>
                      <a:pt x="4763" y="2088"/>
                    </a:lnTo>
                    <a:lnTo>
                      <a:pt x="4727" y="2033"/>
                    </a:lnTo>
                    <a:lnTo>
                      <a:pt x="4703" y="2008"/>
                    </a:lnTo>
                    <a:lnTo>
                      <a:pt x="4603" y="1912"/>
                    </a:lnTo>
                    <a:lnTo>
                      <a:pt x="4392" y="1739"/>
                    </a:lnTo>
                    <a:lnTo>
                      <a:pt x="4167" y="1589"/>
                    </a:lnTo>
                    <a:lnTo>
                      <a:pt x="3928" y="1462"/>
                    </a:lnTo>
                    <a:lnTo>
                      <a:pt x="3679" y="1360"/>
                    </a:lnTo>
                    <a:lnTo>
                      <a:pt x="3421" y="1282"/>
                    </a:lnTo>
                    <a:lnTo>
                      <a:pt x="3155" y="1230"/>
                    </a:lnTo>
                    <a:lnTo>
                      <a:pt x="2881" y="1203"/>
                    </a:lnTo>
                    <a:lnTo>
                      <a:pt x="2743" y="1202"/>
                    </a:lnTo>
                    <a:close/>
                    <a:moveTo>
                      <a:pt x="2746" y="2403"/>
                    </a:moveTo>
                    <a:lnTo>
                      <a:pt x="2668" y="2404"/>
                    </a:lnTo>
                    <a:lnTo>
                      <a:pt x="2514" y="2420"/>
                    </a:lnTo>
                    <a:lnTo>
                      <a:pt x="2362" y="2451"/>
                    </a:lnTo>
                    <a:lnTo>
                      <a:pt x="2217" y="2497"/>
                    </a:lnTo>
                    <a:lnTo>
                      <a:pt x="2076" y="2556"/>
                    </a:lnTo>
                    <a:lnTo>
                      <a:pt x="1940" y="2631"/>
                    </a:lnTo>
                    <a:lnTo>
                      <a:pt x="1814" y="2719"/>
                    </a:lnTo>
                    <a:lnTo>
                      <a:pt x="1694" y="2819"/>
                    </a:lnTo>
                    <a:lnTo>
                      <a:pt x="1637" y="2876"/>
                    </a:lnTo>
                    <a:lnTo>
                      <a:pt x="1615" y="2900"/>
                    </a:lnTo>
                    <a:lnTo>
                      <a:pt x="1580" y="2955"/>
                    </a:lnTo>
                    <a:lnTo>
                      <a:pt x="1557" y="3012"/>
                    </a:lnTo>
                    <a:lnTo>
                      <a:pt x="1546" y="3074"/>
                    </a:lnTo>
                    <a:lnTo>
                      <a:pt x="1546" y="3136"/>
                    </a:lnTo>
                    <a:lnTo>
                      <a:pt x="1557" y="3197"/>
                    </a:lnTo>
                    <a:lnTo>
                      <a:pt x="1580" y="3256"/>
                    </a:lnTo>
                    <a:lnTo>
                      <a:pt x="1615" y="3309"/>
                    </a:lnTo>
                    <a:lnTo>
                      <a:pt x="1637" y="3334"/>
                    </a:lnTo>
                    <a:lnTo>
                      <a:pt x="1661" y="3357"/>
                    </a:lnTo>
                    <a:lnTo>
                      <a:pt x="1713" y="3393"/>
                    </a:lnTo>
                    <a:lnTo>
                      <a:pt x="1769" y="3416"/>
                    </a:lnTo>
                    <a:lnTo>
                      <a:pt x="1830" y="3427"/>
                    </a:lnTo>
                    <a:lnTo>
                      <a:pt x="1860" y="3429"/>
                    </a:lnTo>
                    <a:lnTo>
                      <a:pt x="1890" y="3427"/>
                    </a:lnTo>
                    <a:lnTo>
                      <a:pt x="1949" y="3416"/>
                    </a:lnTo>
                    <a:lnTo>
                      <a:pt x="2005" y="3393"/>
                    </a:lnTo>
                    <a:lnTo>
                      <a:pt x="2057" y="3357"/>
                    </a:lnTo>
                    <a:lnTo>
                      <a:pt x="2082" y="3334"/>
                    </a:lnTo>
                    <a:lnTo>
                      <a:pt x="2115" y="3300"/>
                    </a:lnTo>
                    <a:lnTo>
                      <a:pt x="2187" y="3239"/>
                    </a:lnTo>
                    <a:lnTo>
                      <a:pt x="2263" y="3184"/>
                    </a:lnTo>
                    <a:lnTo>
                      <a:pt x="2344" y="3138"/>
                    </a:lnTo>
                    <a:lnTo>
                      <a:pt x="2429" y="3100"/>
                    </a:lnTo>
                    <a:lnTo>
                      <a:pt x="2517" y="3070"/>
                    </a:lnTo>
                    <a:lnTo>
                      <a:pt x="2607" y="3051"/>
                    </a:lnTo>
                    <a:lnTo>
                      <a:pt x="2699" y="3041"/>
                    </a:lnTo>
                    <a:lnTo>
                      <a:pt x="2746" y="3040"/>
                    </a:lnTo>
                    <a:lnTo>
                      <a:pt x="2793" y="3040"/>
                    </a:lnTo>
                    <a:lnTo>
                      <a:pt x="2885" y="3051"/>
                    </a:lnTo>
                    <a:lnTo>
                      <a:pt x="2976" y="3070"/>
                    </a:lnTo>
                    <a:lnTo>
                      <a:pt x="3064" y="3100"/>
                    </a:lnTo>
                    <a:lnTo>
                      <a:pt x="3147" y="3138"/>
                    </a:lnTo>
                    <a:lnTo>
                      <a:pt x="3228" y="3184"/>
                    </a:lnTo>
                    <a:lnTo>
                      <a:pt x="3304" y="3239"/>
                    </a:lnTo>
                    <a:lnTo>
                      <a:pt x="3376" y="3300"/>
                    </a:lnTo>
                    <a:lnTo>
                      <a:pt x="3411" y="3334"/>
                    </a:lnTo>
                    <a:lnTo>
                      <a:pt x="3434" y="3357"/>
                    </a:lnTo>
                    <a:lnTo>
                      <a:pt x="3487" y="3393"/>
                    </a:lnTo>
                    <a:lnTo>
                      <a:pt x="3543" y="3416"/>
                    </a:lnTo>
                    <a:lnTo>
                      <a:pt x="3603" y="3427"/>
                    </a:lnTo>
                    <a:lnTo>
                      <a:pt x="3663" y="3427"/>
                    </a:lnTo>
                    <a:lnTo>
                      <a:pt x="3722" y="3416"/>
                    </a:lnTo>
                    <a:lnTo>
                      <a:pt x="3780" y="3393"/>
                    </a:lnTo>
                    <a:lnTo>
                      <a:pt x="3832" y="3357"/>
                    </a:lnTo>
                    <a:lnTo>
                      <a:pt x="3855" y="3334"/>
                    </a:lnTo>
                    <a:lnTo>
                      <a:pt x="3878" y="3309"/>
                    </a:lnTo>
                    <a:lnTo>
                      <a:pt x="3912" y="3256"/>
                    </a:lnTo>
                    <a:lnTo>
                      <a:pt x="3934" y="3197"/>
                    </a:lnTo>
                    <a:lnTo>
                      <a:pt x="3945" y="3136"/>
                    </a:lnTo>
                    <a:lnTo>
                      <a:pt x="3945" y="3074"/>
                    </a:lnTo>
                    <a:lnTo>
                      <a:pt x="3934" y="3012"/>
                    </a:lnTo>
                    <a:lnTo>
                      <a:pt x="3912" y="2955"/>
                    </a:lnTo>
                    <a:lnTo>
                      <a:pt x="3878" y="2900"/>
                    </a:lnTo>
                    <a:lnTo>
                      <a:pt x="3855" y="2876"/>
                    </a:lnTo>
                    <a:lnTo>
                      <a:pt x="3798" y="2819"/>
                    </a:lnTo>
                    <a:lnTo>
                      <a:pt x="3679" y="2719"/>
                    </a:lnTo>
                    <a:lnTo>
                      <a:pt x="3551" y="2631"/>
                    </a:lnTo>
                    <a:lnTo>
                      <a:pt x="3417" y="2556"/>
                    </a:lnTo>
                    <a:lnTo>
                      <a:pt x="3276" y="2497"/>
                    </a:lnTo>
                    <a:lnTo>
                      <a:pt x="3130" y="2451"/>
                    </a:lnTo>
                    <a:lnTo>
                      <a:pt x="2979" y="2420"/>
                    </a:lnTo>
                    <a:lnTo>
                      <a:pt x="2825" y="2404"/>
                    </a:lnTo>
                    <a:lnTo>
                      <a:pt x="2746" y="24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17"/>
              <p:cNvSpPr/>
              <p:nvPr/>
            </p:nvSpPr>
            <p:spPr>
              <a:xfrm>
                <a:off x="9512757" y="369386"/>
                <a:ext cx="715178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PPTBIZCAM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3" name="Google Shape;673;p17"/>
            <p:cNvSpPr/>
            <p:nvPr/>
          </p:nvSpPr>
          <p:spPr>
            <a:xfrm>
              <a:off x="11377471" y="133570"/>
              <a:ext cx="176990" cy="176990"/>
            </a:xfrm>
            <a:prstGeom prst="ellipse">
              <a:avLst/>
            </a:prstGeom>
            <a:solidFill>
              <a:srgbClr val="90DA80"/>
            </a:solidFill>
            <a:ln>
              <a:noFill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4" name="Google Shape;674;p17"/>
            <p:cNvGrpSpPr/>
            <p:nvPr/>
          </p:nvGrpSpPr>
          <p:grpSpPr>
            <a:xfrm>
              <a:off x="653849" y="193034"/>
              <a:ext cx="343364" cy="344856"/>
              <a:chOff x="1157487" y="184451"/>
              <a:chExt cx="489882" cy="492010"/>
            </a:xfrm>
          </p:grpSpPr>
          <p:sp>
            <p:nvSpPr>
              <p:cNvPr id="675" name="Google Shape;675;p17"/>
              <p:cNvSpPr/>
              <p:nvPr/>
            </p:nvSpPr>
            <p:spPr>
              <a:xfrm>
                <a:off x="1157487" y="184454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17"/>
              <p:cNvSpPr/>
              <p:nvPr/>
            </p:nvSpPr>
            <p:spPr>
              <a:xfrm>
                <a:off x="1483366" y="184451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17"/>
              <p:cNvSpPr/>
              <p:nvPr/>
            </p:nvSpPr>
            <p:spPr>
              <a:xfrm>
                <a:off x="1319363" y="348454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17"/>
              <p:cNvSpPr/>
              <p:nvPr/>
            </p:nvSpPr>
            <p:spPr>
              <a:xfrm>
                <a:off x="1483366" y="348453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17"/>
              <p:cNvSpPr/>
              <p:nvPr/>
            </p:nvSpPr>
            <p:spPr>
              <a:xfrm>
                <a:off x="1157487" y="512458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17"/>
              <p:cNvSpPr/>
              <p:nvPr/>
            </p:nvSpPr>
            <p:spPr>
              <a:xfrm>
                <a:off x="1483366" y="512455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81" name="Google Shape;681;p17"/>
          <p:cNvSpPr txBox="1"/>
          <p:nvPr/>
        </p:nvSpPr>
        <p:spPr>
          <a:xfrm>
            <a:off x="767408" y="1308396"/>
            <a:ext cx="5040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682" name="Google Shape;682;p17"/>
          <p:cNvSpPr txBox="1"/>
          <p:nvPr/>
        </p:nvSpPr>
        <p:spPr>
          <a:xfrm>
            <a:off x="1271464" y="1448819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Flask 적용하여 웹에 서비스 적용</a:t>
            </a:r>
            <a:endParaRPr/>
          </a:p>
        </p:txBody>
      </p:sp>
      <p:sp>
        <p:nvSpPr>
          <p:cNvPr id="683" name="Google Shape;683;p17"/>
          <p:cNvSpPr txBox="1"/>
          <p:nvPr/>
        </p:nvSpPr>
        <p:spPr>
          <a:xfrm>
            <a:off x="1356282" y="5039850"/>
            <a:ext cx="485587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모델 용량이 100 mb 제한 문제로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학습한 모델 적용 불가</a:t>
            </a:r>
            <a:endParaRPr/>
          </a:p>
        </p:txBody>
      </p:sp>
      <p:sp>
        <p:nvSpPr>
          <p:cNvPr id="684" name="Google Shape;684;p17"/>
          <p:cNvSpPr txBox="1"/>
          <p:nvPr/>
        </p:nvSpPr>
        <p:spPr>
          <a:xfrm>
            <a:off x="1271464" y="4496925"/>
            <a:ext cx="2417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구름 IDE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7"/>
          <p:cNvSpPr txBox="1"/>
          <p:nvPr/>
        </p:nvSpPr>
        <p:spPr>
          <a:xfrm>
            <a:off x="1271464" y="2368487"/>
            <a:ext cx="2417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ngrok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6" name="Google Shape;68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15930" y="4400642"/>
            <a:ext cx="136207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80051" y="2244011"/>
            <a:ext cx="974506" cy="573239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17"/>
          <p:cNvSpPr txBox="1"/>
          <p:nvPr/>
        </p:nvSpPr>
        <p:spPr>
          <a:xfrm>
            <a:off x="1374198" y="2941726"/>
            <a:ext cx="485587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로컬서버를 다른 컴퓨터에 제공하기 위해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pycharm 환경+ Ngrok 서버 사용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9" name="Google Shape;689;p17"/>
          <p:cNvPicPr preferRelativeResize="0"/>
          <p:nvPr/>
        </p:nvPicPr>
        <p:blipFill rotWithShape="1">
          <a:blip r:embed="rId6">
            <a:alphaModFix/>
          </a:blip>
          <a:srcRect r="25126"/>
          <a:stretch/>
        </p:blipFill>
        <p:spPr>
          <a:xfrm>
            <a:off x="5610512" y="2021724"/>
            <a:ext cx="6138389" cy="2309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4" name="Google Shape;694;p18"/>
          <p:cNvGrpSpPr/>
          <p:nvPr/>
        </p:nvGrpSpPr>
        <p:grpSpPr>
          <a:xfrm>
            <a:off x="150812" y="0"/>
            <a:ext cx="11890375" cy="6680200"/>
            <a:chOff x="150812" y="0"/>
            <a:chExt cx="11890375" cy="6680200"/>
          </a:xfrm>
        </p:grpSpPr>
        <p:sp>
          <p:nvSpPr>
            <p:cNvPr id="695" name="Google Shape;695;p18"/>
            <p:cNvSpPr/>
            <p:nvPr/>
          </p:nvSpPr>
          <p:spPr>
            <a:xfrm>
              <a:off x="150812" y="0"/>
              <a:ext cx="11890375" cy="6680200"/>
            </a:xfrm>
            <a:prstGeom prst="round2SameRect">
              <a:avLst>
                <a:gd name="adj1" fmla="val 0"/>
                <a:gd name="adj2" fmla="val 5079"/>
              </a:avLst>
            </a:prstGeom>
            <a:solidFill>
              <a:srgbClr val="E4F7F5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18"/>
            <p:cNvSpPr/>
            <p:nvPr/>
          </p:nvSpPr>
          <p:spPr>
            <a:xfrm>
              <a:off x="286543" y="0"/>
              <a:ext cx="11618912" cy="6509543"/>
            </a:xfrm>
            <a:prstGeom prst="round2SameRect">
              <a:avLst>
                <a:gd name="adj1" fmla="val 0"/>
                <a:gd name="adj2" fmla="val 3479"/>
              </a:avLst>
            </a:prstGeom>
            <a:solidFill>
              <a:schemeClr val="lt1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18"/>
            <p:cNvSpPr/>
            <p:nvPr/>
          </p:nvSpPr>
          <p:spPr>
            <a:xfrm>
              <a:off x="286544" y="0"/>
              <a:ext cx="11618912" cy="771525"/>
            </a:xfrm>
            <a:prstGeom prst="round2SameRect">
              <a:avLst>
                <a:gd name="adj1" fmla="val 0"/>
                <a:gd name="adj2" fmla="val 29630"/>
              </a:avLst>
            </a:prstGeom>
            <a:solidFill>
              <a:schemeClr val="lt1"/>
            </a:solidFill>
            <a:ln>
              <a:noFill/>
            </a:ln>
            <a:effectLst>
              <a:outerShdw blurRad="165100" dist="38100" dir="5400000" algn="t" rotWithShape="0">
                <a:srgbClr val="000000">
                  <a:alpha val="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4. 프로젝트 수행 결과</a:t>
              </a:r>
              <a:endParaRPr/>
            </a:p>
          </p:txBody>
        </p:sp>
        <p:grpSp>
          <p:nvGrpSpPr>
            <p:cNvPr id="698" name="Google Shape;698;p18"/>
            <p:cNvGrpSpPr/>
            <p:nvPr/>
          </p:nvGrpSpPr>
          <p:grpSpPr>
            <a:xfrm>
              <a:off x="11067369" y="185874"/>
              <a:ext cx="429876" cy="429876"/>
              <a:chOff x="215317" y="343634"/>
              <a:chExt cx="684000" cy="684000"/>
            </a:xfrm>
          </p:grpSpPr>
          <p:sp>
            <p:nvSpPr>
              <p:cNvPr id="699" name="Google Shape;699;p18"/>
              <p:cNvSpPr/>
              <p:nvPr/>
            </p:nvSpPr>
            <p:spPr>
              <a:xfrm>
                <a:off x="215317" y="343634"/>
                <a:ext cx="684000" cy="684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9F3FC"/>
                  </a:gs>
                  <a:gs pos="86000">
                    <a:srgbClr val="E9F3FC"/>
                  </a:gs>
                  <a:gs pos="100000">
                    <a:srgbClr val="4E5DA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542925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rgbClr val="323F4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00" name="Google Shape;700;p18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2555" y="386637"/>
                <a:ext cx="546554" cy="5465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01" name="Google Shape;701;p18"/>
            <p:cNvGrpSpPr/>
            <p:nvPr/>
          </p:nvGrpSpPr>
          <p:grpSpPr>
            <a:xfrm>
              <a:off x="8951163" y="320145"/>
              <a:ext cx="1550689" cy="169277"/>
              <a:chOff x="9512757" y="369386"/>
              <a:chExt cx="2051714" cy="223970"/>
            </a:xfrm>
          </p:grpSpPr>
          <p:grpSp>
            <p:nvGrpSpPr>
              <p:cNvPr id="702" name="Google Shape;702;p18"/>
              <p:cNvGrpSpPr/>
              <p:nvPr/>
            </p:nvGrpSpPr>
            <p:grpSpPr>
              <a:xfrm>
                <a:off x="10750964" y="406846"/>
                <a:ext cx="132372" cy="140525"/>
                <a:chOff x="4594" y="900"/>
                <a:chExt cx="276" cy="293"/>
              </a:xfrm>
            </p:grpSpPr>
            <p:sp>
              <p:nvSpPr>
                <p:cNvPr id="703" name="Google Shape;703;p18"/>
                <p:cNvSpPr/>
                <p:nvPr/>
              </p:nvSpPr>
              <p:spPr>
                <a:xfrm>
                  <a:off x="4594" y="900"/>
                  <a:ext cx="102" cy="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3" extrusionOk="0">
                      <a:moveTo>
                        <a:pt x="72" y="263"/>
                      </a:moveTo>
                      <a:lnTo>
                        <a:pt x="91" y="236"/>
                      </a:lnTo>
                      <a:lnTo>
                        <a:pt x="139" y="187"/>
                      </a:lnTo>
                      <a:lnTo>
                        <a:pt x="193" y="148"/>
                      </a:lnTo>
                      <a:lnTo>
                        <a:pt x="255" y="119"/>
                      </a:lnTo>
                      <a:lnTo>
                        <a:pt x="290" y="110"/>
                      </a:lnTo>
                      <a:lnTo>
                        <a:pt x="299" y="106"/>
                      </a:lnTo>
                      <a:lnTo>
                        <a:pt x="305" y="97"/>
                      </a:lnTo>
                      <a:lnTo>
                        <a:pt x="307" y="87"/>
                      </a:lnTo>
                      <a:lnTo>
                        <a:pt x="303" y="77"/>
                      </a:lnTo>
                      <a:lnTo>
                        <a:pt x="292" y="60"/>
                      </a:lnTo>
                      <a:lnTo>
                        <a:pt x="263" y="33"/>
                      </a:lnTo>
                      <a:lnTo>
                        <a:pt x="227" y="13"/>
                      </a:lnTo>
                      <a:lnTo>
                        <a:pt x="186" y="1"/>
                      </a:lnTo>
                      <a:lnTo>
                        <a:pt x="165" y="0"/>
                      </a:lnTo>
                      <a:lnTo>
                        <a:pt x="131" y="3"/>
                      </a:lnTo>
                      <a:lnTo>
                        <a:pt x="72" y="27"/>
                      </a:lnTo>
                      <a:lnTo>
                        <a:pt x="27" y="72"/>
                      </a:lnTo>
                      <a:lnTo>
                        <a:pt x="3" y="131"/>
                      </a:lnTo>
                      <a:lnTo>
                        <a:pt x="0" y="164"/>
                      </a:lnTo>
                      <a:lnTo>
                        <a:pt x="1" y="192"/>
                      </a:lnTo>
                      <a:lnTo>
                        <a:pt x="20" y="243"/>
                      </a:lnTo>
                      <a:lnTo>
                        <a:pt x="36" y="266"/>
                      </a:lnTo>
                      <a:lnTo>
                        <a:pt x="43" y="273"/>
                      </a:lnTo>
                      <a:lnTo>
                        <a:pt x="53" y="273"/>
                      </a:lnTo>
                      <a:lnTo>
                        <a:pt x="65" y="271"/>
                      </a:lnTo>
                      <a:lnTo>
                        <a:pt x="72" y="2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4" name="Google Shape;704;p18"/>
                <p:cNvSpPr/>
                <p:nvPr/>
              </p:nvSpPr>
              <p:spPr>
                <a:xfrm>
                  <a:off x="4768" y="900"/>
                  <a:ext cx="102" cy="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1" extrusionOk="0">
                      <a:moveTo>
                        <a:pt x="143" y="0"/>
                      </a:moveTo>
                      <a:lnTo>
                        <a:pt x="121" y="1"/>
                      </a:lnTo>
                      <a:lnTo>
                        <a:pt x="81" y="11"/>
                      </a:lnTo>
                      <a:lnTo>
                        <a:pt x="46" y="31"/>
                      </a:lnTo>
                      <a:lnTo>
                        <a:pt x="16" y="60"/>
                      </a:lnTo>
                      <a:lnTo>
                        <a:pt x="4" y="76"/>
                      </a:lnTo>
                      <a:lnTo>
                        <a:pt x="0" y="86"/>
                      </a:lnTo>
                      <a:lnTo>
                        <a:pt x="3" y="96"/>
                      </a:lnTo>
                      <a:lnTo>
                        <a:pt x="9" y="106"/>
                      </a:lnTo>
                      <a:lnTo>
                        <a:pt x="19" y="110"/>
                      </a:lnTo>
                      <a:lnTo>
                        <a:pt x="52" y="119"/>
                      </a:lnTo>
                      <a:lnTo>
                        <a:pt x="115" y="148"/>
                      </a:lnTo>
                      <a:lnTo>
                        <a:pt x="170" y="187"/>
                      </a:lnTo>
                      <a:lnTo>
                        <a:pt x="218" y="234"/>
                      </a:lnTo>
                      <a:lnTo>
                        <a:pt x="237" y="261"/>
                      </a:lnTo>
                      <a:lnTo>
                        <a:pt x="245" y="270"/>
                      </a:lnTo>
                      <a:lnTo>
                        <a:pt x="255" y="271"/>
                      </a:lnTo>
                      <a:lnTo>
                        <a:pt x="266" y="270"/>
                      </a:lnTo>
                      <a:lnTo>
                        <a:pt x="274" y="263"/>
                      </a:lnTo>
                      <a:lnTo>
                        <a:pt x="289" y="241"/>
                      </a:lnTo>
                      <a:lnTo>
                        <a:pt x="306" y="191"/>
                      </a:lnTo>
                      <a:lnTo>
                        <a:pt x="307" y="164"/>
                      </a:lnTo>
                      <a:lnTo>
                        <a:pt x="306" y="131"/>
                      </a:lnTo>
                      <a:lnTo>
                        <a:pt x="280" y="72"/>
                      </a:lnTo>
                      <a:lnTo>
                        <a:pt x="235" y="27"/>
                      </a:lnTo>
                      <a:lnTo>
                        <a:pt x="178" y="3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5" name="Google Shape;705;p18"/>
                <p:cNvSpPr/>
                <p:nvPr/>
              </p:nvSpPr>
              <p:spPr>
                <a:xfrm>
                  <a:off x="4612" y="947"/>
                  <a:ext cx="241" cy="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37" extrusionOk="0">
                      <a:moveTo>
                        <a:pt x="725" y="361"/>
                      </a:moveTo>
                      <a:lnTo>
                        <a:pt x="722" y="313"/>
                      </a:lnTo>
                      <a:lnTo>
                        <a:pt x="699" y="225"/>
                      </a:lnTo>
                      <a:lnTo>
                        <a:pt x="679" y="187"/>
                      </a:lnTo>
                      <a:lnTo>
                        <a:pt x="659" y="151"/>
                      </a:lnTo>
                      <a:lnTo>
                        <a:pt x="604" y="90"/>
                      </a:lnTo>
                      <a:lnTo>
                        <a:pt x="536" y="44"/>
                      </a:lnTo>
                      <a:lnTo>
                        <a:pt x="459" y="13"/>
                      </a:lnTo>
                      <a:lnTo>
                        <a:pt x="418" y="4"/>
                      </a:lnTo>
                      <a:lnTo>
                        <a:pt x="390" y="1"/>
                      </a:lnTo>
                      <a:lnTo>
                        <a:pt x="363" y="0"/>
                      </a:lnTo>
                      <a:lnTo>
                        <a:pt x="334" y="1"/>
                      </a:lnTo>
                      <a:lnTo>
                        <a:pt x="305" y="5"/>
                      </a:lnTo>
                      <a:lnTo>
                        <a:pt x="263" y="13"/>
                      </a:lnTo>
                      <a:lnTo>
                        <a:pt x="187" y="44"/>
                      </a:lnTo>
                      <a:lnTo>
                        <a:pt x="120" y="92"/>
                      </a:lnTo>
                      <a:lnTo>
                        <a:pt x="67" y="152"/>
                      </a:lnTo>
                      <a:lnTo>
                        <a:pt x="45" y="188"/>
                      </a:lnTo>
                      <a:lnTo>
                        <a:pt x="25" y="227"/>
                      </a:lnTo>
                      <a:lnTo>
                        <a:pt x="3" y="313"/>
                      </a:lnTo>
                      <a:lnTo>
                        <a:pt x="0" y="361"/>
                      </a:lnTo>
                      <a:lnTo>
                        <a:pt x="2" y="399"/>
                      </a:lnTo>
                      <a:lnTo>
                        <a:pt x="19" y="476"/>
                      </a:lnTo>
                      <a:lnTo>
                        <a:pt x="51" y="543"/>
                      </a:lnTo>
                      <a:lnTo>
                        <a:pt x="96" y="604"/>
                      </a:lnTo>
                      <a:lnTo>
                        <a:pt x="123" y="630"/>
                      </a:lnTo>
                      <a:lnTo>
                        <a:pt x="93" y="673"/>
                      </a:lnTo>
                      <a:lnTo>
                        <a:pt x="84" y="687"/>
                      </a:lnTo>
                      <a:lnTo>
                        <a:pt x="90" y="719"/>
                      </a:lnTo>
                      <a:lnTo>
                        <a:pt x="103" y="729"/>
                      </a:lnTo>
                      <a:lnTo>
                        <a:pt x="113" y="736"/>
                      </a:lnTo>
                      <a:lnTo>
                        <a:pt x="126" y="737"/>
                      </a:lnTo>
                      <a:lnTo>
                        <a:pt x="136" y="736"/>
                      </a:lnTo>
                      <a:lnTo>
                        <a:pt x="153" y="727"/>
                      </a:lnTo>
                      <a:lnTo>
                        <a:pt x="159" y="720"/>
                      </a:lnTo>
                      <a:lnTo>
                        <a:pt x="189" y="677"/>
                      </a:lnTo>
                      <a:lnTo>
                        <a:pt x="230" y="696"/>
                      </a:lnTo>
                      <a:lnTo>
                        <a:pt x="316" y="719"/>
                      </a:lnTo>
                      <a:lnTo>
                        <a:pt x="363" y="720"/>
                      </a:lnTo>
                      <a:lnTo>
                        <a:pt x="409" y="719"/>
                      </a:lnTo>
                      <a:lnTo>
                        <a:pt x="495" y="696"/>
                      </a:lnTo>
                      <a:lnTo>
                        <a:pt x="536" y="677"/>
                      </a:lnTo>
                      <a:lnTo>
                        <a:pt x="566" y="720"/>
                      </a:lnTo>
                      <a:lnTo>
                        <a:pt x="572" y="727"/>
                      </a:lnTo>
                      <a:lnTo>
                        <a:pt x="589" y="736"/>
                      </a:lnTo>
                      <a:lnTo>
                        <a:pt x="599" y="737"/>
                      </a:lnTo>
                      <a:lnTo>
                        <a:pt x="612" y="736"/>
                      </a:lnTo>
                      <a:lnTo>
                        <a:pt x="622" y="729"/>
                      </a:lnTo>
                      <a:lnTo>
                        <a:pt x="635" y="719"/>
                      </a:lnTo>
                      <a:lnTo>
                        <a:pt x="640" y="687"/>
                      </a:lnTo>
                      <a:lnTo>
                        <a:pt x="633" y="673"/>
                      </a:lnTo>
                      <a:lnTo>
                        <a:pt x="602" y="630"/>
                      </a:lnTo>
                      <a:lnTo>
                        <a:pt x="630" y="604"/>
                      </a:lnTo>
                      <a:lnTo>
                        <a:pt x="674" y="543"/>
                      </a:lnTo>
                      <a:lnTo>
                        <a:pt x="706" y="476"/>
                      </a:lnTo>
                      <a:lnTo>
                        <a:pt x="723" y="399"/>
                      </a:lnTo>
                      <a:lnTo>
                        <a:pt x="725" y="361"/>
                      </a:lnTo>
                      <a:close/>
                      <a:moveTo>
                        <a:pt x="363" y="619"/>
                      </a:moveTo>
                      <a:lnTo>
                        <a:pt x="335" y="619"/>
                      </a:lnTo>
                      <a:lnTo>
                        <a:pt x="285" y="608"/>
                      </a:lnTo>
                      <a:lnTo>
                        <a:pt x="239" y="589"/>
                      </a:lnTo>
                      <a:lnTo>
                        <a:pt x="197" y="561"/>
                      </a:lnTo>
                      <a:lnTo>
                        <a:pt x="161" y="526"/>
                      </a:lnTo>
                      <a:lnTo>
                        <a:pt x="133" y="484"/>
                      </a:lnTo>
                      <a:lnTo>
                        <a:pt x="113" y="438"/>
                      </a:lnTo>
                      <a:lnTo>
                        <a:pt x="103" y="386"/>
                      </a:lnTo>
                      <a:lnTo>
                        <a:pt x="101" y="361"/>
                      </a:lnTo>
                      <a:lnTo>
                        <a:pt x="103" y="328"/>
                      </a:lnTo>
                      <a:lnTo>
                        <a:pt x="120" y="266"/>
                      </a:lnTo>
                      <a:lnTo>
                        <a:pt x="133" y="237"/>
                      </a:lnTo>
                      <a:lnTo>
                        <a:pt x="149" y="211"/>
                      </a:lnTo>
                      <a:lnTo>
                        <a:pt x="188" y="166"/>
                      </a:lnTo>
                      <a:lnTo>
                        <a:pt x="237" y="133"/>
                      </a:lnTo>
                      <a:lnTo>
                        <a:pt x="292" y="110"/>
                      </a:lnTo>
                      <a:lnTo>
                        <a:pt x="322" y="105"/>
                      </a:lnTo>
                      <a:lnTo>
                        <a:pt x="342" y="102"/>
                      </a:lnTo>
                      <a:lnTo>
                        <a:pt x="363" y="100"/>
                      </a:lnTo>
                      <a:lnTo>
                        <a:pt x="381" y="102"/>
                      </a:lnTo>
                      <a:lnTo>
                        <a:pt x="400" y="103"/>
                      </a:lnTo>
                      <a:lnTo>
                        <a:pt x="431" y="109"/>
                      </a:lnTo>
                      <a:lnTo>
                        <a:pt x="487" y="132"/>
                      </a:lnTo>
                      <a:lnTo>
                        <a:pt x="536" y="166"/>
                      </a:lnTo>
                      <a:lnTo>
                        <a:pt x="576" y="211"/>
                      </a:lnTo>
                      <a:lnTo>
                        <a:pt x="592" y="237"/>
                      </a:lnTo>
                      <a:lnTo>
                        <a:pt x="605" y="264"/>
                      </a:lnTo>
                      <a:lnTo>
                        <a:pt x="622" y="328"/>
                      </a:lnTo>
                      <a:lnTo>
                        <a:pt x="624" y="361"/>
                      </a:lnTo>
                      <a:lnTo>
                        <a:pt x="622" y="386"/>
                      </a:lnTo>
                      <a:lnTo>
                        <a:pt x="612" y="438"/>
                      </a:lnTo>
                      <a:lnTo>
                        <a:pt x="592" y="484"/>
                      </a:lnTo>
                      <a:lnTo>
                        <a:pt x="563" y="526"/>
                      </a:lnTo>
                      <a:lnTo>
                        <a:pt x="529" y="561"/>
                      </a:lnTo>
                      <a:lnTo>
                        <a:pt x="487" y="589"/>
                      </a:lnTo>
                      <a:lnTo>
                        <a:pt x="441" y="608"/>
                      </a:lnTo>
                      <a:lnTo>
                        <a:pt x="389" y="619"/>
                      </a:lnTo>
                      <a:lnTo>
                        <a:pt x="363" y="6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6" name="Google Shape;706;p18"/>
                <p:cNvSpPr/>
                <p:nvPr/>
              </p:nvSpPr>
              <p:spPr>
                <a:xfrm>
                  <a:off x="4716" y="1006"/>
                  <a:ext cx="7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98" extrusionOk="0">
                      <a:moveTo>
                        <a:pt x="194" y="245"/>
                      </a:moveTo>
                      <a:lnTo>
                        <a:pt x="95" y="183"/>
                      </a:lnTo>
                      <a:lnTo>
                        <a:pt x="91" y="167"/>
                      </a:lnTo>
                      <a:lnTo>
                        <a:pt x="78" y="156"/>
                      </a:lnTo>
                      <a:lnTo>
                        <a:pt x="83" y="31"/>
                      </a:lnTo>
                      <a:lnTo>
                        <a:pt x="82" y="19"/>
                      </a:lnTo>
                      <a:lnTo>
                        <a:pt x="66" y="3"/>
                      </a:lnTo>
                      <a:lnTo>
                        <a:pt x="54" y="0"/>
                      </a:lnTo>
                      <a:lnTo>
                        <a:pt x="43" y="2"/>
                      </a:lnTo>
                      <a:lnTo>
                        <a:pt x="27" y="18"/>
                      </a:lnTo>
                      <a:lnTo>
                        <a:pt x="26" y="29"/>
                      </a:lnTo>
                      <a:lnTo>
                        <a:pt x="20" y="153"/>
                      </a:lnTo>
                      <a:lnTo>
                        <a:pt x="11" y="160"/>
                      </a:lnTo>
                      <a:lnTo>
                        <a:pt x="1" y="180"/>
                      </a:lnTo>
                      <a:lnTo>
                        <a:pt x="0" y="192"/>
                      </a:lnTo>
                      <a:lnTo>
                        <a:pt x="1" y="202"/>
                      </a:lnTo>
                      <a:lnTo>
                        <a:pt x="8" y="219"/>
                      </a:lnTo>
                      <a:lnTo>
                        <a:pt x="21" y="232"/>
                      </a:lnTo>
                      <a:lnTo>
                        <a:pt x="39" y="239"/>
                      </a:lnTo>
                      <a:lnTo>
                        <a:pt x="49" y="241"/>
                      </a:lnTo>
                      <a:lnTo>
                        <a:pt x="59" y="239"/>
                      </a:lnTo>
                      <a:lnTo>
                        <a:pt x="69" y="235"/>
                      </a:lnTo>
                      <a:lnTo>
                        <a:pt x="164" y="294"/>
                      </a:lnTo>
                      <a:lnTo>
                        <a:pt x="171" y="298"/>
                      </a:lnTo>
                      <a:lnTo>
                        <a:pt x="180" y="298"/>
                      </a:lnTo>
                      <a:lnTo>
                        <a:pt x="187" y="298"/>
                      </a:lnTo>
                      <a:lnTo>
                        <a:pt x="199" y="291"/>
                      </a:lnTo>
                      <a:lnTo>
                        <a:pt x="205" y="285"/>
                      </a:lnTo>
                      <a:lnTo>
                        <a:pt x="209" y="274"/>
                      </a:lnTo>
                      <a:lnTo>
                        <a:pt x="203" y="252"/>
                      </a:lnTo>
                      <a:lnTo>
                        <a:pt x="194" y="2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07" name="Google Shape;707;p18"/>
              <p:cNvGrpSpPr/>
              <p:nvPr/>
            </p:nvGrpSpPr>
            <p:grpSpPr>
              <a:xfrm>
                <a:off x="10506302" y="406846"/>
                <a:ext cx="140525" cy="140525"/>
                <a:chOff x="1747" y="423"/>
                <a:chExt cx="575" cy="575"/>
              </a:xfrm>
            </p:grpSpPr>
            <p:sp>
              <p:nvSpPr>
                <p:cNvPr id="708" name="Google Shape;708;p18"/>
                <p:cNvSpPr/>
                <p:nvPr/>
              </p:nvSpPr>
              <p:spPr>
                <a:xfrm>
                  <a:off x="1899" y="577"/>
                  <a:ext cx="271" cy="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811" extrusionOk="0">
                      <a:moveTo>
                        <a:pt x="663" y="0"/>
                      </a:moveTo>
                      <a:lnTo>
                        <a:pt x="148" y="0"/>
                      </a:lnTo>
                      <a:lnTo>
                        <a:pt x="118" y="1"/>
                      </a:lnTo>
                      <a:lnTo>
                        <a:pt x="65" y="24"/>
                      </a:lnTo>
                      <a:lnTo>
                        <a:pt x="24" y="65"/>
                      </a:lnTo>
                      <a:lnTo>
                        <a:pt x="1" y="118"/>
                      </a:lnTo>
                      <a:lnTo>
                        <a:pt x="0" y="148"/>
                      </a:lnTo>
                      <a:lnTo>
                        <a:pt x="0" y="663"/>
                      </a:lnTo>
                      <a:lnTo>
                        <a:pt x="1" y="693"/>
                      </a:lnTo>
                      <a:lnTo>
                        <a:pt x="24" y="746"/>
                      </a:lnTo>
                      <a:lnTo>
                        <a:pt x="65" y="787"/>
                      </a:lnTo>
                      <a:lnTo>
                        <a:pt x="118" y="808"/>
                      </a:lnTo>
                      <a:lnTo>
                        <a:pt x="148" y="811"/>
                      </a:lnTo>
                      <a:lnTo>
                        <a:pt x="663" y="811"/>
                      </a:lnTo>
                      <a:lnTo>
                        <a:pt x="693" y="808"/>
                      </a:lnTo>
                      <a:lnTo>
                        <a:pt x="746" y="787"/>
                      </a:lnTo>
                      <a:lnTo>
                        <a:pt x="787" y="746"/>
                      </a:lnTo>
                      <a:lnTo>
                        <a:pt x="810" y="693"/>
                      </a:lnTo>
                      <a:lnTo>
                        <a:pt x="811" y="663"/>
                      </a:lnTo>
                      <a:lnTo>
                        <a:pt x="811" y="148"/>
                      </a:lnTo>
                      <a:lnTo>
                        <a:pt x="810" y="118"/>
                      </a:lnTo>
                      <a:lnTo>
                        <a:pt x="787" y="65"/>
                      </a:lnTo>
                      <a:lnTo>
                        <a:pt x="746" y="24"/>
                      </a:lnTo>
                      <a:lnTo>
                        <a:pt x="693" y="1"/>
                      </a:lnTo>
                      <a:lnTo>
                        <a:pt x="663" y="0"/>
                      </a:lnTo>
                      <a:close/>
                      <a:moveTo>
                        <a:pt x="405" y="673"/>
                      </a:moveTo>
                      <a:lnTo>
                        <a:pt x="377" y="671"/>
                      </a:lnTo>
                      <a:lnTo>
                        <a:pt x="326" y="661"/>
                      </a:lnTo>
                      <a:lnTo>
                        <a:pt x="278" y="640"/>
                      </a:lnTo>
                      <a:lnTo>
                        <a:pt x="235" y="611"/>
                      </a:lnTo>
                      <a:lnTo>
                        <a:pt x="199" y="575"/>
                      </a:lnTo>
                      <a:lnTo>
                        <a:pt x="170" y="533"/>
                      </a:lnTo>
                      <a:lnTo>
                        <a:pt x="150" y="484"/>
                      </a:lnTo>
                      <a:lnTo>
                        <a:pt x="140" y="432"/>
                      </a:lnTo>
                      <a:lnTo>
                        <a:pt x="138" y="405"/>
                      </a:lnTo>
                      <a:lnTo>
                        <a:pt x="140" y="377"/>
                      </a:lnTo>
                      <a:lnTo>
                        <a:pt x="150" y="326"/>
                      </a:lnTo>
                      <a:lnTo>
                        <a:pt x="170" y="278"/>
                      </a:lnTo>
                      <a:lnTo>
                        <a:pt x="199" y="235"/>
                      </a:lnTo>
                      <a:lnTo>
                        <a:pt x="235" y="199"/>
                      </a:lnTo>
                      <a:lnTo>
                        <a:pt x="278" y="170"/>
                      </a:lnTo>
                      <a:lnTo>
                        <a:pt x="326" y="150"/>
                      </a:lnTo>
                      <a:lnTo>
                        <a:pt x="377" y="138"/>
                      </a:lnTo>
                      <a:lnTo>
                        <a:pt x="405" y="138"/>
                      </a:lnTo>
                      <a:lnTo>
                        <a:pt x="432" y="138"/>
                      </a:lnTo>
                      <a:lnTo>
                        <a:pt x="486" y="150"/>
                      </a:lnTo>
                      <a:lnTo>
                        <a:pt x="533" y="170"/>
                      </a:lnTo>
                      <a:lnTo>
                        <a:pt x="575" y="199"/>
                      </a:lnTo>
                      <a:lnTo>
                        <a:pt x="612" y="235"/>
                      </a:lnTo>
                      <a:lnTo>
                        <a:pt x="641" y="278"/>
                      </a:lnTo>
                      <a:lnTo>
                        <a:pt x="661" y="326"/>
                      </a:lnTo>
                      <a:lnTo>
                        <a:pt x="671" y="377"/>
                      </a:lnTo>
                      <a:lnTo>
                        <a:pt x="673" y="405"/>
                      </a:lnTo>
                      <a:lnTo>
                        <a:pt x="671" y="432"/>
                      </a:lnTo>
                      <a:lnTo>
                        <a:pt x="661" y="484"/>
                      </a:lnTo>
                      <a:lnTo>
                        <a:pt x="641" y="533"/>
                      </a:lnTo>
                      <a:lnTo>
                        <a:pt x="612" y="575"/>
                      </a:lnTo>
                      <a:lnTo>
                        <a:pt x="575" y="611"/>
                      </a:lnTo>
                      <a:lnTo>
                        <a:pt x="533" y="640"/>
                      </a:lnTo>
                      <a:lnTo>
                        <a:pt x="486" y="661"/>
                      </a:lnTo>
                      <a:lnTo>
                        <a:pt x="432" y="671"/>
                      </a:lnTo>
                      <a:lnTo>
                        <a:pt x="405" y="673"/>
                      </a:lnTo>
                      <a:close/>
                      <a:moveTo>
                        <a:pt x="682" y="193"/>
                      </a:moveTo>
                      <a:lnTo>
                        <a:pt x="669" y="193"/>
                      </a:lnTo>
                      <a:lnTo>
                        <a:pt x="646" y="183"/>
                      </a:lnTo>
                      <a:lnTo>
                        <a:pt x="628" y="166"/>
                      </a:lnTo>
                      <a:lnTo>
                        <a:pt x="620" y="143"/>
                      </a:lnTo>
                      <a:lnTo>
                        <a:pt x="618" y="130"/>
                      </a:lnTo>
                      <a:lnTo>
                        <a:pt x="620" y="117"/>
                      </a:lnTo>
                      <a:lnTo>
                        <a:pt x="628" y="95"/>
                      </a:lnTo>
                      <a:lnTo>
                        <a:pt x="646" y="78"/>
                      </a:lnTo>
                      <a:lnTo>
                        <a:pt x="669" y="68"/>
                      </a:lnTo>
                      <a:lnTo>
                        <a:pt x="682" y="66"/>
                      </a:lnTo>
                      <a:lnTo>
                        <a:pt x="695" y="68"/>
                      </a:lnTo>
                      <a:lnTo>
                        <a:pt x="716" y="78"/>
                      </a:lnTo>
                      <a:lnTo>
                        <a:pt x="733" y="95"/>
                      </a:lnTo>
                      <a:lnTo>
                        <a:pt x="744" y="117"/>
                      </a:lnTo>
                      <a:lnTo>
                        <a:pt x="745" y="130"/>
                      </a:lnTo>
                      <a:lnTo>
                        <a:pt x="744" y="143"/>
                      </a:lnTo>
                      <a:lnTo>
                        <a:pt x="733" y="166"/>
                      </a:lnTo>
                      <a:lnTo>
                        <a:pt x="716" y="183"/>
                      </a:lnTo>
                      <a:lnTo>
                        <a:pt x="695" y="193"/>
                      </a:lnTo>
                      <a:lnTo>
                        <a:pt x="682" y="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9" name="Google Shape;709;p18"/>
                <p:cNvSpPr/>
                <p:nvPr/>
              </p:nvSpPr>
              <p:spPr>
                <a:xfrm>
                  <a:off x="1983" y="660"/>
                  <a:ext cx="103" cy="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" h="308" extrusionOk="0">
                      <a:moveTo>
                        <a:pt x="154" y="0"/>
                      </a:moveTo>
                      <a:lnTo>
                        <a:pt x="124" y="3"/>
                      </a:lnTo>
                      <a:lnTo>
                        <a:pt x="67" y="26"/>
                      </a:lnTo>
                      <a:lnTo>
                        <a:pt x="26" y="67"/>
                      </a:lnTo>
                      <a:lnTo>
                        <a:pt x="3" y="122"/>
                      </a:lnTo>
                      <a:lnTo>
                        <a:pt x="0" y="154"/>
                      </a:lnTo>
                      <a:lnTo>
                        <a:pt x="3" y="185"/>
                      </a:lnTo>
                      <a:lnTo>
                        <a:pt x="26" y="240"/>
                      </a:lnTo>
                      <a:lnTo>
                        <a:pt x="67" y="283"/>
                      </a:lnTo>
                      <a:lnTo>
                        <a:pt x="124" y="307"/>
                      </a:lnTo>
                      <a:lnTo>
                        <a:pt x="154" y="308"/>
                      </a:lnTo>
                      <a:lnTo>
                        <a:pt x="186" y="307"/>
                      </a:lnTo>
                      <a:lnTo>
                        <a:pt x="242" y="283"/>
                      </a:lnTo>
                      <a:lnTo>
                        <a:pt x="284" y="240"/>
                      </a:lnTo>
                      <a:lnTo>
                        <a:pt x="307" y="185"/>
                      </a:lnTo>
                      <a:lnTo>
                        <a:pt x="308" y="154"/>
                      </a:lnTo>
                      <a:lnTo>
                        <a:pt x="307" y="122"/>
                      </a:lnTo>
                      <a:lnTo>
                        <a:pt x="284" y="67"/>
                      </a:lnTo>
                      <a:lnTo>
                        <a:pt x="242" y="26"/>
                      </a:lnTo>
                      <a:lnTo>
                        <a:pt x="186" y="3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0" name="Google Shape;710;p18"/>
                <p:cNvSpPr/>
                <p:nvPr/>
              </p:nvSpPr>
              <p:spPr>
                <a:xfrm>
                  <a:off x="1747" y="423"/>
                  <a:ext cx="575" cy="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725" extrusionOk="0">
                      <a:moveTo>
                        <a:pt x="862" y="0"/>
                      </a:moveTo>
                      <a:lnTo>
                        <a:pt x="819" y="2"/>
                      </a:lnTo>
                      <a:lnTo>
                        <a:pt x="731" y="10"/>
                      </a:lnTo>
                      <a:lnTo>
                        <a:pt x="647" y="28"/>
                      </a:lnTo>
                      <a:lnTo>
                        <a:pt x="566" y="52"/>
                      </a:lnTo>
                      <a:lnTo>
                        <a:pt x="489" y="85"/>
                      </a:lnTo>
                      <a:lnTo>
                        <a:pt x="415" y="126"/>
                      </a:lnTo>
                      <a:lnTo>
                        <a:pt x="346" y="172"/>
                      </a:lnTo>
                      <a:lnTo>
                        <a:pt x="282" y="225"/>
                      </a:lnTo>
                      <a:lnTo>
                        <a:pt x="223" y="283"/>
                      </a:lnTo>
                      <a:lnTo>
                        <a:pt x="172" y="346"/>
                      </a:lnTo>
                      <a:lnTo>
                        <a:pt x="124" y="415"/>
                      </a:lnTo>
                      <a:lnTo>
                        <a:pt x="85" y="489"/>
                      </a:lnTo>
                      <a:lnTo>
                        <a:pt x="52" y="567"/>
                      </a:lnTo>
                      <a:lnTo>
                        <a:pt x="27" y="647"/>
                      </a:lnTo>
                      <a:lnTo>
                        <a:pt x="10" y="731"/>
                      </a:lnTo>
                      <a:lnTo>
                        <a:pt x="1" y="819"/>
                      </a:lnTo>
                      <a:lnTo>
                        <a:pt x="0" y="863"/>
                      </a:lnTo>
                      <a:lnTo>
                        <a:pt x="1" y="907"/>
                      </a:lnTo>
                      <a:lnTo>
                        <a:pt x="10" y="994"/>
                      </a:lnTo>
                      <a:lnTo>
                        <a:pt x="27" y="1078"/>
                      </a:lnTo>
                      <a:lnTo>
                        <a:pt x="52" y="1159"/>
                      </a:lnTo>
                      <a:lnTo>
                        <a:pt x="85" y="1237"/>
                      </a:lnTo>
                      <a:lnTo>
                        <a:pt x="124" y="1310"/>
                      </a:lnTo>
                      <a:lnTo>
                        <a:pt x="172" y="1379"/>
                      </a:lnTo>
                      <a:lnTo>
                        <a:pt x="223" y="1443"/>
                      </a:lnTo>
                      <a:lnTo>
                        <a:pt x="282" y="1502"/>
                      </a:lnTo>
                      <a:lnTo>
                        <a:pt x="346" y="1553"/>
                      </a:lnTo>
                      <a:lnTo>
                        <a:pt x="415" y="1601"/>
                      </a:lnTo>
                      <a:lnTo>
                        <a:pt x="489" y="1640"/>
                      </a:lnTo>
                      <a:lnTo>
                        <a:pt x="566" y="1673"/>
                      </a:lnTo>
                      <a:lnTo>
                        <a:pt x="647" y="1698"/>
                      </a:lnTo>
                      <a:lnTo>
                        <a:pt x="731" y="1715"/>
                      </a:lnTo>
                      <a:lnTo>
                        <a:pt x="819" y="1724"/>
                      </a:lnTo>
                      <a:lnTo>
                        <a:pt x="862" y="1725"/>
                      </a:lnTo>
                      <a:lnTo>
                        <a:pt x="907" y="1724"/>
                      </a:lnTo>
                      <a:lnTo>
                        <a:pt x="994" y="1715"/>
                      </a:lnTo>
                      <a:lnTo>
                        <a:pt x="1078" y="1698"/>
                      </a:lnTo>
                      <a:lnTo>
                        <a:pt x="1159" y="1673"/>
                      </a:lnTo>
                      <a:lnTo>
                        <a:pt x="1237" y="1640"/>
                      </a:lnTo>
                      <a:lnTo>
                        <a:pt x="1310" y="1601"/>
                      </a:lnTo>
                      <a:lnTo>
                        <a:pt x="1379" y="1553"/>
                      </a:lnTo>
                      <a:lnTo>
                        <a:pt x="1443" y="1502"/>
                      </a:lnTo>
                      <a:lnTo>
                        <a:pt x="1500" y="1443"/>
                      </a:lnTo>
                      <a:lnTo>
                        <a:pt x="1554" y="1379"/>
                      </a:lnTo>
                      <a:lnTo>
                        <a:pt x="1600" y="1310"/>
                      </a:lnTo>
                      <a:lnTo>
                        <a:pt x="1640" y="1237"/>
                      </a:lnTo>
                      <a:lnTo>
                        <a:pt x="1673" y="1159"/>
                      </a:lnTo>
                      <a:lnTo>
                        <a:pt x="1698" y="1078"/>
                      </a:lnTo>
                      <a:lnTo>
                        <a:pt x="1715" y="994"/>
                      </a:lnTo>
                      <a:lnTo>
                        <a:pt x="1724" y="907"/>
                      </a:lnTo>
                      <a:lnTo>
                        <a:pt x="1725" y="863"/>
                      </a:lnTo>
                      <a:lnTo>
                        <a:pt x="1724" y="819"/>
                      </a:lnTo>
                      <a:lnTo>
                        <a:pt x="1715" y="731"/>
                      </a:lnTo>
                      <a:lnTo>
                        <a:pt x="1698" y="647"/>
                      </a:lnTo>
                      <a:lnTo>
                        <a:pt x="1673" y="567"/>
                      </a:lnTo>
                      <a:lnTo>
                        <a:pt x="1640" y="489"/>
                      </a:lnTo>
                      <a:lnTo>
                        <a:pt x="1600" y="415"/>
                      </a:lnTo>
                      <a:lnTo>
                        <a:pt x="1554" y="346"/>
                      </a:lnTo>
                      <a:lnTo>
                        <a:pt x="1500" y="283"/>
                      </a:lnTo>
                      <a:lnTo>
                        <a:pt x="1443" y="225"/>
                      </a:lnTo>
                      <a:lnTo>
                        <a:pt x="1379" y="172"/>
                      </a:lnTo>
                      <a:lnTo>
                        <a:pt x="1310" y="126"/>
                      </a:lnTo>
                      <a:lnTo>
                        <a:pt x="1237" y="85"/>
                      </a:lnTo>
                      <a:lnTo>
                        <a:pt x="1159" y="52"/>
                      </a:lnTo>
                      <a:lnTo>
                        <a:pt x="1078" y="28"/>
                      </a:lnTo>
                      <a:lnTo>
                        <a:pt x="994" y="10"/>
                      </a:lnTo>
                      <a:lnTo>
                        <a:pt x="907" y="2"/>
                      </a:lnTo>
                      <a:lnTo>
                        <a:pt x="862" y="0"/>
                      </a:lnTo>
                      <a:close/>
                      <a:moveTo>
                        <a:pt x="1381" y="1123"/>
                      </a:moveTo>
                      <a:lnTo>
                        <a:pt x="1381" y="1149"/>
                      </a:lnTo>
                      <a:lnTo>
                        <a:pt x="1369" y="1201"/>
                      </a:lnTo>
                      <a:lnTo>
                        <a:pt x="1350" y="1247"/>
                      </a:lnTo>
                      <a:lnTo>
                        <a:pt x="1322" y="1288"/>
                      </a:lnTo>
                      <a:lnTo>
                        <a:pt x="1286" y="1324"/>
                      </a:lnTo>
                      <a:lnTo>
                        <a:pt x="1244" y="1352"/>
                      </a:lnTo>
                      <a:lnTo>
                        <a:pt x="1198" y="1372"/>
                      </a:lnTo>
                      <a:lnTo>
                        <a:pt x="1146" y="1383"/>
                      </a:lnTo>
                      <a:lnTo>
                        <a:pt x="1120" y="1383"/>
                      </a:lnTo>
                      <a:lnTo>
                        <a:pt x="605" y="1383"/>
                      </a:lnTo>
                      <a:lnTo>
                        <a:pt x="578" y="1383"/>
                      </a:lnTo>
                      <a:lnTo>
                        <a:pt x="527" y="1372"/>
                      </a:lnTo>
                      <a:lnTo>
                        <a:pt x="480" y="1352"/>
                      </a:lnTo>
                      <a:lnTo>
                        <a:pt x="438" y="1324"/>
                      </a:lnTo>
                      <a:lnTo>
                        <a:pt x="404" y="1288"/>
                      </a:lnTo>
                      <a:lnTo>
                        <a:pt x="375" y="1247"/>
                      </a:lnTo>
                      <a:lnTo>
                        <a:pt x="355" y="1201"/>
                      </a:lnTo>
                      <a:lnTo>
                        <a:pt x="344" y="1149"/>
                      </a:lnTo>
                      <a:lnTo>
                        <a:pt x="343" y="1123"/>
                      </a:lnTo>
                      <a:lnTo>
                        <a:pt x="343" y="608"/>
                      </a:lnTo>
                      <a:lnTo>
                        <a:pt x="344" y="581"/>
                      </a:lnTo>
                      <a:lnTo>
                        <a:pt x="355" y="531"/>
                      </a:lnTo>
                      <a:lnTo>
                        <a:pt x="375" y="483"/>
                      </a:lnTo>
                      <a:lnTo>
                        <a:pt x="404" y="441"/>
                      </a:lnTo>
                      <a:lnTo>
                        <a:pt x="438" y="407"/>
                      </a:lnTo>
                      <a:lnTo>
                        <a:pt x="480" y="378"/>
                      </a:lnTo>
                      <a:lnTo>
                        <a:pt x="527" y="358"/>
                      </a:lnTo>
                      <a:lnTo>
                        <a:pt x="578" y="348"/>
                      </a:lnTo>
                      <a:lnTo>
                        <a:pt x="605" y="346"/>
                      </a:lnTo>
                      <a:lnTo>
                        <a:pt x="1120" y="346"/>
                      </a:lnTo>
                      <a:lnTo>
                        <a:pt x="1146" y="348"/>
                      </a:lnTo>
                      <a:lnTo>
                        <a:pt x="1198" y="358"/>
                      </a:lnTo>
                      <a:lnTo>
                        <a:pt x="1244" y="378"/>
                      </a:lnTo>
                      <a:lnTo>
                        <a:pt x="1286" y="407"/>
                      </a:lnTo>
                      <a:lnTo>
                        <a:pt x="1322" y="441"/>
                      </a:lnTo>
                      <a:lnTo>
                        <a:pt x="1350" y="483"/>
                      </a:lnTo>
                      <a:lnTo>
                        <a:pt x="1369" y="531"/>
                      </a:lnTo>
                      <a:lnTo>
                        <a:pt x="1381" y="581"/>
                      </a:lnTo>
                      <a:lnTo>
                        <a:pt x="1381" y="608"/>
                      </a:lnTo>
                      <a:lnTo>
                        <a:pt x="1381" y="112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11" name="Google Shape;711;p18"/>
              <p:cNvSpPr/>
              <p:nvPr/>
            </p:nvSpPr>
            <p:spPr>
              <a:xfrm rot="5400000">
                <a:off x="11360858" y="343758"/>
                <a:ext cx="140525" cy="26670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617" extrusionOk="0">
                    <a:moveTo>
                      <a:pt x="711" y="92"/>
                    </a:moveTo>
                    <a:lnTo>
                      <a:pt x="586" y="92"/>
                    </a:lnTo>
                    <a:lnTo>
                      <a:pt x="586" y="0"/>
                    </a:lnTo>
                    <a:lnTo>
                      <a:pt x="258" y="0"/>
                    </a:lnTo>
                    <a:lnTo>
                      <a:pt x="258" y="92"/>
                    </a:lnTo>
                    <a:lnTo>
                      <a:pt x="140" y="92"/>
                    </a:lnTo>
                    <a:lnTo>
                      <a:pt x="111" y="95"/>
                    </a:lnTo>
                    <a:lnTo>
                      <a:pt x="61" y="117"/>
                    </a:lnTo>
                    <a:lnTo>
                      <a:pt x="23" y="154"/>
                    </a:lnTo>
                    <a:lnTo>
                      <a:pt x="1" y="205"/>
                    </a:lnTo>
                    <a:lnTo>
                      <a:pt x="0" y="233"/>
                    </a:lnTo>
                    <a:lnTo>
                      <a:pt x="0" y="1477"/>
                    </a:lnTo>
                    <a:lnTo>
                      <a:pt x="1" y="1506"/>
                    </a:lnTo>
                    <a:lnTo>
                      <a:pt x="23" y="1556"/>
                    </a:lnTo>
                    <a:lnTo>
                      <a:pt x="61" y="1594"/>
                    </a:lnTo>
                    <a:lnTo>
                      <a:pt x="111" y="1615"/>
                    </a:lnTo>
                    <a:lnTo>
                      <a:pt x="140" y="1617"/>
                    </a:lnTo>
                    <a:lnTo>
                      <a:pt x="711" y="1617"/>
                    </a:lnTo>
                    <a:lnTo>
                      <a:pt x="740" y="1615"/>
                    </a:lnTo>
                    <a:lnTo>
                      <a:pt x="790" y="1594"/>
                    </a:lnTo>
                    <a:lnTo>
                      <a:pt x="828" y="1556"/>
                    </a:lnTo>
                    <a:lnTo>
                      <a:pt x="850" y="1506"/>
                    </a:lnTo>
                    <a:lnTo>
                      <a:pt x="851" y="1477"/>
                    </a:lnTo>
                    <a:lnTo>
                      <a:pt x="851" y="233"/>
                    </a:lnTo>
                    <a:lnTo>
                      <a:pt x="850" y="205"/>
                    </a:lnTo>
                    <a:lnTo>
                      <a:pt x="828" y="154"/>
                    </a:lnTo>
                    <a:lnTo>
                      <a:pt x="790" y="117"/>
                    </a:lnTo>
                    <a:lnTo>
                      <a:pt x="740" y="95"/>
                    </a:lnTo>
                    <a:lnTo>
                      <a:pt x="711" y="92"/>
                    </a:lnTo>
                    <a:close/>
                    <a:moveTo>
                      <a:pt x="757" y="1477"/>
                    </a:moveTo>
                    <a:lnTo>
                      <a:pt x="757" y="1487"/>
                    </a:lnTo>
                    <a:lnTo>
                      <a:pt x="750" y="1503"/>
                    </a:lnTo>
                    <a:lnTo>
                      <a:pt x="737" y="1516"/>
                    </a:lnTo>
                    <a:lnTo>
                      <a:pt x="721" y="1523"/>
                    </a:lnTo>
                    <a:lnTo>
                      <a:pt x="711" y="1525"/>
                    </a:lnTo>
                    <a:lnTo>
                      <a:pt x="140" y="1525"/>
                    </a:lnTo>
                    <a:lnTo>
                      <a:pt x="131" y="1523"/>
                    </a:lnTo>
                    <a:lnTo>
                      <a:pt x="114" y="1516"/>
                    </a:lnTo>
                    <a:lnTo>
                      <a:pt x="101" y="1503"/>
                    </a:lnTo>
                    <a:lnTo>
                      <a:pt x="94" y="1487"/>
                    </a:lnTo>
                    <a:lnTo>
                      <a:pt x="94" y="1477"/>
                    </a:lnTo>
                    <a:lnTo>
                      <a:pt x="94" y="233"/>
                    </a:lnTo>
                    <a:lnTo>
                      <a:pt x="94" y="223"/>
                    </a:lnTo>
                    <a:lnTo>
                      <a:pt x="101" y="206"/>
                    </a:lnTo>
                    <a:lnTo>
                      <a:pt x="114" y="194"/>
                    </a:lnTo>
                    <a:lnTo>
                      <a:pt x="131" y="187"/>
                    </a:lnTo>
                    <a:lnTo>
                      <a:pt x="140" y="186"/>
                    </a:lnTo>
                    <a:lnTo>
                      <a:pt x="711" y="186"/>
                    </a:lnTo>
                    <a:lnTo>
                      <a:pt x="721" y="187"/>
                    </a:lnTo>
                    <a:lnTo>
                      <a:pt x="737" y="194"/>
                    </a:lnTo>
                    <a:lnTo>
                      <a:pt x="750" y="206"/>
                    </a:lnTo>
                    <a:lnTo>
                      <a:pt x="757" y="223"/>
                    </a:lnTo>
                    <a:lnTo>
                      <a:pt x="757" y="233"/>
                    </a:lnTo>
                    <a:lnTo>
                      <a:pt x="757" y="1477"/>
                    </a:lnTo>
                    <a:close/>
                    <a:moveTo>
                      <a:pt x="707" y="1468"/>
                    </a:moveTo>
                    <a:lnTo>
                      <a:pt x="144" y="1468"/>
                    </a:lnTo>
                    <a:lnTo>
                      <a:pt x="144" y="1264"/>
                    </a:lnTo>
                    <a:lnTo>
                      <a:pt x="707" y="1264"/>
                    </a:lnTo>
                    <a:lnTo>
                      <a:pt x="707" y="1468"/>
                    </a:lnTo>
                    <a:close/>
                    <a:moveTo>
                      <a:pt x="707" y="1213"/>
                    </a:moveTo>
                    <a:lnTo>
                      <a:pt x="144" y="1213"/>
                    </a:lnTo>
                    <a:lnTo>
                      <a:pt x="144" y="1009"/>
                    </a:lnTo>
                    <a:lnTo>
                      <a:pt x="707" y="1009"/>
                    </a:lnTo>
                    <a:lnTo>
                      <a:pt x="707" y="1213"/>
                    </a:lnTo>
                    <a:close/>
                    <a:moveTo>
                      <a:pt x="707" y="958"/>
                    </a:moveTo>
                    <a:lnTo>
                      <a:pt x="144" y="958"/>
                    </a:lnTo>
                    <a:lnTo>
                      <a:pt x="144" y="754"/>
                    </a:lnTo>
                    <a:lnTo>
                      <a:pt x="707" y="754"/>
                    </a:lnTo>
                    <a:lnTo>
                      <a:pt x="707" y="958"/>
                    </a:lnTo>
                    <a:close/>
                    <a:moveTo>
                      <a:pt x="707" y="703"/>
                    </a:moveTo>
                    <a:lnTo>
                      <a:pt x="144" y="703"/>
                    </a:lnTo>
                    <a:lnTo>
                      <a:pt x="144" y="499"/>
                    </a:lnTo>
                    <a:lnTo>
                      <a:pt x="707" y="499"/>
                    </a:lnTo>
                    <a:lnTo>
                      <a:pt x="707" y="703"/>
                    </a:lnTo>
                    <a:close/>
                    <a:moveTo>
                      <a:pt x="707" y="448"/>
                    </a:moveTo>
                    <a:lnTo>
                      <a:pt x="144" y="448"/>
                    </a:lnTo>
                    <a:lnTo>
                      <a:pt x="144" y="243"/>
                    </a:lnTo>
                    <a:lnTo>
                      <a:pt x="707" y="243"/>
                    </a:lnTo>
                    <a:lnTo>
                      <a:pt x="707" y="4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18"/>
              <p:cNvSpPr/>
              <p:nvPr/>
            </p:nvSpPr>
            <p:spPr>
              <a:xfrm>
                <a:off x="10885020" y="369386"/>
                <a:ext cx="454304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100%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18"/>
              <p:cNvSpPr/>
              <p:nvPr/>
            </p:nvSpPr>
            <p:spPr>
              <a:xfrm>
                <a:off x="10212196" y="406846"/>
                <a:ext cx="17980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293" extrusionOk="0">
                    <a:moveTo>
                      <a:pt x="2747" y="3607"/>
                    </a:moveTo>
                    <a:lnTo>
                      <a:pt x="2711" y="3609"/>
                    </a:lnTo>
                    <a:lnTo>
                      <a:pt x="2645" y="3622"/>
                    </a:lnTo>
                    <a:lnTo>
                      <a:pt x="2583" y="3649"/>
                    </a:lnTo>
                    <a:lnTo>
                      <a:pt x="2528" y="3685"/>
                    </a:lnTo>
                    <a:lnTo>
                      <a:pt x="2481" y="3733"/>
                    </a:lnTo>
                    <a:lnTo>
                      <a:pt x="2443" y="3787"/>
                    </a:lnTo>
                    <a:lnTo>
                      <a:pt x="2417" y="3848"/>
                    </a:lnTo>
                    <a:lnTo>
                      <a:pt x="2403" y="3916"/>
                    </a:lnTo>
                    <a:lnTo>
                      <a:pt x="2403" y="3950"/>
                    </a:lnTo>
                    <a:lnTo>
                      <a:pt x="2403" y="3986"/>
                    </a:lnTo>
                    <a:lnTo>
                      <a:pt x="2417" y="4052"/>
                    </a:lnTo>
                    <a:lnTo>
                      <a:pt x="2443" y="4114"/>
                    </a:lnTo>
                    <a:lnTo>
                      <a:pt x="2481" y="4169"/>
                    </a:lnTo>
                    <a:lnTo>
                      <a:pt x="2527" y="4215"/>
                    </a:lnTo>
                    <a:lnTo>
                      <a:pt x="2583" y="4253"/>
                    </a:lnTo>
                    <a:lnTo>
                      <a:pt x="2645" y="4279"/>
                    </a:lnTo>
                    <a:lnTo>
                      <a:pt x="2711" y="4293"/>
                    </a:lnTo>
                    <a:lnTo>
                      <a:pt x="2747" y="4293"/>
                    </a:lnTo>
                    <a:lnTo>
                      <a:pt x="2783" y="4293"/>
                    </a:lnTo>
                    <a:lnTo>
                      <a:pt x="2849" y="4279"/>
                    </a:lnTo>
                    <a:lnTo>
                      <a:pt x="2911" y="4253"/>
                    </a:lnTo>
                    <a:lnTo>
                      <a:pt x="2966" y="4215"/>
                    </a:lnTo>
                    <a:lnTo>
                      <a:pt x="3013" y="4169"/>
                    </a:lnTo>
                    <a:lnTo>
                      <a:pt x="3051" y="4114"/>
                    </a:lnTo>
                    <a:lnTo>
                      <a:pt x="3077" y="4052"/>
                    </a:lnTo>
                    <a:lnTo>
                      <a:pt x="3090" y="3986"/>
                    </a:lnTo>
                    <a:lnTo>
                      <a:pt x="3091" y="3950"/>
                    </a:lnTo>
                    <a:lnTo>
                      <a:pt x="3090" y="3916"/>
                    </a:lnTo>
                    <a:lnTo>
                      <a:pt x="3077" y="3848"/>
                    </a:lnTo>
                    <a:lnTo>
                      <a:pt x="3051" y="3787"/>
                    </a:lnTo>
                    <a:lnTo>
                      <a:pt x="3013" y="3733"/>
                    </a:lnTo>
                    <a:lnTo>
                      <a:pt x="2966" y="3685"/>
                    </a:lnTo>
                    <a:lnTo>
                      <a:pt x="2911" y="3648"/>
                    </a:lnTo>
                    <a:lnTo>
                      <a:pt x="2849" y="3622"/>
                    </a:lnTo>
                    <a:lnTo>
                      <a:pt x="2783" y="3609"/>
                    </a:lnTo>
                    <a:lnTo>
                      <a:pt x="2747" y="3607"/>
                    </a:lnTo>
                    <a:close/>
                    <a:moveTo>
                      <a:pt x="5399" y="1030"/>
                    </a:moveTo>
                    <a:lnTo>
                      <a:pt x="5332" y="968"/>
                    </a:lnTo>
                    <a:lnTo>
                      <a:pt x="5194" y="852"/>
                    </a:lnTo>
                    <a:lnTo>
                      <a:pt x="5050" y="741"/>
                    </a:lnTo>
                    <a:lnTo>
                      <a:pt x="4902" y="638"/>
                    </a:lnTo>
                    <a:lnTo>
                      <a:pt x="4749" y="542"/>
                    </a:lnTo>
                    <a:lnTo>
                      <a:pt x="4592" y="454"/>
                    </a:lnTo>
                    <a:lnTo>
                      <a:pt x="4431" y="373"/>
                    </a:lnTo>
                    <a:lnTo>
                      <a:pt x="4266" y="300"/>
                    </a:lnTo>
                    <a:lnTo>
                      <a:pt x="4098" y="235"/>
                    </a:lnTo>
                    <a:lnTo>
                      <a:pt x="3927" y="178"/>
                    </a:lnTo>
                    <a:lnTo>
                      <a:pt x="3751" y="127"/>
                    </a:lnTo>
                    <a:lnTo>
                      <a:pt x="3574" y="85"/>
                    </a:lnTo>
                    <a:lnTo>
                      <a:pt x="3394" y="52"/>
                    </a:lnTo>
                    <a:lnTo>
                      <a:pt x="3211" y="26"/>
                    </a:lnTo>
                    <a:lnTo>
                      <a:pt x="3026" y="10"/>
                    </a:lnTo>
                    <a:lnTo>
                      <a:pt x="2839" y="2"/>
                    </a:lnTo>
                    <a:lnTo>
                      <a:pt x="2746" y="0"/>
                    </a:lnTo>
                    <a:lnTo>
                      <a:pt x="2652" y="2"/>
                    </a:lnTo>
                    <a:lnTo>
                      <a:pt x="2466" y="10"/>
                    </a:lnTo>
                    <a:lnTo>
                      <a:pt x="2282" y="26"/>
                    </a:lnTo>
                    <a:lnTo>
                      <a:pt x="2099" y="52"/>
                    </a:lnTo>
                    <a:lnTo>
                      <a:pt x="1919" y="85"/>
                    </a:lnTo>
                    <a:lnTo>
                      <a:pt x="1740" y="127"/>
                    </a:lnTo>
                    <a:lnTo>
                      <a:pt x="1566" y="178"/>
                    </a:lnTo>
                    <a:lnTo>
                      <a:pt x="1395" y="235"/>
                    </a:lnTo>
                    <a:lnTo>
                      <a:pt x="1226" y="300"/>
                    </a:lnTo>
                    <a:lnTo>
                      <a:pt x="1060" y="373"/>
                    </a:lnTo>
                    <a:lnTo>
                      <a:pt x="899" y="454"/>
                    </a:lnTo>
                    <a:lnTo>
                      <a:pt x="742" y="542"/>
                    </a:lnTo>
                    <a:lnTo>
                      <a:pt x="590" y="638"/>
                    </a:lnTo>
                    <a:lnTo>
                      <a:pt x="441" y="741"/>
                    </a:lnTo>
                    <a:lnTo>
                      <a:pt x="299" y="852"/>
                    </a:lnTo>
                    <a:lnTo>
                      <a:pt x="160" y="970"/>
                    </a:lnTo>
                    <a:lnTo>
                      <a:pt x="93" y="1030"/>
                    </a:lnTo>
                    <a:lnTo>
                      <a:pt x="71" y="1053"/>
                    </a:lnTo>
                    <a:lnTo>
                      <a:pt x="35" y="1104"/>
                    </a:lnTo>
                    <a:lnTo>
                      <a:pt x="12" y="1157"/>
                    </a:lnTo>
                    <a:lnTo>
                      <a:pt x="0" y="1215"/>
                    </a:lnTo>
                    <a:lnTo>
                      <a:pt x="0" y="1272"/>
                    </a:lnTo>
                    <a:lnTo>
                      <a:pt x="12" y="1328"/>
                    </a:lnTo>
                    <a:lnTo>
                      <a:pt x="35" y="1383"/>
                    </a:lnTo>
                    <a:lnTo>
                      <a:pt x="71" y="1432"/>
                    </a:lnTo>
                    <a:lnTo>
                      <a:pt x="93" y="1455"/>
                    </a:lnTo>
                    <a:lnTo>
                      <a:pt x="117" y="1477"/>
                    </a:lnTo>
                    <a:lnTo>
                      <a:pt x="170" y="1510"/>
                    </a:lnTo>
                    <a:lnTo>
                      <a:pt x="228" y="1532"/>
                    </a:lnTo>
                    <a:lnTo>
                      <a:pt x="288" y="1543"/>
                    </a:lnTo>
                    <a:lnTo>
                      <a:pt x="319" y="1543"/>
                    </a:lnTo>
                    <a:lnTo>
                      <a:pt x="350" y="1543"/>
                    </a:lnTo>
                    <a:lnTo>
                      <a:pt x="411" y="1532"/>
                    </a:lnTo>
                    <a:lnTo>
                      <a:pt x="469" y="1510"/>
                    </a:lnTo>
                    <a:lnTo>
                      <a:pt x="522" y="1477"/>
                    </a:lnTo>
                    <a:lnTo>
                      <a:pt x="546" y="1455"/>
                    </a:lnTo>
                    <a:lnTo>
                      <a:pt x="601" y="1405"/>
                    </a:lnTo>
                    <a:lnTo>
                      <a:pt x="716" y="1308"/>
                    </a:lnTo>
                    <a:lnTo>
                      <a:pt x="834" y="1218"/>
                    </a:lnTo>
                    <a:lnTo>
                      <a:pt x="958" y="1134"/>
                    </a:lnTo>
                    <a:lnTo>
                      <a:pt x="1085" y="1056"/>
                    </a:lnTo>
                    <a:lnTo>
                      <a:pt x="1215" y="986"/>
                    </a:lnTo>
                    <a:lnTo>
                      <a:pt x="1349" y="922"/>
                    </a:lnTo>
                    <a:lnTo>
                      <a:pt x="1485" y="865"/>
                    </a:lnTo>
                    <a:lnTo>
                      <a:pt x="1625" y="813"/>
                    </a:lnTo>
                    <a:lnTo>
                      <a:pt x="1768" y="768"/>
                    </a:lnTo>
                    <a:lnTo>
                      <a:pt x="1985" y="712"/>
                    </a:lnTo>
                    <a:lnTo>
                      <a:pt x="2285" y="662"/>
                    </a:lnTo>
                    <a:lnTo>
                      <a:pt x="2590" y="636"/>
                    </a:lnTo>
                    <a:lnTo>
                      <a:pt x="2746" y="633"/>
                    </a:lnTo>
                    <a:lnTo>
                      <a:pt x="2901" y="636"/>
                    </a:lnTo>
                    <a:lnTo>
                      <a:pt x="3208" y="662"/>
                    </a:lnTo>
                    <a:lnTo>
                      <a:pt x="3506" y="712"/>
                    </a:lnTo>
                    <a:lnTo>
                      <a:pt x="3725" y="768"/>
                    </a:lnTo>
                    <a:lnTo>
                      <a:pt x="3868" y="813"/>
                    </a:lnTo>
                    <a:lnTo>
                      <a:pt x="4007" y="865"/>
                    </a:lnTo>
                    <a:lnTo>
                      <a:pt x="4144" y="922"/>
                    </a:lnTo>
                    <a:lnTo>
                      <a:pt x="4277" y="986"/>
                    </a:lnTo>
                    <a:lnTo>
                      <a:pt x="4408" y="1056"/>
                    </a:lnTo>
                    <a:lnTo>
                      <a:pt x="4534" y="1134"/>
                    </a:lnTo>
                    <a:lnTo>
                      <a:pt x="4657" y="1218"/>
                    </a:lnTo>
                    <a:lnTo>
                      <a:pt x="4776" y="1307"/>
                    </a:lnTo>
                    <a:lnTo>
                      <a:pt x="4890" y="1403"/>
                    </a:lnTo>
                    <a:lnTo>
                      <a:pt x="4946" y="1455"/>
                    </a:lnTo>
                    <a:lnTo>
                      <a:pt x="4969" y="1477"/>
                    </a:lnTo>
                    <a:lnTo>
                      <a:pt x="5023" y="1509"/>
                    </a:lnTo>
                    <a:lnTo>
                      <a:pt x="5082" y="1532"/>
                    </a:lnTo>
                    <a:lnTo>
                      <a:pt x="5142" y="1542"/>
                    </a:lnTo>
                    <a:lnTo>
                      <a:pt x="5203" y="1542"/>
                    </a:lnTo>
                    <a:lnTo>
                      <a:pt x="5263" y="1532"/>
                    </a:lnTo>
                    <a:lnTo>
                      <a:pt x="5322" y="1509"/>
                    </a:lnTo>
                    <a:lnTo>
                      <a:pt x="5375" y="1477"/>
                    </a:lnTo>
                    <a:lnTo>
                      <a:pt x="5399" y="1455"/>
                    </a:lnTo>
                    <a:lnTo>
                      <a:pt x="5422" y="1432"/>
                    </a:lnTo>
                    <a:lnTo>
                      <a:pt x="5456" y="1383"/>
                    </a:lnTo>
                    <a:lnTo>
                      <a:pt x="5481" y="1328"/>
                    </a:lnTo>
                    <a:lnTo>
                      <a:pt x="5492" y="1272"/>
                    </a:lnTo>
                    <a:lnTo>
                      <a:pt x="5492" y="1215"/>
                    </a:lnTo>
                    <a:lnTo>
                      <a:pt x="5481" y="1157"/>
                    </a:lnTo>
                    <a:lnTo>
                      <a:pt x="5456" y="1102"/>
                    </a:lnTo>
                    <a:lnTo>
                      <a:pt x="5422" y="1053"/>
                    </a:lnTo>
                    <a:lnTo>
                      <a:pt x="5399" y="1030"/>
                    </a:lnTo>
                    <a:close/>
                    <a:moveTo>
                      <a:pt x="2743" y="1202"/>
                    </a:moveTo>
                    <a:lnTo>
                      <a:pt x="2604" y="1203"/>
                    </a:lnTo>
                    <a:lnTo>
                      <a:pt x="2332" y="1230"/>
                    </a:lnTo>
                    <a:lnTo>
                      <a:pt x="2066" y="1282"/>
                    </a:lnTo>
                    <a:lnTo>
                      <a:pt x="1807" y="1360"/>
                    </a:lnTo>
                    <a:lnTo>
                      <a:pt x="1557" y="1462"/>
                    </a:lnTo>
                    <a:lnTo>
                      <a:pt x="1320" y="1589"/>
                    </a:lnTo>
                    <a:lnTo>
                      <a:pt x="1094" y="1739"/>
                    </a:lnTo>
                    <a:lnTo>
                      <a:pt x="882" y="1912"/>
                    </a:lnTo>
                    <a:lnTo>
                      <a:pt x="782" y="2008"/>
                    </a:lnTo>
                    <a:lnTo>
                      <a:pt x="759" y="2033"/>
                    </a:lnTo>
                    <a:lnTo>
                      <a:pt x="722" y="2088"/>
                    </a:lnTo>
                    <a:lnTo>
                      <a:pt x="698" y="2148"/>
                    </a:lnTo>
                    <a:lnTo>
                      <a:pt x="686" y="2211"/>
                    </a:lnTo>
                    <a:lnTo>
                      <a:pt x="686" y="2275"/>
                    </a:lnTo>
                    <a:lnTo>
                      <a:pt x="698" y="2337"/>
                    </a:lnTo>
                    <a:lnTo>
                      <a:pt x="722" y="2397"/>
                    </a:lnTo>
                    <a:lnTo>
                      <a:pt x="759" y="2452"/>
                    </a:lnTo>
                    <a:lnTo>
                      <a:pt x="782" y="2478"/>
                    </a:lnTo>
                    <a:lnTo>
                      <a:pt x="808" y="2501"/>
                    </a:lnTo>
                    <a:lnTo>
                      <a:pt x="863" y="2537"/>
                    </a:lnTo>
                    <a:lnTo>
                      <a:pt x="924" y="2561"/>
                    </a:lnTo>
                    <a:lnTo>
                      <a:pt x="987" y="2574"/>
                    </a:lnTo>
                    <a:lnTo>
                      <a:pt x="1019" y="2576"/>
                    </a:lnTo>
                    <a:lnTo>
                      <a:pt x="1052" y="2574"/>
                    </a:lnTo>
                    <a:lnTo>
                      <a:pt x="1115" y="2561"/>
                    </a:lnTo>
                    <a:lnTo>
                      <a:pt x="1176" y="2537"/>
                    </a:lnTo>
                    <a:lnTo>
                      <a:pt x="1230" y="2501"/>
                    </a:lnTo>
                    <a:lnTo>
                      <a:pt x="1256" y="2478"/>
                    </a:lnTo>
                    <a:lnTo>
                      <a:pt x="1331" y="2404"/>
                    </a:lnTo>
                    <a:lnTo>
                      <a:pt x="1493" y="2272"/>
                    </a:lnTo>
                    <a:lnTo>
                      <a:pt x="1664" y="2155"/>
                    </a:lnTo>
                    <a:lnTo>
                      <a:pt x="1844" y="2056"/>
                    </a:lnTo>
                    <a:lnTo>
                      <a:pt x="2033" y="1974"/>
                    </a:lnTo>
                    <a:lnTo>
                      <a:pt x="2229" y="1910"/>
                    </a:lnTo>
                    <a:lnTo>
                      <a:pt x="2432" y="1869"/>
                    </a:lnTo>
                    <a:lnTo>
                      <a:pt x="2638" y="1847"/>
                    </a:lnTo>
                    <a:lnTo>
                      <a:pt x="2743" y="1844"/>
                    </a:lnTo>
                    <a:lnTo>
                      <a:pt x="2848" y="1847"/>
                    </a:lnTo>
                    <a:lnTo>
                      <a:pt x="3055" y="1869"/>
                    </a:lnTo>
                    <a:lnTo>
                      <a:pt x="3257" y="1910"/>
                    </a:lnTo>
                    <a:lnTo>
                      <a:pt x="3453" y="1974"/>
                    </a:lnTo>
                    <a:lnTo>
                      <a:pt x="3643" y="2056"/>
                    </a:lnTo>
                    <a:lnTo>
                      <a:pt x="3823" y="2155"/>
                    </a:lnTo>
                    <a:lnTo>
                      <a:pt x="3994" y="2272"/>
                    </a:lnTo>
                    <a:lnTo>
                      <a:pt x="4154" y="2404"/>
                    </a:lnTo>
                    <a:lnTo>
                      <a:pt x="4230" y="2478"/>
                    </a:lnTo>
                    <a:lnTo>
                      <a:pt x="4255" y="2501"/>
                    </a:lnTo>
                    <a:lnTo>
                      <a:pt x="4311" y="2537"/>
                    </a:lnTo>
                    <a:lnTo>
                      <a:pt x="4372" y="2561"/>
                    </a:lnTo>
                    <a:lnTo>
                      <a:pt x="4435" y="2574"/>
                    </a:lnTo>
                    <a:lnTo>
                      <a:pt x="4500" y="2574"/>
                    </a:lnTo>
                    <a:lnTo>
                      <a:pt x="4562" y="2561"/>
                    </a:lnTo>
                    <a:lnTo>
                      <a:pt x="4622" y="2537"/>
                    </a:lnTo>
                    <a:lnTo>
                      <a:pt x="4678" y="2501"/>
                    </a:lnTo>
                    <a:lnTo>
                      <a:pt x="4703" y="2478"/>
                    </a:lnTo>
                    <a:lnTo>
                      <a:pt x="4727" y="2452"/>
                    </a:lnTo>
                    <a:lnTo>
                      <a:pt x="4763" y="2397"/>
                    </a:lnTo>
                    <a:lnTo>
                      <a:pt x="4788" y="2337"/>
                    </a:lnTo>
                    <a:lnTo>
                      <a:pt x="4801" y="2275"/>
                    </a:lnTo>
                    <a:lnTo>
                      <a:pt x="4801" y="2211"/>
                    </a:lnTo>
                    <a:lnTo>
                      <a:pt x="4788" y="2148"/>
                    </a:lnTo>
                    <a:lnTo>
                      <a:pt x="4763" y="2088"/>
                    </a:lnTo>
                    <a:lnTo>
                      <a:pt x="4727" y="2033"/>
                    </a:lnTo>
                    <a:lnTo>
                      <a:pt x="4703" y="2008"/>
                    </a:lnTo>
                    <a:lnTo>
                      <a:pt x="4603" y="1912"/>
                    </a:lnTo>
                    <a:lnTo>
                      <a:pt x="4392" y="1739"/>
                    </a:lnTo>
                    <a:lnTo>
                      <a:pt x="4167" y="1589"/>
                    </a:lnTo>
                    <a:lnTo>
                      <a:pt x="3928" y="1462"/>
                    </a:lnTo>
                    <a:lnTo>
                      <a:pt x="3679" y="1360"/>
                    </a:lnTo>
                    <a:lnTo>
                      <a:pt x="3421" y="1282"/>
                    </a:lnTo>
                    <a:lnTo>
                      <a:pt x="3155" y="1230"/>
                    </a:lnTo>
                    <a:lnTo>
                      <a:pt x="2881" y="1203"/>
                    </a:lnTo>
                    <a:lnTo>
                      <a:pt x="2743" y="1202"/>
                    </a:lnTo>
                    <a:close/>
                    <a:moveTo>
                      <a:pt x="2746" y="2403"/>
                    </a:moveTo>
                    <a:lnTo>
                      <a:pt x="2668" y="2404"/>
                    </a:lnTo>
                    <a:lnTo>
                      <a:pt x="2514" y="2420"/>
                    </a:lnTo>
                    <a:lnTo>
                      <a:pt x="2362" y="2451"/>
                    </a:lnTo>
                    <a:lnTo>
                      <a:pt x="2217" y="2497"/>
                    </a:lnTo>
                    <a:lnTo>
                      <a:pt x="2076" y="2556"/>
                    </a:lnTo>
                    <a:lnTo>
                      <a:pt x="1940" y="2631"/>
                    </a:lnTo>
                    <a:lnTo>
                      <a:pt x="1814" y="2719"/>
                    </a:lnTo>
                    <a:lnTo>
                      <a:pt x="1694" y="2819"/>
                    </a:lnTo>
                    <a:lnTo>
                      <a:pt x="1637" y="2876"/>
                    </a:lnTo>
                    <a:lnTo>
                      <a:pt x="1615" y="2900"/>
                    </a:lnTo>
                    <a:lnTo>
                      <a:pt x="1580" y="2955"/>
                    </a:lnTo>
                    <a:lnTo>
                      <a:pt x="1557" y="3012"/>
                    </a:lnTo>
                    <a:lnTo>
                      <a:pt x="1546" y="3074"/>
                    </a:lnTo>
                    <a:lnTo>
                      <a:pt x="1546" y="3136"/>
                    </a:lnTo>
                    <a:lnTo>
                      <a:pt x="1557" y="3197"/>
                    </a:lnTo>
                    <a:lnTo>
                      <a:pt x="1580" y="3256"/>
                    </a:lnTo>
                    <a:lnTo>
                      <a:pt x="1615" y="3309"/>
                    </a:lnTo>
                    <a:lnTo>
                      <a:pt x="1637" y="3334"/>
                    </a:lnTo>
                    <a:lnTo>
                      <a:pt x="1661" y="3357"/>
                    </a:lnTo>
                    <a:lnTo>
                      <a:pt x="1713" y="3393"/>
                    </a:lnTo>
                    <a:lnTo>
                      <a:pt x="1769" y="3416"/>
                    </a:lnTo>
                    <a:lnTo>
                      <a:pt x="1830" y="3427"/>
                    </a:lnTo>
                    <a:lnTo>
                      <a:pt x="1860" y="3429"/>
                    </a:lnTo>
                    <a:lnTo>
                      <a:pt x="1890" y="3427"/>
                    </a:lnTo>
                    <a:lnTo>
                      <a:pt x="1949" y="3416"/>
                    </a:lnTo>
                    <a:lnTo>
                      <a:pt x="2005" y="3393"/>
                    </a:lnTo>
                    <a:lnTo>
                      <a:pt x="2057" y="3357"/>
                    </a:lnTo>
                    <a:lnTo>
                      <a:pt x="2082" y="3334"/>
                    </a:lnTo>
                    <a:lnTo>
                      <a:pt x="2115" y="3300"/>
                    </a:lnTo>
                    <a:lnTo>
                      <a:pt x="2187" y="3239"/>
                    </a:lnTo>
                    <a:lnTo>
                      <a:pt x="2263" y="3184"/>
                    </a:lnTo>
                    <a:lnTo>
                      <a:pt x="2344" y="3138"/>
                    </a:lnTo>
                    <a:lnTo>
                      <a:pt x="2429" y="3100"/>
                    </a:lnTo>
                    <a:lnTo>
                      <a:pt x="2517" y="3070"/>
                    </a:lnTo>
                    <a:lnTo>
                      <a:pt x="2607" y="3051"/>
                    </a:lnTo>
                    <a:lnTo>
                      <a:pt x="2699" y="3041"/>
                    </a:lnTo>
                    <a:lnTo>
                      <a:pt x="2746" y="3040"/>
                    </a:lnTo>
                    <a:lnTo>
                      <a:pt x="2793" y="3040"/>
                    </a:lnTo>
                    <a:lnTo>
                      <a:pt x="2885" y="3051"/>
                    </a:lnTo>
                    <a:lnTo>
                      <a:pt x="2976" y="3070"/>
                    </a:lnTo>
                    <a:lnTo>
                      <a:pt x="3064" y="3100"/>
                    </a:lnTo>
                    <a:lnTo>
                      <a:pt x="3147" y="3138"/>
                    </a:lnTo>
                    <a:lnTo>
                      <a:pt x="3228" y="3184"/>
                    </a:lnTo>
                    <a:lnTo>
                      <a:pt x="3304" y="3239"/>
                    </a:lnTo>
                    <a:lnTo>
                      <a:pt x="3376" y="3300"/>
                    </a:lnTo>
                    <a:lnTo>
                      <a:pt x="3411" y="3334"/>
                    </a:lnTo>
                    <a:lnTo>
                      <a:pt x="3434" y="3357"/>
                    </a:lnTo>
                    <a:lnTo>
                      <a:pt x="3487" y="3393"/>
                    </a:lnTo>
                    <a:lnTo>
                      <a:pt x="3543" y="3416"/>
                    </a:lnTo>
                    <a:lnTo>
                      <a:pt x="3603" y="3427"/>
                    </a:lnTo>
                    <a:lnTo>
                      <a:pt x="3663" y="3427"/>
                    </a:lnTo>
                    <a:lnTo>
                      <a:pt x="3722" y="3416"/>
                    </a:lnTo>
                    <a:lnTo>
                      <a:pt x="3780" y="3393"/>
                    </a:lnTo>
                    <a:lnTo>
                      <a:pt x="3832" y="3357"/>
                    </a:lnTo>
                    <a:lnTo>
                      <a:pt x="3855" y="3334"/>
                    </a:lnTo>
                    <a:lnTo>
                      <a:pt x="3878" y="3309"/>
                    </a:lnTo>
                    <a:lnTo>
                      <a:pt x="3912" y="3256"/>
                    </a:lnTo>
                    <a:lnTo>
                      <a:pt x="3934" y="3197"/>
                    </a:lnTo>
                    <a:lnTo>
                      <a:pt x="3945" y="3136"/>
                    </a:lnTo>
                    <a:lnTo>
                      <a:pt x="3945" y="3074"/>
                    </a:lnTo>
                    <a:lnTo>
                      <a:pt x="3934" y="3012"/>
                    </a:lnTo>
                    <a:lnTo>
                      <a:pt x="3912" y="2955"/>
                    </a:lnTo>
                    <a:lnTo>
                      <a:pt x="3878" y="2900"/>
                    </a:lnTo>
                    <a:lnTo>
                      <a:pt x="3855" y="2876"/>
                    </a:lnTo>
                    <a:lnTo>
                      <a:pt x="3798" y="2819"/>
                    </a:lnTo>
                    <a:lnTo>
                      <a:pt x="3679" y="2719"/>
                    </a:lnTo>
                    <a:lnTo>
                      <a:pt x="3551" y="2631"/>
                    </a:lnTo>
                    <a:lnTo>
                      <a:pt x="3417" y="2556"/>
                    </a:lnTo>
                    <a:lnTo>
                      <a:pt x="3276" y="2497"/>
                    </a:lnTo>
                    <a:lnTo>
                      <a:pt x="3130" y="2451"/>
                    </a:lnTo>
                    <a:lnTo>
                      <a:pt x="2979" y="2420"/>
                    </a:lnTo>
                    <a:lnTo>
                      <a:pt x="2825" y="2404"/>
                    </a:lnTo>
                    <a:lnTo>
                      <a:pt x="2746" y="24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18"/>
              <p:cNvSpPr/>
              <p:nvPr/>
            </p:nvSpPr>
            <p:spPr>
              <a:xfrm>
                <a:off x="9512757" y="369386"/>
                <a:ext cx="715178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PPTBIZCAM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5" name="Google Shape;715;p18"/>
            <p:cNvSpPr/>
            <p:nvPr/>
          </p:nvSpPr>
          <p:spPr>
            <a:xfrm>
              <a:off x="11377471" y="133570"/>
              <a:ext cx="176990" cy="176990"/>
            </a:xfrm>
            <a:prstGeom prst="ellipse">
              <a:avLst/>
            </a:prstGeom>
            <a:solidFill>
              <a:srgbClr val="90DA80"/>
            </a:solidFill>
            <a:ln>
              <a:noFill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6" name="Google Shape;716;p18"/>
            <p:cNvGrpSpPr/>
            <p:nvPr/>
          </p:nvGrpSpPr>
          <p:grpSpPr>
            <a:xfrm>
              <a:off x="653849" y="193034"/>
              <a:ext cx="343364" cy="344856"/>
              <a:chOff x="1157487" y="184451"/>
              <a:chExt cx="489882" cy="492010"/>
            </a:xfrm>
          </p:grpSpPr>
          <p:sp>
            <p:nvSpPr>
              <p:cNvPr id="717" name="Google Shape;717;p18"/>
              <p:cNvSpPr/>
              <p:nvPr/>
            </p:nvSpPr>
            <p:spPr>
              <a:xfrm>
                <a:off x="1157487" y="184454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18"/>
              <p:cNvSpPr/>
              <p:nvPr/>
            </p:nvSpPr>
            <p:spPr>
              <a:xfrm>
                <a:off x="1483366" y="184451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18"/>
              <p:cNvSpPr/>
              <p:nvPr/>
            </p:nvSpPr>
            <p:spPr>
              <a:xfrm>
                <a:off x="1319363" y="348454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18"/>
              <p:cNvSpPr/>
              <p:nvPr/>
            </p:nvSpPr>
            <p:spPr>
              <a:xfrm>
                <a:off x="1483366" y="348453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18"/>
              <p:cNvSpPr/>
              <p:nvPr/>
            </p:nvSpPr>
            <p:spPr>
              <a:xfrm>
                <a:off x="1157487" y="512458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18"/>
              <p:cNvSpPr/>
              <p:nvPr/>
            </p:nvSpPr>
            <p:spPr>
              <a:xfrm>
                <a:off x="1483366" y="512455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23" name="Google Shape;723;p18"/>
          <p:cNvSpPr txBox="1"/>
          <p:nvPr/>
        </p:nvSpPr>
        <p:spPr>
          <a:xfrm>
            <a:off x="767408" y="1308396"/>
            <a:ext cx="5040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724" name="Google Shape;724;p18"/>
          <p:cNvSpPr txBox="1"/>
          <p:nvPr/>
        </p:nvSpPr>
        <p:spPr>
          <a:xfrm>
            <a:off x="1271464" y="1448819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Huggingface 모델 local에 다운로드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8"/>
          <p:cNvSpPr/>
          <p:nvPr/>
        </p:nvSpPr>
        <p:spPr>
          <a:xfrm>
            <a:off x="1966789" y="220775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726" name="Google Shape;726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2543" y="2481800"/>
            <a:ext cx="5400675" cy="292738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18"/>
          <p:cNvSpPr/>
          <p:nvPr/>
        </p:nvSpPr>
        <p:spPr>
          <a:xfrm>
            <a:off x="286543" y="167586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728" name="Google Shape;728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9828" y="2384741"/>
            <a:ext cx="5753123" cy="3490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3" name="Google Shape;733;p19"/>
          <p:cNvGrpSpPr/>
          <p:nvPr/>
        </p:nvGrpSpPr>
        <p:grpSpPr>
          <a:xfrm>
            <a:off x="118863" y="0"/>
            <a:ext cx="11890375" cy="6680200"/>
            <a:chOff x="150812" y="0"/>
            <a:chExt cx="11890375" cy="6680200"/>
          </a:xfrm>
        </p:grpSpPr>
        <p:sp>
          <p:nvSpPr>
            <p:cNvPr id="734" name="Google Shape;734;p19"/>
            <p:cNvSpPr/>
            <p:nvPr/>
          </p:nvSpPr>
          <p:spPr>
            <a:xfrm>
              <a:off x="150812" y="0"/>
              <a:ext cx="11890375" cy="6680200"/>
            </a:xfrm>
            <a:prstGeom prst="round2SameRect">
              <a:avLst>
                <a:gd name="adj1" fmla="val 0"/>
                <a:gd name="adj2" fmla="val 5079"/>
              </a:avLst>
            </a:prstGeom>
            <a:solidFill>
              <a:srgbClr val="E4F7F5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19"/>
            <p:cNvSpPr/>
            <p:nvPr/>
          </p:nvSpPr>
          <p:spPr>
            <a:xfrm>
              <a:off x="286543" y="0"/>
              <a:ext cx="11618912" cy="6509543"/>
            </a:xfrm>
            <a:prstGeom prst="round2SameRect">
              <a:avLst>
                <a:gd name="adj1" fmla="val 0"/>
                <a:gd name="adj2" fmla="val 3479"/>
              </a:avLst>
            </a:prstGeom>
            <a:solidFill>
              <a:schemeClr val="lt1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19"/>
            <p:cNvSpPr/>
            <p:nvPr/>
          </p:nvSpPr>
          <p:spPr>
            <a:xfrm>
              <a:off x="286544" y="0"/>
              <a:ext cx="11618912" cy="771525"/>
            </a:xfrm>
            <a:prstGeom prst="round2SameRect">
              <a:avLst>
                <a:gd name="adj1" fmla="val 0"/>
                <a:gd name="adj2" fmla="val 29630"/>
              </a:avLst>
            </a:prstGeom>
            <a:solidFill>
              <a:schemeClr val="lt1"/>
            </a:solidFill>
            <a:ln>
              <a:noFill/>
            </a:ln>
            <a:effectLst>
              <a:outerShdw blurRad="165100" dist="38100" dir="5400000" algn="t" rotWithShape="0">
                <a:srgbClr val="000000">
                  <a:alpha val="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4. 프로젝트 수행 결과</a:t>
              </a:r>
              <a:endParaRPr/>
            </a:p>
          </p:txBody>
        </p:sp>
        <p:grpSp>
          <p:nvGrpSpPr>
            <p:cNvPr id="737" name="Google Shape;737;p19"/>
            <p:cNvGrpSpPr/>
            <p:nvPr/>
          </p:nvGrpSpPr>
          <p:grpSpPr>
            <a:xfrm>
              <a:off x="11067369" y="185874"/>
              <a:ext cx="429876" cy="429876"/>
              <a:chOff x="215317" y="343634"/>
              <a:chExt cx="684000" cy="684000"/>
            </a:xfrm>
          </p:grpSpPr>
          <p:sp>
            <p:nvSpPr>
              <p:cNvPr id="738" name="Google Shape;738;p19"/>
              <p:cNvSpPr/>
              <p:nvPr/>
            </p:nvSpPr>
            <p:spPr>
              <a:xfrm>
                <a:off x="215317" y="343634"/>
                <a:ext cx="684000" cy="684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9F3FC"/>
                  </a:gs>
                  <a:gs pos="86000">
                    <a:srgbClr val="E9F3FC"/>
                  </a:gs>
                  <a:gs pos="100000">
                    <a:srgbClr val="4E5DA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542925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rgbClr val="323F4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39" name="Google Shape;739;p1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2555" y="386637"/>
                <a:ext cx="546554" cy="5465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40" name="Google Shape;740;p19"/>
            <p:cNvGrpSpPr/>
            <p:nvPr/>
          </p:nvGrpSpPr>
          <p:grpSpPr>
            <a:xfrm>
              <a:off x="8951163" y="320145"/>
              <a:ext cx="1550689" cy="169277"/>
              <a:chOff x="9512757" y="369386"/>
              <a:chExt cx="2051714" cy="223970"/>
            </a:xfrm>
          </p:grpSpPr>
          <p:grpSp>
            <p:nvGrpSpPr>
              <p:cNvPr id="741" name="Google Shape;741;p19"/>
              <p:cNvGrpSpPr/>
              <p:nvPr/>
            </p:nvGrpSpPr>
            <p:grpSpPr>
              <a:xfrm>
                <a:off x="10750964" y="406846"/>
                <a:ext cx="132372" cy="140525"/>
                <a:chOff x="4594" y="900"/>
                <a:chExt cx="276" cy="293"/>
              </a:xfrm>
            </p:grpSpPr>
            <p:sp>
              <p:nvSpPr>
                <p:cNvPr id="742" name="Google Shape;742;p19"/>
                <p:cNvSpPr/>
                <p:nvPr/>
              </p:nvSpPr>
              <p:spPr>
                <a:xfrm>
                  <a:off x="4594" y="900"/>
                  <a:ext cx="102" cy="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3" extrusionOk="0">
                      <a:moveTo>
                        <a:pt x="72" y="263"/>
                      </a:moveTo>
                      <a:lnTo>
                        <a:pt x="91" y="236"/>
                      </a:lnTo>
                      <a:lnTo>
                        <a:pt x="139" y="187"/>
                      </a:lnTo>
                      <a:lnTo>
                        <a:pt x="193" y="148"/>
                      </a:lnTo>
                      <a:lnTo>
                        <a:pt x="255" y="119"/>
                      </a:lnTo>
                      <a:lnTo>
                        <a:pt x="290" y="110"/>
                      </a:lnTo>
                      <a:lnTo>
                        <a:pt x="299" y="106"/>
                      </a:lnTo>
                      <a:lnTo>
                        <a:pt x="305" y="97"/>
                      </a:lnTo>
                      <a:lnTo>
                        <a:pt x="307" y="87"/>
                      </a:lnTo>
                      <a:lnTo>
                        <a:pt x="303" y="77"/>
                      </a:lnTo>
                      <a:lnTo>
                        <a:pt x="292" y="60"/>
                      </a:lnTo>
                      <a:lnTo>
                        <a:pt x="263" y="33"/>
                      </a:lnTo>
                      <a:lnTo>
                        <a:pt x="227" y="13"/>
                      </a:lnTo>
                      <a:lnTo>
                        <a:pt x="186" y="1"/>
                      </a:lnTo>
                      <a:lnTo>
                        <a:pt x="165" y="0"/>
                      </a:lnTo>
                      <a:lnTo>
                        <a:pt x="131" y="3"/>
                      </a:lnTo>
                      <a:lnTo>
                        <a:pt x="72" y="27"/>
                      </a:lnTo>
                      <a:lnTo>
                        <a:pt x="27" y="72"/>
                      </a:lnTo>
                      <a:lnTo>
                        <a:pt x="3" y="131"/>
                      </a:lnTo>
                      <a:lnTo>
                        <a:pt x="0" y="164"/>
                      </a:lnTo>
                      <a:lnTo>
                        <a:pt x="1" y="192"/>
                      </a:lnTo>
                      <a:lnTo>
                        <a:pt x="20" y="243"/>
                      </a:lnTo>
                      <a:lnTo>
                        <a:pt x="36" y="266"/>
                      </a:lnTo>
                      <a:lnTo>
                        <a:pt x="43" y="273"/>
                      </a:lnTo>
                      <a:lnTo>
                        <a:pt x="53" y="273"/>
                      </a:lnTo>
                      <a:lnTo>
                        <a:pt x="65" y="271"/>
                      </a:lnTo>
                      <a:lnTo>
                        <a:pt x="72" y="2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3" name="Google Shape;743;p19"/>
                <p:cNvSpPr/>
                <p:nvPr/>
              </p:nvSpPr>
              <p:spPr>
                <a:xfrm>
                  <a:off x="4768" y="900"/>
                  <a:ext cx="102" cy="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1" extrusionOk="0">
                      <a:moveTo>
                        <a:pt x="143" y="0"/>
                      </a:moveTo>
                      <a:lnTo>
                        <a:pt x="121" y="1"/>
                      </a:lnTo>
                      <a:lnTo>
                        <a:pt x="81" y="11"/>
                      </a:lnTo>
                      <a:lnTo>
                        <a:pt x="46" y="31"/>
                      </a:lnTo>
                      <a:lnTo>
                        <a:pt x="16" y="60"/>
                      </a:lnTo>
                      <a:lnTo>
                        <a:pt x="4" y="76"/>
                      </a:lnTo>
                      <a:lnTo>
                        <a:pt x="0" y="86"/>
                      </a:lnTo>
                      <a:lnTo>
                        <a:pt x="3" y="96"/>
                      </a:lnTo>
                      <a:lnTo>
                        <a:pt x="9" y="106"/>
                      </a:lnTo>
                      <a:lnTo>
                        <a:pt x="19" y="110"/>
                      </a:lnTo>
                      <a:lnTo>
                        <a:pt x="52" y="119"/>
                      </a:lnTo>
                      <a:lnTo>
                        <a:pt x="115" y="148"/>
                      </a:lnTo>
                      <a:lnTo>
                        <a:pt x="170" y="187"/>
                      </a:lnTo>
                      <a:lnTo>
                        <a:pt x="218" y="234"/>
                      </a:lnTo>
                      <a:lnTo>
                        <a:pt x="237" y="261"/>
                      </a:lnTo>
                      <a:lnTo>
                        <a:pt x="245" y="270"/>
                      </a:lnTo>
                      <a:lnTo>
                        <a:pt x="255" y="271"/>
                      </a:lnTo>
                      <a:lnTo>
                        <a:pt x="266" y="270"/>
                      </a:lnTo>
                      <a:lnTo>
                        <a:pt x="274" y="263"/>
                      </a:lnTo>
                      <a:lnTo>
                        <a:pt x="289" y="241"/>
                      </a:lnTo>
                      <a:lnTo>
                        <a:pt x="306" y="191"/>
                      </a:lnTo>
                      <a:lnTo>
                        <a:pt x="307" y="164"/>
                      </a:lnTo>
                      <a:lnTo>
                        <a:pt x="306" y="131"/>
                      </a:lnTo>
                      <a:lnTo>
                        <a:pt x="280" y="72"/>
                      </a:lnTo>
                      <a:lnTo>
                        <a:pt x="235" y="27"/>
                      </a:lnTo>
                      <a:lnTo>
                        <a:pt x="178" y="3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4" name="Google Shape;744;p19"/>
                <p:cNvSpPr/>
                <p:nvPr/>
              </p:nvSpPr>
              <p:spPr>
                <a:xfrm>
                  <a:off x="4612" y="947"/>
                  <a:ext cx="241" cy="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37" extrusionOk="0">
                      <a:moveTo>
                        <a:pt x="725" y="361"/>
                      </a:moveTo>
                      <a:lnTo>
                        <a:pt x="722" y="313"/>
                      </a:lnTo>
                      <a:lnTo>
                        <a:pt x="699" y="225"/>
                      </a:lnTo>
                      <a:lnTo>
                        <a:pt x="679" y="187"/>
                      </a:lnTo>
                      <a:lnTo>
                        <a:pt x="659" y="151"/>
                      </a:lnTo>
                      <a:lnTo>
                        <a:pt x="604" y="90"/>
                      </a:lnTo>
                      <a:lnTo>
                        <a:pt x="536" y="44"/>
                      </a:lnTo>
                      <a:lnTo>
                        <a:pt x="459" y="13"/>
                      </a:lnTo>
                      <a:lnTo>
                        <a:pt x="418" y="4"/>
                      </a:lnTo>
                      <a:lnTo>
                        <a:pt x="390" y="1"/>
                      </a:lnTo>
                      <a:lnTo>
                        <a:pt x="363" y="0"/>
                      </a:lnTo>
                      <a:lnTo>
                        <a:pt x="334" y="1"/>
                      </a:lnTo>
                      <a:lnTo>
                        <a:pt x="305" y="5"/>
                      </a:lnTo>
                      <a:lnTo>
                        <a:pt x="263" y="13"/>
                      </a:lnTo>
                      <a:lnTo>
                        <a:pt x="187" y="44"/>
                      </a:lnTo>
                      <a:lnTo>
                        <a:pt x="120" y="92"/>
                      </a:lnTo>
                      <a:lnTo>
                        <a:pt x="67" y="152"/>
                      </a:lnTo>
                      <a:lnTo>
                        <a:pt x="45" y="188"/>
                      </a:lnTo>
                      <a:lnTo>
                        <a:pt x="25" y="227"/>
                      </a:lnTo>
                      <a:lnTo>
                        <a:pt x="3" y="313"/>
                      </a:lnTo>
                      <a:lnTo>
                        <a:pt x="0" y="361"/>
                      </a:lnTo>
                      <a:lnTo>
                        <a:pt x="2" y="399"/>
                      </a:lnTo>
                      <a:lnTo>
                        <a:pt x="19" y="476"/>
                      </a:lnTo>
                      <a:lnTo>
                        <a:pt x="51" y="543"/>
                      </a:lnTo>
                      <a:lnTo>
                        <a:pt x="96" y="604"/>
                      </a:lnTo>
                      <a:lnTo>
                        <a:pt x="123" y="630"/>
                      </a:lnTo>
                      <a:lnTo>
                        <a:pt x="93" y="673"/>
                      </a:lnTo>
                      <a:lnTo>
                        <a:pt x="84" y="687"/>
                      </a:lnTo>
                      <a:lnTo>
                        <a:pt x="90" y="719"/>
                      </a:lnTo>
                      <a:lnTo>
                        <a:pt x="103" y="729"/>
                      </a:lnTo>
                      <a:lnTo>
                        <a:pt x="113" y="736"/>
                      </a:lnTo>
                      <a:lnTo>
                        <a:pt x="126" y="737"/>
                      </a:lnTo>
                      <a:lnTo>
                        <a:pt x="136" y="736"/>
                      </a:lnTo>
                      <a:lnTo>
                        <a:pt x="153" y="727"/>
                      </a:lnTo>
                      <a:lnTo>
                        <a:pt x="159" y="720"/>
                      </a:lnTo>
                      <a:lnTo>
                        <a:pt x="189" y="677"/>
                      </a:lnTo>
                      <a:lnTo>
                        <a:pt x="230" y="696"/>
                      </a:lnTo>
                      <a:lnTo>
                        <a:pt x="316" y="719"/>
                      </a:lnTo>
                      <a:lnTo>
                        <a:pt x="363" y="720"/>
                      </a:lnTo>
                      <a:lnTo>
                        <a:pt x="409" y="719"/>
                      </a:lnTo>
                      <a:lnTo>
                        <a:pt x="495" y="696"/>
                      </a:lnTo>
                      <a:lnTo>
                        <a:pt x="536" y="677"/>
                      </a:lnTo>
                      <a:lnTo>
                        <a:pt x="566" y="720"/>
                      </a:lnTo>
                      <a:lnTo>
                        <a:pt x="572" y="727"/>
                      </a:lnTo>
                      <a:lnTo>
                        <a:pt x="589" y="736"/>
                      </a:lnTo>
                      <a:lnTo>
                        <a:pt x="599" y="737"/>
                      </a:lnTo>
                      <a:lnTo>
                        <a:pt x="612" y="736"/>
                      </a:lnTo>
                      <a:lnTo>
                        <a:pt x="622" y="729"/>
                      </a:lnTo>
                      <a:lnTo>
                        <a:pt x="635" y="719"/>
                      </a:lnTo>
                      <a:lnTo>
                        <a:pt x="640" y="687"/>
                      </a:lnTo>
                      <a:lnTo>
                        <a:pt x="633" y="673"/>
                      </a:lnTo>
                      <a:lnTo>
                        <a:pt x="602" y="630"/>
                      </a:lnTo>
                      <a:lnTo>
                        <a:pt x="630" y="604"/>
                      </a:lnTo>
                      <a:lnTo>
                        <a:pt x="674" y="543"/>
                      </a:lnTo>
                      <a:lnTo>
                        <a:pt x="706" y="476"/>
                      </a:lnTo>
                      <a:lnTo>
                        <a:pt x="723" y="399"/>
                      </a:lnTo>
                      <a:lnTo>
                        <a:pt x="725" y="361"/>
                      </a:lnTo>
                      <a:close/>
                      <a:moveTo>
                        <a:pt x="363" y="619"/>
                      </a:moveTo>
                      <a:lnTo>
                        <a:pt x="335" y="619"/>
                      </a:lnTo>
                      <a:lnTo>
                        <a:pt x="285" y="608"/>
                      </a:lnTo>
                      <a:lnTo>
                        <a:pt x="239" y="589"/>
                      </a:lnTo>
                      <a:lnTo>
                        <a:pt x="197" y="561"/>
                      </a:lnTo>
                      <a:lnTo>
                        <a:pt x="161" y="526"/>
                      </a:lnTo>
                      <a:lnTo>
                        <a:pt x="133" y="484"/>
                      </a:lnTo>
                      <a:lnTo>
                        <a:pt x="113" y="438"/>
                      </a:lnTo>
                      <a:lnTo>
                        <a:pt x="103" y="386"/>
                      </a:lnTo>
                      <a:lnTo>
                        <a:pt x="101" y="361"/>
                      </a:lnTo>
                      <a:lnTo>
                        <a:pt x="103" y="328"/>
                      </a:lnTo>
                      <a:lnTo>
                        <a:pt x="120" y="266"/>
                      </a:lnTo>
                      <a:lnTo>
                        <a:pt x="133" y="237"/>
                      </a:lnTo>
                      <a:lnTo>
                        <a:pt x="149" y="211"/>
                      </a:lnTo>
                      <a:lnTo>
                        <a:pt x="188" y="166"/>
                      </a:lnTo>
                      <a:lnTo>
                        <a:pt x="237" y="133"/>
                      </a:lnTo>
                      <a:lnTo>
                        <a:pt x="292" y="110"/>
                      </a:lnTo>
                      <a:lnTo>
                        <a:pt x="322" y="105"/>
                      </a:lnTo>
                      <a:lnTo>
                        <a:pt x="342" y="102"/>
                      </a:lnTo>
                      <a:lnTo>
                        <a:pt x="363" y="100"/>
                      </a:lnTo>
                      <a:lnTo>
                        <a:pt x="381" y="102"/>
                      </a:lnTo>
                      <a:lnTo>
                        <a:pt x="400" y="103"/>
                      </a:lnTo>
                      <a:lnTo>
                        <a:pt x="431" y="109"/>
                      </a:lnTo>
                      <a:lnTo>
                        <a:pt x="487" y="132"/>
                      </a:lnTo>
                      <a:lnTo>
                        <a:pt x="536" y="166"/>
                      </a:lnTo>
                      <a:lnTo>
                        <a:pt x="576" y="211"/>
                      </a:lnTo>
                      <a:lnTo>
                        <a:pt x="592" y="237"/>
                      </a:lnTo>
                      <a:lnTo>
                        <a:pt x="605" y="264"/>
                      </a:lnTo>
                      <a:lnTo>
                        <a:pt x="622" y="328"/>
                      </a:lnTo>
                      <a:lnTo>
                        <a:pt x="624" y="361"/>
                      </a:lnTo>
                      <a:lnTo>
                        <a:pt x="622" y="386"/>
                      </a:lnTo>
                      <a:lnTo>
                        <a:pt x="612" y="438"/>
                      </a:lnTo>
                      <a:lnTo>
                        <a:pt x="592" y="484"/>
                      </a:lnTo>
                      <a:lnTo>
                        <a:pt x="563" y="526"/>
                      </a:lnTo>
                      <a:lnTo>
                        <a:pt x="529" y="561"/>
                      </a:lnTo>
                      <a:lnTo>
                        <a:pt x="487" y="589"/>
                      </a:lnTo>
                      <a:lnTo>
                        <a:pt x="441" y="608"/>
                      </a:lnTo>
                      <a:lnTo>
                        <a:pt x="389" y="619"/>
                      </a:lnTo>
                      <a:lnTo>
                        <a:pt x="363" y="6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5" name="Google Shape;745;p19"/>
                <p:cNvSpPr/>
                <p:nvPr/>
              </p:nvSpPr>
              <p:spPr>
                <a:xfrm>
                  <a:off x="4716" y="1006"/>
                  <a:ext cx="7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98" extrusionOk="0">
                      <a:moveTo>
                        <a:pt x="194" y="245"/>
                      </a:moveTo>
                      <a:lnTo>
                        <a:pt x="95" y="183"/>
                      </a:lnTo>
                      <a:lnTo>
                        <a:pt x="91" y="167"/>
                      </a:lnTo>
                      <a:lnTo>
                        <a:pt x="78" y="156"/>
                      </a:lnTo>
                      <a:lnTo>
                        <a:pt x="83" y="31"/>
                      </a:lnTo>
                      <a:lnTo>
                        <a:pt x="82" y="19"/>
                      </a:lnTo>
                      <a:lnTo>
                        <a:pt x="66" y="3"/>
                      </a:lnTo>
                      <a:lnTo>
                        <a:pt x="54" y="0"/>
                      </a:lnTo>
                      <a:lnTo>
                        <a:pt x="43" y="2"/>
                      </a:lnTo>
                      <a:lnTo>
                        <a:pt x="27" y="18"/>
                      </a:lnTo>
                      <a:lnTo>
                        <a:pt x="26" y="29"/>
                      </a:lnTo>
                      <a:lnTo>
                        <a:pt x="20" y="153"/>
                      </a:lnTo>
                      <a:lnTo>
                        <a:pt x="11" y="160"/>
                      </a:lnTo>
                      <a:lnTo>
                        <a:pt x="1" y="180"/>
                      </a:lnTo>
                      <a:lnTo>
                        <a:pt x="0" y="192"/>
                      </a:lnTo>
                      <a:lnTo>
                        <a:pt x="1" y="202"/>
                      </a:lnTo>
                      <a:lnTo>
                        <a:pt x="8" y="219"/>
                      </a:lnTo>
                      <a:lnTo>
                        <a:pt x="21" y="232"/>
                      </a:lnTo>
                      <a:lnTo>
                        <a:pt x="39" y="239"/>
                      </a:lnTo>
                      <a:lnTo>
                        <a:pt x="49" y="241"/>
                      </a:lnTo>
                      <a:lnTo>
                        <a:pt x="59" y="239"/>
                      </a:lnTo>
                      <a:lnTo>
                        <a:pt x="69" y="235"/>
                      </a:lnTo>
                      <a:lnTo>
                        <a:pt x="164" y="294"/>
                      </a:lnTo>
                      <a:lnTo>
                        <a:pt x="171" y="298"/>
                      </a:lnTo>
                      <a:lnTo>
                        <a:pt x="180" y="298"/>
                      </a:lnTo>
                      <a:lnTo>
                        <a:pt x="187" y="298"/>
                      </a:lnTo>
                      <a:lnTo>
                        <a:pt x="199" y="291"/>
                      </a:lnTo>
                      <a:lnTo>
                        <a:pt x="205" y="285"/>
                      </a:lnTo>
                      <a:lnTo>
                        <a:pt x="209" y="274"/>
                      </a:lnTo>
                      <a:lnTo>
                        <a:pt x="203" y="252"/>
                      </a:lnTo>
                      <a:lnTo>
                        <a:pt x="194" y="2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46" name="Google Shape;746;p19"/>
              <p:cNvGrpSpPr/>
              <p:nvPr/>
            </p:nvGrpSpPr>
            <p:grpSpPr>
              <a:xfrm>
                <a:off x="10506302" y="406846"/>
                <a:ext cx="140525" cy="140525"/>
                <a:chOff x="1747" y="423"/>
                <a:chExt cx="575" cy="575"/>
              </a:xfrm>
            </p:grpSpPr>
            <p:sp>
              <p:nvSpPr>
                <p:cNvPr id="747" name="Google Shape;747;p19"/>
                <p:cNvSpPr/>
                <p:nvPr/>
              </p:nvSpPr>
              <p:spPr>
                <a:xfrm>
                  <a:off x="1899" y="577"/>
                  <a:ext cx="271" cy="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811" extrusionOk="0">
                      <a:moveTo>
                        <a:pt x="663" y="0"/>
                      </a:moveTo>
                      <a:lnTo>
                        <a:pt x="148" y="0"/>
                      </a:lnTo>
                      <a:lnTo>
                        <a:pt x="118" y="1"/>
                      </a:lnTo>
                      <a:lnTo>
                        <a:pt x="65" y="24"/>
                      </a:lnTo>
                      <a:lnTo>
                        <a:pt x="24" y="65"/>
                      </a:lnTo>
                      <a:lnTo>
                        <a:pt x="1" y="118"/>
                      </a:lnTo>
                      <a:lnTo>
                        <a:pt x="0" y="148"/>
                      </a:lnTo>
                      <a:lnTo>
                        <a:pt x="0" y="663"/>
                      </a:lnTo>
                      <a:lnTo>
                        <a:pt x="1" y="693"/>
                      </a:lnTo>
                      <a:lnTo>
                        <a:pt x="24" y="746"/>
                      </a:lnTo>
                      <a:lnTo>
                        <a:pt x="65" y="787"/>
                      </a:lnTo>
                      <a:lnTo>
                        <a:pt x="118" y="808"/>
                      </a:lnTo>
                      <a:lnTo>
                        <a:pt x="148" y="811"/>
                      </a:lnTo>
                      <a:lnTo>
                        <a:pt x="663" y="811"/>
                      </a:lnTo>
                      <a:lnTo>
                        <a:pt x="693" y="808"/>
                      </a:lnTo>
                      <a:lnTo>
                        <a:pt x="746" y="787"/>
                      </a:lnTo>
                      <a:lnTo>
                        <a:pt x="787" y="746"/>
                      </a:lnTo>
                      <a:lnTo>
                        <a:pt x="810" y="693"/>
                      </a:lnTo>
                      <a:lnTo>
                        <a:pt x="811" y="663"/>
                      </a:lnTo>
                      <a:lnTo>
                        <a:pt x="811" y="148"/>
                      </a:lnTo>
                      <a:lnTo>
                        <a:pt x="810" y="118"/>
                      </a:lnTo>
                      <a:lnTo>
                        <a:pt x="787" y="65"/>
                      </a:lnTo>
                      <a:lnTo>
                        <a:pt x="746" y="24"/>
                      </a:lnTo>
                      <a:lnTo>
                        <a:pt x="693" y="1"/>
                      </a:lnTo>
                      <a:lnTo>
                        <a:pt x="663" y="0"/>
                      </a:lnTo>
                      <a:close/>
                      <a:moveTo>
                        <a:pt x="405" y="673"/>
                      </a:moveTo>
                      <a:lnTo>
                        <a:pt x="377" y="671"/>
                      </a:lnTo>
                      <a:lnTo>
                        <a:pt x="326" y="661"/>
                      </a:lnTo>
                      <a:lnTo>
                        <a:pt x="278" y="640"/>
                      </a:lnTo>
                      <a:lnTo>
                        <a:pt x="235" y="611"/>
                      </a:lnTo>
                      <a:lnTo>
                        <a:pt x="199" y="575"/>
                      </a:lnTo>
                      <a:lnTo>
                        <a:pt x="170" y="533"/>
                      </a:lnTo>
                      <a:lnTo>
                        <a:pt x="150" y="484"/>
                      </a:lnTo>
                      <a:lnTo>
                        <a:pt x="140" y="432"/>
                      </a:lnTo>
                      <a:lnTo>
                        <a:pt x="138" y="405"/>
                      </a:lnTo>
                      <a:lnTo>
                        <a:pt x="140" y="377"/>
                      </a:lnTo>
                      <a:lnTo>
                        <a:pt x="150" y="326"/>
                      </a:lnTo>
                      <a:lnTo>
                        <a:pt x="170" y="278"/>
                      </a:lnTo>
                      <a:lnTo>
                        <a:pt x="199" y="235"/>
                      </a:lnTo>
                      <a:lnTo>
                        <a:pt x="235" y="199"/>
                      </a:lnTo>
                      <a:lnTo>
                        <a:pt x="278" y="170"/>
                      </a:lnTo>
                      <a:lnTo>
                        <a:pt x="326" y="150"/>
                      </a:lnTo>
                      <a:lnTo>
                        <a:pt x="377" y="138"/>
                      </a:lnTo>
                      <a:lnTo>
                        <a:pt x="405" y="138"/>
                      </a:lnTo>
                      <a:lnTo>
                        <a:pt x="432" y="138"/>
                      </a:lnTo>
                      <a:lnTo>
                        <a:pt x="486" y="150"/>
                      </a:lnTo>
                      <a:lnTo>
                        <a:pt x="533" y="170"/>
                      </a:lnTo>
                      <a:lnTo>
                        <a:pt x="575" y="199"/>
                      </a:lnTo>
                      <a:lnTo>
                        <a:pt x="612" y="235"/>
                      </a:lnTo>
                      <a:lnTo>
                        <a:pt x="641" y="278"/>
                      </a:lnTo>
                      <a:lnTo>
                        <a:pt x="661" y="326"/>
                      </a:lnTo>
                      <a:lnTo>
                        <a:pt x="671" y="377"/>
                      </a:lnTo>
                      <a:lnTo>
                        <a:pt x="673" y="405"/>
                      </a:lnTo>
                      <a:lnTo>
                        <a:pt x="671" y="432"/>
                      </a:lnTo>
                      <a:lnTo>
                        <a:pt x="661" y="484"/>
                      </a:lnTo>
                      <a:lnTo>
                        <a:pt x="641" y="533"/>
                      </a:lnTo>
                      <a:lnTo>
                        <a:pt x="612" y="575"/>
                      </a:lnTo>
                      <a:lnTo>
                        <a:pt x="575" y="611"/>
                      </a:lnTo>
                      <a:lnTo>
                        <a:pt x="533" y="640"/>
                      </a:lnTo>
                      <a:lnTo>
                        <a:pt x="486" y="661"/>
                      </a:lnTo>
                      <a:lnTo>
                        <a:pt x="432" y="671"/>
                      </a:lnTo>
                      <a:lnTo>
                        <a:pt x="405" y="673"/>
                      </a:lnTo>
                      <a:close/>
                      <a:moveTo>
                        <a:pt x="682" y="193"/>
                      </a:moveTo>
                      <a:lnTo>
                        <a:pt x="669" y="193"/>
                      </a:lnTo>
                      <a:lnTo>
                        <a:pt x="646" y="183"/>
                      </a:lnTo>
                      <a:lnTo>
                        <a:pt x="628" y="166"/>
                      </a:lnTo>
                      <a:lnTo>
                        <a:pt x="620" y="143"/>
                      </a:lnTo>
                      <a:lnTo>
                        <a:pt x="618" y="130"/>
                      </a:lnTo>
                      <a:lnTo>
                        <a:pt x="620" y="117"/>
                      </a:lnTo>
                      <a:lnTo>
                        <a:pt x="628" y="95"/>
                      </a:lnTo>
                      <a:lnTo>
                        <a:pt x="646" y="78"/>
                      </a:lnTo>
                      <a:lnTo>
                        <a:pt x="669" y="68"/>
                      </a:lnTo>
                      <a:lnTo>
                        <a:pt x="682" y="66"/>
                      </a:lnTo>
                      <a:lnTo>
                        <a:pt x="695" y="68"/>
                      </a:lnTo>
                      <a:lnTo>
                        <a:pt x="716" y="78"/>
                      </a:lnTo>
                      <a:lnTo>
                        <a:pt x="733" y="95"/>
                      </a:lnTo>
                      <a:lnTo>
                        <a:pt x="744" y="117"/>
                      </a:lnTo>
                      <a:lnTo>
                        <a:pt x="745" y="130"/>
                      </a:lnTo>
                      <a:lnTo>
                        <a:pt x="744" y="143"/>
                      </a:lnTo>
                      <a:lnTo>
                        <a:pt x="733" y="166"/>
                      </a:lnTo>
                      <a:lnTo>
                        <a:pt x="716" y="183"/>
                      </a:lnTo>
                      <a:lnTo>
                        <a:pt x="695" y="193"/>
                      </a:lnTo>
                      <a:lnTo>
                        <a:pt x="682" y="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8" name="Google Shape;748;p19"/>
                <p:cNvSpPr/>
                <p:nvPr/>
              </p:nvSpPr>
              <p:spPr>
                <a:xfrm>
                  <a:off x="1983" y="660"/>
                  <a:ext cx="103" cy="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" h="308" extrusionOk="0">
                      <a:moveTo>
                        <a:pt x="154" y="0"/>
                      </a:moveTo>
                      <a:lnTo>
                        <a:pt x="124" y="3"/>
                      </a:lnTo>
                      <a:lnTo>
                        <a:pt x="67" y="26"/>
                      </a:lnTo>
                      <a:lnTo>
                        <a:pt x="26" y="67"/>
                      </a:lnTo>
                      <a:lnTo>
                        <a:pt x="3" y="122"/>
                      </a:lnTo>
                      <a:lnTo>
                        <a:pt x="0" y="154"/>
                      </a:lnTo>
                      <a:lnTo>
                        <a:pt x="3" y="185"/>
                      </a:lnTo>
                      <a:lnTo>
                        <a:pt x="26" y="240"/>
                      </a:lnTo>
                      <a:lnTo>
                        <a:pt x="67" y="283"/>
                      </a:lnTo>
                      <a:lnTo>
                        <a:pt x="124" y="307"/>
                      </a:lnTo>
                      <a:lnTo>
                        <a:pt x="154" y="308"/>
                      </a:lnTo>
                      <a:lnTo>
                        <a:pt x="186" y="307"/>
                      </a:lnTo>
                      <a:lnTo>
                        <a:pt x="242" y="283"/>
                      </a:lnTo>
                      <a:lnTo>
                        <a:pt x="284" y="240"/>
                      </a:lnTo>
                      <a:lnTo>
                        <a:pt x="307" y="185"/>
                      </a:lnTo>
                      <a:lnTo>
                        <a:pt x="308" y="154"/>
                      </a:lnTo>
                      <a:lnTo>
                        <a:pt x="307" y="122"/>
                      </a:lnTo>
                      <a:lnTo>
                        <a:pt x="284" y="67"/>
                      </a:lnTo>
                      <a:lnTo>
                        <a:pt x="242" y="26"/>
                      </a:lnTo>
                      <a:lnTo>
                        <a:pt x="186" y="3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9" name="Google Shape;749;p19"/>
                <p:cNvSpPr/>
                <p:nvPr/>
              </p:nvSpPr>
              <p:spPr>
                <a:xfrm>
                  <a:off x="1747" y="423"/>
                  <a:ext cx="575" cy="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725" extrusionOk="0">
                      <a:moveTo>
                        <a:pt x="862" y="0"/>
                      </a:moveTo>
                      <a:lnTo>
                        <a:pt x="819" y="2"/>
                      </a:lnTo>
                      <a:lnTo>
                        <a:pt x="731" y="10"/>
                      </a:lnTo>
                      <a:lnTo>
                        <a:pt x="647" y="28"/>
                      </a:lnTo>
                      <a:lnTo>
                        <a:pt x="566" y="52"/>
                      </a:lnTo>
                      <a:lnTo>
                        <a:pt x="489" y="85"/>
                      </a:lnTo>
                      <a:lnTo>
                        <a:pt x="415" y="126"/>
                      </a:lnTo>
                      <a:lnTo>
                        <a:pt x="346" y="172"/>
                      </a:lnTo>
                      <a:lnTo>
                        <a:pt x="282" y="225"/>
                      </a:lnTo>
                      <a:lnTo>
                        <a:pt x="223" y="283"/>
                      </a:lnTo>
                      <a:lnTo>
                        <a:pt x="172" y="346"/>
                      </a:lnTo>
                      <a:lnTo>
                        <a:pt x="124" y="415"/>
                      </a:lnTo>
                      <a:lnTo>
                        <a:pt x="85" y="489"/>
                      </a:lnTo>
                      <a:lnTo>
                        <a:pt x="52" y="567"/>
                      </a:lnTo>
                      <a:lnTo>
                        <a:pt x="27" y="647"/>
                      </a:lnTo>
                      <a:lnTo>
                        <a:pt x="10" y="731"/>
                      </a:lnTo>
                      <a:lnTo>
                        <a:pt x="1" y="819"/>
                      </a:lnTo>
                      <a:lnTo>
                        <a:pt x="0" y="863"/>
                      </a:lnTo>
                      <a:lnTo>
                        <a:pt x="1" y="907"/>
                      </a:lnTo>
                      <a:lnTo>
                        <a:pt x="10" y="994"/>
                      </a:lnTo>
                      <a:lnTo>
                        <a:pt x="27" y="1078"/>
                      </a:lnTo>
                      <a:lnTo>
                        <a:pt x="52" y="1159"/>
                      </a:lnTo>
                      <a:lnTo>
                        <a:pt x="85" y="1237"/>
                      </a:lnTo>
                      <a:lnTo>
                        <a:pt x="124" y="1310"/>
                      </a:lnTo>
                      <a:lnTo>
                        <a:pt x="172" y="1379"/>
                      </a:lnTo>
                      <a:lnTo>
                        <a:pt x="223" y="1443"/>
                      </a:lnTo>
                      <a:lnTo>
                        <a:pt x="282" y="1502"/>
                      </a:lnTo>
                      <a:lnTo>
                        <a:pt x="346" y="1553"/>
                      </a:lnTo>
                      <a:lnTo>
                        <a:pt x="415" y="1601"/>
                      </a:lnTo>
                      <a:lnTo>
                        <a:pt x="489" y="1640"/>
                      </a:lnTo>
                      <a:lnTo>
                        <a:pt x="566" y="1673"/>
                      </a:lnTo>
                      <a:lnTo>
                        <a:pt x="647" y="1698"/>
                      </a:lnTo>
                      <a:lnTo>
                        <a:pt x="731" y="1715"/>
                      </a:lnTo>
                      <a:lnTo>
                        <a:pt x="819" y="1724"/>
                      </a:lnTo>
                      <a:lnTo>
                        <a:pt x="862" y="1725"/>
                      </a:lnTo>
                      <a:lnTo>
                        <a:pt x="907" y="1724"/>
                      </a:lnTo>
                      <a:lnTo>
                        <a:pt x="994" y="1715"/>
                      </a:lnTo>
                      <a:lnTo>
                        <a:pt x="1078" y="1698"/>
                      </a:lnTo>
                      <a:lnTo>
                        <a:pt x="1159" y="1673"/>
                      </a:lnTo>
                      <a:lnTo>
                        <a:pt x="1237" y="1640"/>
                      </a:lnTo>
                      <a:lnTo>
                        <a:pt x="1310" y="1601"/>
                      </a:lnTo>
                      <a:lnTo>
                        <a:pt x="1379" y="1553"/>
                      </a:lnTo>
                      <a:lnTo>
                        <a:pt x="1443" y="1502"/>
                      </a:lnTo>
                      <a:lnTo>
                        <a:pt x="1500" y="1443"/>
                      </a:lnTo>
                      <a:lnTo>
                        <a:pt x="1554" y="1379"/>
                      </a:lnTo>
                      <a:lnTo>
                        <a:pt x="1600" y="1310"/>
                      </a:lnTo>
                      <a:lnTo>
                        <a:pt x="1640" y="1237"/>
                      </a:lnTo>
                      <a:lnTo>
                        <a:pt x="1673" y="1159"/>
                      </a:lnTo>
                      <a:lnTo>
                        <a:pt x="1698" y="1078"/>
                      </a:lnTo>
                      <a:lnTo>
                        <a:pt x="1715" y="994"/>
                      </a:lnTo>
                      <a:lnTo>
                        <a:pt x="1724" y="907"/>
                      </a:lnTo>
                      <a:lnTo>
                        <a:pt x="1725" y="863"/>
                      </a:lnTo>
                      <a:lnTo>
                        <a:pt x="1724" y="819"/>
                      </a:lnTo>
                      <a:lnTo>
                        <a:pt x="1715" y="731"/>
                      </a:lnTo>
                      <a:lnTo>
                        <a:pt x="1698" y="647"/>
                      </a:lnTo>
                      <a:lnTo>
                        <a:pt x="1673" y="567"/>
                      </a:lnTo>
                      <a:lnTo>
                        <a:pt x="1640" y="489"/>
                      </a:lnTo>
                      <a:lnTo>
                        <a:pt x="1600" y="415"/>
                      </a:lnTo>
                      <a:lnTo>
                        <a:pt x="1554" y="346"/>
                      </a:lnTo>
                      <a:lnTo>
                        <a:pt x="1500" y="283"/>
                      </a:lnTo>
                      <a:lnTo>
                        <a:pt x="1443" y="225"/>
                      </a:lnTo>
                      <a:lnTo>
                        <a:pt x="1379" y="172"/>
                      </a:lnTo>
                      <a:lnTo>
                        <a:pt x="1310" y="126"/>
                      </a:lnTo>
                      <a:lnTo>
                        <a:pt x="1237" y="85"/>
                      </a:lnTo>
                      <a:lnTo>
                        <a:pt x="1159" y="52"/>
                      </a:lnTo>
                      <a:lnTo>
                        <a:pt x="1078" y="28"/>
                      </a:lnTo>
                      <a:lnTo>
                        <a:pt x="994" y="10"/>
                      </a:lnTo>
                      <a:lnTo>
                        <a:pt x="907" y="2"/>
                      </a:lnTo>
                      <a:lnTo>
                        <a:pt x="862" y="0"/>
                      </a:lnTo>
                      <a:close/>
                      <a:moveTo>
                        <a:pt x="1381" y="1123"/>
                      </a:moveTo>
                      <a:lnTo>
                        <a:pt x="1381" y="1149"/>
                      </a:lnTo>
                      <a:lnTo>
                        <a:pt x="1369" y="1201"/>
                      </a:lnTo>
                      <a:lnTo>
                        <a:pt x="1350" y="1247"/>
                      </a:lnTo>
                      <a:lnTo>
                        <a:pt x="1322" y="1288"/>
                      </a:lnTo>
                      <a:lnTo>
                        <a:pt x="1286" y="1324"/>
                      </a:lnTo>
                      <a:lnTo>
                        <a:pt x="1244" y="1352"/>
                      </a:lnTo>
                      <a:lnTo>
                        <a:pt x="1198" y="1372"/>
                      </a:lnTo>
                      <a:lnTo>
                        <a:pt x="1146" y="1383"/>
                      </a:lnTo>
                      <a:lnTo>
                        <a:pt x="1120" y="1383"/>
                      </a:lnTo>
                      <a:lnTo>
                        <a:pt x="605" y="1383"/>
                      </a:lnTo>
                      <a:lnTo>
                        <a:pt x="578" y="1383"/>
                      </a:lnTo>
                      <a:lnTo>
                        <a:pt x="527" y="1372"/>
                      </a:lnTo>
                      <a:lnTo>
                        <a:pt x="480" y="1352"/>
                      </a:lnTo>
                      <a:lnTo>
                        <a:pt x="438" y="1324"/>
                      </a:lnTo>
                      <a:lnTo>
                        <a:pt x="404" y="1288"/>
                      </a:lnTo>
                      <a:lnTo>
                        <a:pt x="375" y="1247"/>
                      </a:lnTo>
                      <a:lnTo>
                        <a:pt x="355" y="1201"/>
                      </a:lnTo>
                      <a:lnTo>
                        <a:pt x="344" y="1149"/>
                      </a:lnTo>
                      <a:lnTo>
                        <a:pt x="343" y="1123"/>
                      </a:lnTo>
                      <a:lnTo>
                        <a:pt x="343" y="608"/>
                      </a:lnTo>
                      <a:lnTo>
                        <a:pt x="344" y="581"/>
                      </a:lnTo>
                      <a:lnTo>
                        <a:pt x="355" y="531"/>
                      </a:lnTo>
                      <a:lnTo>
                        <a:pt x="375" y="483"/>
                      </a:lnTo>
                      <a:lnTo>
                        <a:pt x="404" y="441"/>
                      </a:lnTo>
                      <a:lnTo>
                        <a:pt x="438" y="407"/>
                      </a:lnTo>
                      <a:lnTo>
                        <a:pt x="480" y="378"/>
                      </a:lnTo>
                      <a:lnTo>
                        <a:pt x="527" y="358"/>
                      </a:lnTo>
                      <a:lnTo>
                        <a:pt x="578" y="348"/>
                      </a:lnTo>
                      <a:lnTo>
                        <a:pt x="605" y="346"/>
                      </a:lnTo>
                      <a:lnTo>
                        <a:pt x="1120" y="346"/>
                      </a:lnTo>
                      <a:lnTo>
                        <a:pt x="1146" y="348"/>
                      </a:lnTo>
                      <a:lnTo>
                        <a:pt x="1198" y="358"/>
                      </a:lnTo>
                      <a:lnTo>
                        <a:pt x="1244" y="378"/>
                      </a:lnTo>
                      <a:lnTo>
                        <a:pt x="1286" y="407"/>
                      </a:lnTo>
                      <a:lnTo>
                        <a:pt x="1322" y="441"/>
                      </a:lnTo>
                      <a:lnTo>
                        <a:pt x="1350" y="483"/>
                      </a:lnTo>
                      <a:lnTo>
                        <a:pt x="1369" y="531"/>
                      </a:lnTo>
                      <a:lnTo>
                        <a:pt x="1381" y="581"/>
                      </a:lnTo>
                      <a:lnTo>
                        <a:pt x="1381" y="608"/>
                      </a:lnTo>
                      <a:lnTo>
                        <a:pt x="1381" y="112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0" name="Google Shape;750;p19"/>
              <p:cNvSpPr/>
              <p:nvPr/>
            </p:nvSpPr>
            <p:spPr>
              <a:xfrm rot="5400000">
                <a:off x="11360858" y="343758"/>
                <a:ext cx="140525" cy="26670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617" extrusionOk="0">
                    <a:moveTo>
                      <a:pt x="711" y="92"/>
                    </a:moveTo>
                    <a:lnTo>
                      <a:pt x="586" y="92"/>
                    </a:lnTo>
                    <a:lnTo>
                      <a:pt x="586" y="0"/>
                    </a:lnTo>
                    <a:lnTo>
                      <a:pt x="258" y="0"/>
                    </a:lnTo>
                    <a:lnTo>
                      <a:pt x="258" y="92"/>
                    </a:lnTo>
                    <a:lnTo>
                      <a:pt x="140" y="92"/>
                    </a:lnTo>
                    <a:lnTo>
                      <a:pt x="111" y="95"/>
                    </a:lnTo>
                    <a:lnTo>
                      <a:pt x="61" y="117"/>
                    </a:lnTo>
                    <a:lnTo>
                      <a:pt x="23" y="154"/>
                    </a:lnTo>
                    <a:lnTo>
                      <a:pt x="1" y="205"/>
                    </a:lnTo>
                    <a:lnTo>
                      <a:pt x="0" y="233"/>
                    </a:lnTo>
                    <a:lnTo>
                      <a:pt x="0" y="1477"/>
                    </a:lnTo>
                    <a:lnTo>
                      <a:pt x="1" y="1506"/>
                    </a:lnTo>
                    <a:lnTo>
                      <a:pt x="23" y="1556"/>
                    </a:lnTo>
                    <a:lnTo>
                      <a:pt x="61" y="1594"/>
                    </a:lnTo>
                    <a:lnTo>
                      <a:pt x="111" y="1615"/>
                    </a:lnTo>
                    <a:lnTo>
                      <a:pt x="140" y="1617"/>
                    </a:lnTo>
                    <a:lnTo>
                      <a:pt x="711" y="1617"/>
                    </a:lnTo>
                    <a:lnTo>
                      <a:pt x="740" y="1615"/>
                    </a:lnTo>
                    <a:lnTo>
                      <a:pt x="790" y="1594"/>
                    </a:lnTo>
                    <a:lnTo>
                      <a:pt x="828" y="1556"/>
                    </a:lnTo>
                    <a:lnTo>
                      <a:pt x="850" y="1506"/>
                    </a:lnTo>
                    <a:lnTo>
                      <a:pt x="851" y="1477"/>
                    </a:lnTo>
                    <a:lnTo>
                      <a:pt x="851" y="233"/>
                    </a:lnTo>
                    <a:lnTo>
                      <a:pt x="850" y="205"/>
                    </a:lnTo>
                    <a:lnTo>
                      <a:pt x="828" y="154"/>
                    </a:lnTo>
                    <a:lnTo>
                      <a:pt x="790" y="117"/>
                    </a:lnTo>
                    <a:lnTo>
                      <a:pt x="740" y="95"/>
                    </a:lnTo>
                    <a:lnTo>
                      <a:pt x="711" y="92"/>
                    </a:lnTo>
                    <a:close/>
                    <a:moveTo>
                      <a:pt x="757" y="1477"/>
                    </a:moveTo>
                    <a:lnTo>
                      <a:pt x="757" y="1487"/>
                    </a:lnTo>
                    <a:lnTo>
                      <a:pt x="750" y="1503"/>
                    </a:lnTo>
                    <a:lnTo>
                      <a:pt x="737" y="1516"/>
                    </a:lnTo>
                    <a:lnTo>
                      <a:pt x="721" y="1523"/>
                    </a:lnTo>
                    <a:lnTo>
                      <a:pt x="711" y="1525"/>
                    </a:lnTo>
                    <a:lnTo>
                      <a:pt x="140" y="1525"/>
                    </a:lnTo>
                    <a:lnTo>
                      <a:pt x="131" y="1523"/>
                    </a:lnTo>
                    <a:lnTo>
                      <a:pt x="114" y="1516"/>
                    </a:lnTo>
                    <a:lnTo>
                      <a:pt x="101" y="1503"/>
                    </a:lnTo>
                    <a:lnTo>
                      <a:pt x="94" y="1487"/>
                    </a:lnTo>
                    <a:lnTo>
                      <a:pt x="94" y="1477"/>
                    </a:lnTo>
                    <a:lnTo>
                      <a:pt x="94" y="233"/>
                    </a:lnTo>
                    <a:lnTo>
                      <a:pt x="94" y="223"/>
                    </a:lnTo>
                    <a:lnTo>
                      <a:pt x="101" y="206"/>
                    </a:lnTo>
                    <a:lnTo>
                      <a:pt x="114" y="194"/>
                    </a:lnTo>
                    <a:lnTo>
                      <a:pt x="131" y="187"/>
                    </a:lnTo>
                    <a:lnTo>
                      <a:pt x="140" y="186"/>
                    </a:lnTo>
                    <a:lnTo>
                      <a:pt x="711" y="186"/>
                    </a:lnTo>
                    <a:lnTo>
                      <a:pt x="721" y="187"/>
                    </a:lnTo>
                    <a:lnTo>
                      <a:pt x="737" y="194"/>
                    </a:lnTo>
                    <a:lnTo>
                      <a:pt x="750" y="206"/>
                    </a:lnTo>
                    <a:lnTo>
                      <a:pt x="757" y="223"/>
                    </a:lnTo>
                    <a:lnTo>
                      <a:pt x="757" y="233"/>
                    </a:lnTo>
                    <a:lnTo>
                      <a:pt x="757" y="1477"/>
                    </a:lnTo>
                    <a:close/>
                    <a:moveTo>
                      <a:pt x="707" y="1468"/>
                    </a:moveTo>
                    <a:lnTo>
                      <a:pt x="144" y="1468"/>
                    </a:lnTo>
                    <a:lnTo>
                      <a:pt x="144" y="1264"/>
                    </a:lnTo>
                    <a:lnTo>
                      <a:pt x="707" y="1264"/>
                    </a:lnTo>
                    <a:lnTo>
                      <a:pt x="707" y="1468"/>
                    </a:lnTo>
                    <a:close/>
                    <a:moveTo>
                      <a:pt x="707" y="1213"/>
                    </a:moveTo>
                    <a:lnTo>
                      <a:pt x="144" y="1213"/>
                    </a:lnTo>
                    <a:lnTo>
                      <a:pt x="144" y="1009"/>
                    </a:lnTo>
                    <a:lnTo>
                      <a:pt x="707" y="1009"/>
                    </a:lnTo>
                    <a:lnTo>
                      <a:pt x="707" y="1213"/>
                    </a:lnTo>
                    <a:close/>
                    <a:moveTo>
                      <a:pt x="707" y="958"/>
                    </a:moveTo>
                    <a:lnTo>
                      <a:pt x="144" y="958"/>
                    </a:lnTo>
                    <a:lnTo>
                      <a:pt x="144" y="754"/>
                    </a:lnTo>
                    <a:lnTo>
                      <a:pt x="707" y="754"/>
                    </a:lnTo>
                    <a:lnTo>
                      <a:pt x="707" y="958"/>
                    </a:lnTo>
                    <a:close/>
                    <a:moveTo>
                      <a:pt x="707" y="703"/>
                    </a:moveTo>
                    <a:lnTo>
                      <a:pt x="144" y="703"/>
                    </a:lnTo>
                    <a:lnTo>
                      <a:pt x="144" y="499"/>
                    </a:lnTo>
                    <a:lnTo>
                      <a:pt x="707" y="499"/>
                    </a:lnTo>
                    <a:lnTo>
                      <a:pt x="707" y="703"/>
                    </a:lnTo>
                    <a:close/>
                    <a:moveTo>
                      <a:pt x="707" y="448"/>
                    </a:moveTo>
                    <a:lnTo>
                      <a:pt x="144" y="448"/>
                    </a:lnTo>
                    <a:lnTo>
                      <a:pt x="144" y="243"/>
                    </a:lnTo>
                    <a:lnTo>
                      <a:pt x="707" y="243"/>
                    </a:lnTo>
                    <a:lnTo>
                      <a:pt x="707" y="4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19"/>
              <p:cNvSpPr/>
              <p:nvPr/>
            </p:nvSpPr>
            <p:spPr>
              <a:xfrm>
                <a:off x="10885020" y="369386"/>
                <a:ext cx="454304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100%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19"/>
              <p:cNvSpPr/>
              <p:nvPr/>
            </p:nvSpPr>
            <p:spPr>
              <a:xfrm>
                <a:off x="10212196" y="406846"/>
                <a:ext cx="17980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293" extrusionOk="0">
                    <a:moveTo>
                      <a:pt x="2747" y="3607"/>
                    </a:moveTo>
                    <a:lnTo>
                      <a:pt x="2711" y="3609"/>
                    </a:lnTo>
                    <a:lnTo>
                      <a:pt x="2645" y="3622"/>
                    </a:lnTo>
                    <a:lnTo>
                      <a:pt x="2583" y="3649"/>
                    </a:lnTo>
                    <a:lnTo>
                      <a:pt x="2528" y="3685"/>
                    </a:lnTo>
                    <a:lnTo>
                      <a:pt x="2481" y="3733"/>
                    </a:lnTo>
                    <a:lnTo>
                      <a:pt x="2443" y="3787"/>
                    </a:lnTo>
                    <a:lnTo>
                      <a:pt x="2417" y="3848"/>
                    </a:lnTo>
                    <a:lnTo>
                      <a:pt x="2403" y="3916"/>
                    </a:lnTo>
                    <a:lnTo>
                      <a:pt x="2403" y="3950"/>
                    </a:lnTo>
                    <a:lnTo>
                      <a:pt x="2403" y="3986"/>
                    </a:lnTo>
                    <a:lnTo>
                      <a:pt x="2417" y="4052"/>
                    </a:lnTo>
                    <a:lnTo>
                      <a:pt x="2443" y="4114"/>
                    </a:lnTo>
                    <a:lnTo>
                      <a:pt x="2481" y="4169"/>
                    </a:lnTo>
                    <a:lnTo>
                      <a:pt x="2527" y="4215"/>
                    </a:lnTo>
                    <a:lnTo>
                      <a:pt x="2583" y="4253"/>
                    </a:lnTo>
                    <a:lnTo>
                      <a:pt x="2645" y="4279"/>
                    </a:lnTo>
                    <a:lnTo>
                      <a:pt x="2711" y="4293"/>
                    </a:lnTo>
                    <a:lnTo>
                      <a:pt x="2747" y="4293"/>
                    </a:lnTo>
                    <a:lnTo>
                      <a:pt x="2783" y="4293"/>
                    </a:lnTo>
                    <a:lnTo>
                      <a:pt x="2849" y="4279"/>
                    </a:lnTo>
                    <a:lnTo>
                      <a:pt x="2911" y="4253"/>
                    </a:lnTo>
                    <a:lnTo>
                      <a:pt x="2966" y="4215"/>
                    </a:lnTo>
                    <a:lnTo>
                      <a:pt x="3013" y="4169"/>
                    </a:lnTo>
                    <a:lnTo>
                      <a:pt x="3051" y="4114"/>
                    </a:lnTo>
                    <a:lnTo>
                      <a:pt x="3077" y="4052"/>
                    </a:lnTo>
                    <a:lnTo>
                      <a:pt x="3090" y="3986"/>
                    </a:lnTo>
                    <a:lnTo>
                      <a:pt x="3091" y="3950"/>
                    </a:lnTo>
                    <a:lnTo>
                      <a:pt x="3090" y="3916"/>
                    </a:lnTo>
                    <a:lnTo>
                      <a:pt x="3077" y="3848"/>
                    </a:lnTo>
                    <a:lnTo>
                      <a:pt x="3051" y="3787"/>
                    </a:lnTo>
                    <a:lnTo>
                      <a:pt x="3013" y="3733"/>
                    </a:lnTo>
                    <a:lnTo>
                      <a:pt x="2966" y="3685"/>
                    </a:lnTo>
                    <a:lnTo>
                      <a:pt x="2911" y="3648"/>
                    </a:lnTo>
                    <a:lnTo>
                      <a:pt x="2849" y="3622"/>
                    </a:lnTo>
                    <a:lnTo>
                      <a:pt x="2783" y="3609"/>
                    </a:lnTo>
                    <a:lnTo>
                      <a:pt x="2747" y="3607"/>
                    </a:lnTo>
                    <a:close/>
                    <a:moveTo>
                      <a:pt x="5399" y="1030"/>
                    </a:moveTo>
                    <a:lnTo>
                      <a:pt x="5332" y="968"/>
                    </a:lnTo>
                    <a:lnTo>
                      <a:pt x="5194" y="852"/>
                    </a:lnTo>
                    <a:lnTo>
                      <a:pt x="5050" y="741"/>
                    </a:lnTo>
                    <a:lnTo>
                      <a:pt x="4902" y="638"/>
                    </a:lnTo>
                    <a:lnTo>
                      <a:pt x="4749" y="542"/>
                    </a:lnTo>
                    <a:lnTo>
                      <a:pt x="4592" y="454"/>
                    </a:lnTo>
                    <a:lnTo>
                      <a:pt x="4431" y="373"/>
                    </a:lnTo>
                    <a:lnTo>
                      <a:pt x="4266" y="300"/>
                    </a:lnTo>
                    <a:lnTo>
                      <a:pt x="4098" y="235"/>
                    </a:lnTo>
                    <a:lnTo>
                      <a:pt x="3927" y="178"/>
                    </a:lnTo>
                    <a:lnTo>
                      <a:pt x="3751" y="127"/>
                    </a:lnTo>
                    <a:lnTo>
                      <a:pt x="3574" y="85"/>
                    </a:lnTo>
                    <a:lnTo>
                      <a:pt x="3394" y="52"/>
                    </a:lnTo>
                    <a:lnTo>
                      <a:pt x="3211" y="26"/>
                    </a:lnTo>
                    <a:lnTo>
                      <a:pt x="3026" y="10"/>
                    </a:lnTo>
                    <a:lnTo>
                      <a:pt x="2839" y="2"/>
                    </a:lnTo>
                    <a:lnTo>
                      <a:pt x="2746" y="0"/>
                    </a:lnTo>
                    <a:lnTo>
                      <a:pt x="2652" y="2"/>
                    </a:lnTo>
                    <a:lnTo>
                      <a:pt x="2466" y="10"/>
                    </a:lnTo>
                    <a:lnTo>
                      <a:pt x="2282" y="26"/>
                    </a:lnTo>
                    <a:lnTo>
                      <a:pt x="2099" y="52"/>
                    </a:lnTo>
                    <a:lnTo>
                      <a:pt x="1919" y="85"/>
                    </a:lnTo>
                    <a:lnTo>
                      <a:pt x="1740" y="127"/>
                    </a:lnTo>
                    <a:lnTo>
                      <a:pt x="1566" y="178"/>
                    </a:lnTo>
                    <a:lnTo>
                      <a:pt x="1395" y="235"/>
                    </a:lnTo>
                    <a:lnTo>
                      <a:pt x="1226" y="300"/>
                    </a:lnTo>
                    <a:lnTo>
                      <a:pt x="1060" y="373"/>
                    </a:lnTo>
                    <a:lnTo>
                      <a:pt x="899" y="454"/>
                    </a:lnTo>
                    <a:lnTo>
                      <a:pt x="742" y="542"/>
                    </a:lnTo>
                    <a:lnTo>
                      <a:pt x="590" y="638"/>
                    </a:lnTo>
                    <a:lnTo>
                      <a:pt x="441" y="741"/>
                    </a:lnTo>
                    <a:lnTo>
                      <a:pt x="299" y="852"/>
                    </a:lnTo>
                    <a:lnTo>
                      <a:pt x="160" y="970"/>
                    </a:lnTo>
                    <a:lnTo>
                      <a:pt x="93" y="1030"/>
                    </a:lnTo>
                    <a:lnTo>
                      <a:pt x="71" y="1053"/>
                    </a:lnTo>
                    <a:lnTo>
                      <a:pt x="35" y="1104"/>
                    </a:lnTo>
                    <a:lnTo>
                      <a:pt x="12" y="1157"/>
                    </a:lnTo>
                    <a:lnTo>
                      <a:pt x="0" y="1215"/>
                    </a:lnTo>
                    <a:lnTo>
                      <a:pt x="0" y="1272"/>
                    </a:lnTo>
                    <a:lnTo>
                      <a:pt x="12" y="1328"/>
                    </a:lnTo>
                    <a:lnTo>
                      <a:pt x="35" y="1383"/>
                    </a:lnTo>
                    <a:lnTo>
                      <a:pt x="71" y="1432"/>
                    </a:lnTo>
                    <a:lnTo>
                      <a:pt x="93" y="1455"/>
                    </a:lnTo>
                    <a:lnTo>
                      <a:pt x="117" y="1477"/>
                    </a:lnTo>
                    <a:lnTo>
                      <a:pt x="170" y="1510"/>
                    </a:lnTo>
                    <a:lnTo>
                      <a:pt x="228" y="1532"/>
                    </a:lnTo>
                    <a:lnTo>
                      <a:pt x="288" y="1543"/>
                    </a:lnTo>
                    <a:lnTo>
                      <a:pt x="319" y="1543"/>
                    </a:lnTo>
                    <a:lnTo>
                      <a:pt x="350" y="1543"/>
                    </a:lnTo>
                    <a:lnTo>
                      <a:pt x="411" y="1532"/>
                    </a:lnTo>
                    <a:lnTo>
                      <a:pt x="469" y="1510"/>
                    </a:lnTo>
                    <a:lnTo>
                      <a:pt x="522" y="1477"/>
                    </a:lnTo>
                    <a:lnTo>
                      <a:pt x="546" y="1455"/>
                    </a:lnTo>
                    <a:lnTo>
                      <a:pt x="601" y="1405"/>
                    </a:lnTo>
                    <a:lnTo>
                      <a:pt x="716" y="1308"/>
                    </a:lnTo>
                    <a:lnTo>
                      <a:pt x="834" y="1218"/>
                    </a:lnTo>
                    <a:lnTo>
                      <a:pt x="958" y="1134"/>
                    </a:lnTo>
                    <a:lnTo>
                      <a:pt x="1085" y="1056"/>
                    </a:lnTo>
                    <a:lnTo>
                      <a:pt x="1215" y="986"/>
                    </a:lnTo>
                    <a:lnTo>
                      <a:pt x="1349" y="922"/>
                    </a:lnTo>
                    <a:lnTo>
                      <a:pt x="1485" y="865"/>
                    </a:lnTo>
                    <a:lnTo>
                      <a:pt x="1625" y="813"/>
                    </a:lnTo>
                    <a:lnTo>
                      <a:pt x="1768" y="768"/>
                    </a:lnTo>
                    <a:lnTo>
                      <a:pt x="1985" y="712"/>
                    </a:lnTo>
                    <a:lnTo>
                      <a:pt x="2285" y="662"/>
                    </a:lnTo>
                    <a:lnTo>
                      <a:pt x="2590" y="636"/>
                    </a:lnTo>
                    <a:lnTo>
                      <a:pt x="2746" y="633"/>
                    </a:lnTo>
                    <a:lnTo>
                      <a:pt x="2901" y="636"/>
                    </a:lnTo>
                    <a:lnTo>
                      <a:pt x="3208" y="662"/>
                    </a:lnTo>
                    <a:lnTo>
                      <a:pt x="3506" y="712"/>
                    </a:lnTo>
                    <a:lnTo>
                      <a:pt x="3725" y="768"/>
                    </a:lnTo>
                    <a:lnTo>
                      <a:pt x="3868" y="813"/>
                    </a:lnTo>
                    <a:lnTo>
                      <a:pt x="4007" y="865"/>
                    </a:lnTo>
                    <a:lnTo>
                      <a:pt x="4144" y="922"/>
                    </a:lnTo>
                    <a:lnTo>
                      <a:pt x="4277" y="986"/>
                    </a:lnTo>
                    <a:lnTo>
                      <a:pt x="4408" y="1056"/>
                    </a:lnTo>
                    <a:lnTo>
                      <a:pt x="4534" y="1134"/>
                    </a:lnTo>
                    <a:lnTo>
                      <a:pt x="4657" y="1218"/>
                    </a:lnTo>
                    <a:lnTo>
                      <a:pt x="4776" y="1307"/>
                    </a:lnTo>
                    <a:lnTo>
                      <a:pt x="4890" y="1403"/>
                    </a:lnTo>
                    <a:lnTo>
                      <a:pt x="4946" y="1455"/>
                    </a:lnTo>
                    <a:lnTo>
                      <a:pt x="4969" y="1477"/>
                    </a:lnTo>
                    <a:lnTo>
                      <a:pt x="5023" y="1509"/>
                    </a:lnTo>
                    <a:lnTo>
                      <a:pt x="5082" y="1532"/>
                    </a:lnTo>
                    <a:lnTo>
                      <a:pt x="5142" y="1542"/>
                    </a:lnTo>
                    <a:lnTo>
                      <a:pt x="5203" y="1542"/>
                    </a:lnTo>
                    <a:lnTo>
                      <a:pt x="5263" y="1532"/>
                    </a:lnTo>
                    <a:lnTo>
                      <a:pt x="5322" y="1509"/>
                    </a:lnTo>
                    <a:lnTo>
                      <a:pt x="5375" y="1477"/>
                    </a:lnTo>
                    <a:lnTo>
                      <a:pt x="5399" y="1455"/>
                    </a:lnTo>
                    <a:lnTo>
                      <a:pt x="5422" y="1432"/>
                    </a:lnTo>
                    <a:lnTo>
                      <a:pt x="5456" y="1383"/>
                    </a:lnTo>
                    <a:lnTo>
                      <a:pt x="5481" y="1328"/>
                    </a:lnTo>
                    <a:lnTo>
                      <a:pt x="5492" y="1272"/>
                    </a:lnTo>
                    <a:lnTo>
                      <a:pt x="5492" y="1215"/>
                    </a:lnTo>
                    <a:lnTo>
                      <a:pt x="5481" y="1157"/>
                    </a:lnTo>
                    <a:lnTo>
                      <a:pt x="5456" y="1102"/>
                    </a:lnTo>
                    <a:lnTo>
                      <a:pt x="5422" y="1053"/>
                    </a:lnTo>
                    <a:lnTo>
                      <a:pt x="5399" y="1030"/>
                    </a:lnTo>
                    <a:close/>
                    <a:moveTo>
                      <a:pt x="2743" y="1202"/>
                    </a:moveTo>
                    <a:lnTo>
                      <a:pt x="2604" y="1203"/>
                    </a:lnTo>
                    <a:lnTo>
                      <a:pt x="2332" y="1230"/>
                    </a:lnTo>
                    <a:lnTo>
                      <a:pt x="2066" y="1282"/>
                    </a:lnTo>
                    <a:lnTo>
                      <a:pt x="1807" y="1360"/>
                    </a:lnTo>
                    <a:lnTo>
                      <a:pt x="1557" y="1462"/>
                    </a:lnTo>
                    <a:lnTo>
                      <a:pt x="1320" y="1589"/>
                    </a:lnTo>
                    <a:lnTo>
                      <a:pt x="1094" y="1739"/>
                    </a:lnTo>
                    <a:lnTo>
                      <a:pt x="882" y="1912"/>
                    </a:lnTo>
                    <a:lnTo>
                      <a:pt x="782" y="2008"/>
                    </a:lnTo>
                    <a:lnTo>
                      <a:pt x="759" y="2033"/>
                    </a:lnTo>
                    <a:lnTo>
                      <a:pt x="722" y="2088"/>
                    </a:lnTo>
                    <a:lnTo>
                      <a:pt x="698" y="2148"/>
                    </a:lnTo>
                    <a:lnTo>
                      <a:pt x="686" y="2211"/>
                    </a:lnTo>
                    <a:lnTo>
                      <a:pt x="686" y="2275"/>
                    </a:lnTo>
                    <a:lnTo>
                      <a:pt x="698" y="2337"/>
                    </a:lnTo>
                    <a:lnTo>
                      <a:pt x="722" y="2397"/>
                    </a:lnTo>
                    <a:lnTo>
                      <a:pt x="759" y="2452"/>
                    </a:lnTo>
                    <a:lnTo>
                      <a:pt x="782" y="2478"/>
                    </a:lnTo>
                    <a:lnTo>
                      <a:pt x="808" y="2501"/>
                    </a:lnTo>
                    <a:lnTo>
                      <a:pt x="863" y="2537"/>
                    </a:lnTo>
                    <a:lnTo>
                      <a:pt x="924" y="2561"/>
                    </a:lnTo>
                    <a:lnTo>
                      <a:pt x="987" y="2574"/>
                    </a:lnTo>
                    <a:lnTo>
                      <a:pt x="1019" y="2576"/>
                    </a:lnTo>
                    <a:lnTo>
                      <a:pt x="1052" y="2574"/>
                    </a:lnTo>
                    <a:lnTo>
                      <a:pt x="1115" y="2561"/>
                    </a:lnTo>
                    <a:lnTo>
                      <a:pt x="1176" y="2537"/>
                    </a:lnTo>
                    <a:lnTo>
                      <a:pt x="1230" y="2501"/>
                    </a:lnTo>
                    <a:lnTo>
                      <a:pt x="1256" y="2478"/>
                    </a:lnTo>
                    <a:lnTo>
                      <a:pt x="1331" y="2404"/>
                    </a:lnTo>
                    <a:lnTo>
                      <a:pt x="1493" y="2272"/>
                    </a:lnTo>
                    <a:lnTo>
                      <a:pt x="1664" y="2155"/>
                    </a:lnTo>
                    <a:lnTo>
                      <a:pt x="1844" y="2056"/>
                    </a:lnTo>
                    <a:lnTo>
                      <a:pt x="2033" y="1974"/>
                    </a:lnTo>
                    <a:lnTo>
                      <a:pt x="2229" y="1910"/>
                    </a:lnTo>
                    <a:lnTo>
                      <a:pt x="2432" y="1869"/>
                    </a:lnTo>
                    <a:lnTo>
                      <a:pt x="2638" y="1847"/>
                    </a:lnTo>
                    <a:lnTo>
                      <a:pt x="2743" y="1844"/>
                    </a:lnTo>
                    <a:lnTo>
                      <a:pt x="2848" y="1847"/>
                    </a:lnTo>
                    <a:lnTo>
                      <a:pt x="3055" y="1869"/>
                    </a:lnTo>
                    <a:lnTo>
                      <a:pt x="3257" y="1910"/>
                    </a:lnTo>
                    <a:lnTo>
                      <a:pt x="3453" y="1974"/>
                    </a:lnTo>
                    <a:lnTo>
                      <a:pt x="3643" y="2056"/>
                    </a:lnTo>
                    <a:lnTo>
                      <a:pt x="3823" y="2155"/>
                    </a:lnTo>
                    <a:lnTo>
                      <a:pt x="3994" y="2272"/>
                    </a:lnTo>
                    <a:lnTo>
                      <a:pt x="4154" y="2404"/>
                    </a:lnTo>
                    <a:lnTo>
                      <a:pt x="4230" y="2478"/>
                    </a:lnTo>
                    <a:lnTo>
                      <a:pt x="4255" y="2501"/>
                    </a:lnTo>
                    <a:lnTo>
                      <a:pt x="4311" y="2537"/>
                    </a:lnTo>
                    <a:lnTo>
                      <a:pt x="4372" y="2561"/>
                    </a:lnTo>
                    <a:lnTo>
                      <a:pt x="4435" y="2574"/>
                    </a:lnTo>
                    <a:lnTo>
                      <a:pt x="4500" y="2574"/>
                    </a:lnTo>
                    <a:lnTo>
                      <a:pt x="4562" y="2561"/>
                    </a:lnTo>
                    <a:lnTo>
                      <a:pt x="4622" y="2537"/>
                    </a:lnTo>
                    <a:lnTo>
                      <a:pt x="4678" y="2501"/>
                    </a:lnTo>
                    <a:lnTo>
                      <a:pt x="4703" y="2478"/>
                    </a:lnTo>
                    <a:lnTo>
                      <a:pt x="4727" y="2452"/>
                    </a:lnTo>
                    <a:lnTo>
                      <a:pt x="4763" y="2397"/>
                    </a:lnTo>
                    <a:lnTo>
                      <a:pt x="4788" y="2337"/>
                    </a:lnTo>
                    <a:lnTo>
                      <a:pt x="4801" y="2275"/>
                    </a:lnTo>
                    <a:lnTo>
                      <a:pt x="4801" y="2211"/>
                    </a:lnTo>
                    <a:lnTo>
                      <a:pt x="4788" y="2148"/>
                    </a:lnTo>
                    <a:lnTo>
                      <a:pt x="4763" y="2088"/>
                    </a:lnTo>
                    <a:lnTo>
                      <a:pt x="4727" y="2033"/>
                    </a:lnTo>
                    <a:lnTo>
                      <a:pt x="4703" y="2008"/>
                    </a:lnTo>
                    <a:lnTo>
                      <a:pt x="4603" y="1912"/>
                    </a:lnTo>
                    <a:lnTo>
                      <a:pt x="4392" y="1739"/>
                    </a:lnTo>
                    <a:lnTo>
                      <a:pt x="4167" y="1589"/>
                    </a:lnTo>
                    <a:lnTo>
                      <a:pt x="3928" y="1462"/>
                    </a:lnTo>
                    <a:lnTo>
                      <a:pt x="3679" y="1360"/>
                    </a:lnTo>
                    <a:lnTo>
                      <a:pt x="3421" y="1282"/>
                    </a:lnTo>
                    <a:lnTo>
                      <a:pt x="3155" y="1230"/>
                    </a:lnTo>
                    <a:lnTo>
                      <a:pt x="2881" y="1203"/>
                    </a:lnTo>
                    <a:lnTo>
                      <a:pt x="2743" y="1202"/>
                    </a:lnTo>
                    <a:close/>
                    <a:moveTo>
                      <a:pt x="2746" y="2403"/>
                    </a:moveTo>
                    <a:lnTo>
                      <a:pt x="2668" y="2404"/>
                    </a:lnTo>
                    <a:lnTo>
                      <a:pt x="2514" y="2420"/>
                    </a:lnTo>
                    <a:lnTo>
                      <a:pt x="2362" y="2451"/>
                    </a:lnTo>
                    <a:lnTo>
                      <a:pt x="2217" y="2497"/>
                    </a:lnTo>
                    <a:lnTo>
                      <a:pt x="2076" y="2556"/>
                    </a:lnTo>
                    <a:lnTo>
                      <a:pt x="1940" y="2631"/>
                    </a:lnTo>
                    <a:lnTo>
                      <a:pt x="1814" y="2719"/>
                    </a:lnTo>
                    <a:lnTo>
                      <a:pt x="1694" y="2819"/>
                    </a:lnTo>
                    <a:lnTo>
                      <a:pt x="1637" y="2876"/>
                    </a:lnTo>
                    <a:lnTo>
                      <a:pt x="1615" y="2900"/>
                    </a:lnTo>
                    <a:lnTo>
                      <a:pt x="1580" y="2955"/>
                    </a:lnTo>
                    <a:lnTo>
                      <a:pt x="1557" y="3012"/>
                    </a:lnTo>
                    <a:lnTo>
                      <a:pt x="1546" y="3074"/>
                    </a:lnTo>
                    <a:lnTo>
                      <a:pt x="1546" y="3136"/>
                    </a:lnTo>
                    <a:lnTo>
                      <a:pt x="1557" y="3197"/>
                    </a:lnTo>
                    <a:lnTo>
                      <a:pt x="1580" y="3256"/>
                    </a:lnTo>
                    <a:lnTo>
                      <a:pt x="1615" y="3309"/>
                    </a:lnTo>
                    <a:lnTo>
                      <a:pt x="1637" y="3334"/>
                    </a:lnTo>
                    <a:lnTo>
                      <a:pt x="1661" y="3357"/>
                    </a:lnTo>
                    <a:lnTo>
                      <a:pt x="1713" y="3393"/>
                    </a:lnTo>
                    <a:lnTo>
                      <a:pt x="1769" y="3416"/>
                    </a:lnTo>
                    <a:lnTo>
                      <a:pt x="1830" y="3427"/>
                    </a:lnTo>
                    <a:lnTo>
                      <a:pt x="1860" y="3429"/>
                    </a:lnTo>
                    <a:lnTo>
                      <a:pt x="1890" y="3427"/>
                    </a:lnTo>
                    <a:lnTo>
                      <a:pt x="1949" y="3416"/>
                    </a:lnTo>
                    <a:lnTo>
                      <a:pt x="2005" y="3393"/>
                    </a:lnTo>
                    <a:lnTo>
                      <a:pt x="2057" y="3357"/>
                    </a:lnTo>
                    <a:lnTo>
                      <a:pt x="2082" y="3334"/>
                    </a:lnTo>
                    <a:lnTo>
                      <a:pt x="2115" y="3300"/>
                    </a:lnTo>
                    <a:lnTo>
                      <a:pt x="2187" y="3239"/>
                    </a:lnTo>
                    <a:lnTo>
                      <a:pt x="2263" y="3184"/>
                    </a:lnTo>
                    <a:lnTo>
                      <a:pt x="2344" y="3138"/>
                    </a:lnTo>
                    <a:lnTo>
                      <a:pt x="2429" y="3100"/>
                    </a:lnTo>
                    <a:lnTo>
                      <a:pt x="2517" y="3070"/>
                    </a:lnTo>
                    <a:lnTo>
                      <a:pt x="2607" y="3051"/>
                    </a:lnTo>
                    <a:lnTo>
                      <a:pt x="2699" y="3041"/>
                    </a:lnTo>
                    <a:lnTo>
                      <a:pt x="2746" y="3040"/>
                    </a:lnTo>
                    <a:lnTo>
                      <a:pt x="2793" y="3040"/>
                    </a:lnTo>
                    <a:lnTo>
                      <a:pt x="2885" y="3051"/>
                    </a:lnTo>
                    <a:lnTo>
                      <a:pt x="2976" y="3070"/>
                    </a:lnTo>
                    <a:lnTo>
                      <a:pt x="3064" y="3100"/>
                    </a:lnTo>
                    <a:lnTo>
                      <a:pt x="3147" y="3138"/>
                    </a:lnTo>
                    <a:lnTo>
                      <a:pt x="3228" y="3184"/>
                    </a:lnTo>
                    <a:lnTo>
                      <a:pt x="3304" y="3239"/>
                    </a:lnTo>
                    <a:lnTo>
                      <a:pt x="3376" y="3300"/>
                    </a:lnTo>
                    <a:lnTo>
                      <a:pt x="3411" y="3334"/>
                    </a:lnTo>
                    <a:lnTo>
                      <a:pt x="3434" y="3357"/>
                    </a:lnTo>
                    <a:lnTo>
                      <a:pt x="3487" y="3393"/>
                    </a:lnTo>
                    <a:lnTo>
                      <a:pt x="3543" y="3416"/>
                    </a:lnTo>
                    <a:lnTo>
                      <a:pt x="3603" y="3427"/>
                    </a:lnTo>
                    <a:lnTo>
                      <a:pt x="3663" y="3427"/>
                    </a:lnTo>
                    <a:lnTo>
                      <a:pt x="3722" y="3416"/>
                    </a:lnTo>
                    <a:lnTo>
                      <a:pt x="3780" y="3393"/>
                    </a:lnTo>
                    <a:lnTo>
                      <a:pt x="3832" y="3357"/>
                    </a:lnTo>
                    <a:lnTo>
                      <a:pt x="3855" y="3334"/>
                    </a:lnTo>
                    <a:lnTo>
                      <a:pt x="3878" y="3309"/>
                    </a:lnTo>
                    <a:lnTo>
                      <a:pt x="3912" y="3256"/>
                    </a:lnTo>
                    <a:lnTo>
                      <a:pt x="3934" y="3197"/>
                    </a:lnTo>
                    <a:lnTo>
                      <a:pt x="3945" y="3136"/>
                    </a:lnTo>
                    <a:lnTo>
                      <a:pt x="3945" y="3074"/>
                    </a:lnTo>
                    <a:lnTo>
                      <a:pt x="3934" y="3012"/>
                    </a:lnTo>
                    <a:lnTo>
                      <a:pt x="3912" y="2955"/>
                    </a:lnTo>
                    <a:lnTo>
                      <a:pt x="3878" y="2900"/>
                    </a:lnTo>
                    <a:lnTo>
                      <a:pt x="3855" y="2876"/>
                    </a:lnTo>
                    <a:lnTo>
                      <a:pt x="3798" y="2819"/>
                    </a:lnTo>
                    <a:lnTo>
                      <a:pt x="3679" y="2719"/>
                    </a:lnTo>
                    <a:lnTo>
                      <a:pt x="3551" y="2631"/>
                    </a:lnTo>
                    <a:lnTo>
                      <a:pt x="3417" y="2556"/>
                    </a:lnTo>
                    <a:lnTo>
                      <a:pt x="3276" y="2497"/>
                    </a:lnTo>
                    <a:lnTo>
                      <a:pt x="3130" y="2451"/>
                    </a:lnTo>
                    <a:lnTo>
                      <a:pt x="2979" y="2420"/>
                    </a:lnTo>
                    <a:lnTo>
                      <a:pt x="2825" y="2404"/>
                    </a:lnTo>
                    <a:lnTo>
                      <a:pt x="2746" y="24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19"/>
              <p:cNvSpPr/>
              <p:nvPr/>
            </p:nvSpPr>
            <p:spPr>
              <a:xfrm>
                <a:off x="9512757" y="369386"/>
                <a:ext cx="715178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PPTBIZCAM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4" name="Google Shape;754;p19"/>
            <p:cNvSpPr/>
            <p:nvPr/>
          </p:nvSpPr>
          <p:spPr>
            <a:xfrm>
              <a:off x="11377471" y="133570"/>
              <a:ext cx="176990" cy="176990"/>
            </a:xfrm>
            <a:prstGeom prst="ellipse">
              <a:avLst/>
            </a:prstGeom>
            <a:solidFill>
              <a:srgbClr val="90DA80"/>
            </a:solidFill>
            <a:ln>
              <a:noFill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55" name="Google Shape;755;p19"/>
            <p:cNvGrpSpPr/>
            <p:nvPr/>
          </p:nvGrpSpPr>
          <p:grpSpPr>
            <a:xfrm>
              <a:off x="653849" y="193034"/>
              <a:ext cx="343364" cy="344856"/>
              <a:chOff x="1157487" y="184451"/>
              <a:chExt cx="489882" cy="492010"/>
            </a:xfrm>
          </p:grpSpPr>
          <p:sp>
            <p:nvSpPr>
              <p:cNvPr id="756" name="Google Shape;756;p19"/>
              <p:cNvSpPr/>
              <p:nvPr/>
            </p:nvSpPr>
            <p:spPr>
              <a:xfrm>
                <a:off x="1157487" y="184454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19"/>
              <p:cNvSpPr/>
              <p:nvPr/>
            </p:nvSpPr>
            <p:spPr>
              <a:xfrm>
                <a:off x="1483366" y="184451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19"/>
              <p:cNvSpPr/>
              <p:nvPr/>
            </p:nvSpPr>
            <p:spPr>
              <a:xfrm>
                <a:off x="1319363" y="348454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19"/>
              <p:cNvSpPr/>
              <p:nvPr/>
            </p:nvSpPr>
            <p:spPr>
              <a:xfrm>
                <a:off x="1483366" y="348453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19"/>
              <p:cNvSpPr/>
              <p:nvPr/>
            </p:nvSpPr>
            <p:spPr>
              <a:xfrm>
                <a:off x="1157487" y="512458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19"/>
              <p:cNvSpPr/>
              <p:nvPr/>
            </p:nvSpPr>
            <p:spPr>
              <a:xfrm>
                <a:off x="1483366" y="512455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62" name="Google Shape;762;p19"/>
          <p:cNvSpPr txBox="1"/>
          <p:nvPr/>
        </p:nvSpPr>
        <p:spPr>
          <a:xfrm>
            <a:off x="767408" y="1308396"/>
            <a:ext cx="5040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763" name="Google Shape;763;p19"/>
          <p:cNvSpPr txBox="1"/>
          <p:nvPr/>
        </p:nvSpPr>
        <p:spPr>
          <a:xfrm>
            <a:off x="1271464" y="1448819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Huggingface 모델 local에 다운로드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19"/>
          <p:cNvSpPr/>
          <p:nvPr/>
        </p:nvSpPr>
        <p:spPr>
          <a:xfrm>
            <a:off x="1966789" y="220775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5" name="Google Shape;765;p19"/>
          <p:cNvSpPr/>
          <p:nvPr/>
        </p:nvSpPr>
        <p:spPr>
          <a:xfrm>
            <a:off x="1271464" y="2022476"/>
            <a:ext cx="9616719" cy="405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766" name="Google Shape;766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2543" y="2365138"/>
            <a:ext cx="4792587" cy="3178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75910" y="2368487"/>
            <a:ext cx="4792588" cy="3186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2" name="Google Shape;772;p20"/>
          <p:cNvGrpSpPr/>
          <p:nvPr/>
        </p:nvGrpSpPr>
        <p:grpSpPr>
          <a:xfrm>
            <a:off x="150812" y="0"/>
            <a:ext cx="11890375" cy="6680200"/>
            <a:chOff x="150812" y="0"/>
            <a:chExt cx="11890375" cy="6680200"/>
          </a:xfrm>
        </p:grpSpPr>
        <p:sp>
          <p:nvSpPr>
            <p:cNvPr id="773" name="Google Shape;773;p20"/>
            <p:cNvSpPr/>
            <p:nvPr/>
          </p:nvSpPr>
          <p:spPr>
            <a:xfrm>
              <a:off x="150812" y="0"/>
              <a:ext cx="11890375" cy="6680200"/>
            </a:xfrm>
            <a:prstGeom prst="round2SameRect">
              <a:avLst>
                <a:gd name="adj1" fmla="val 0"/>
                <a:gd name="adj2" fmla="val 5079"/>
              </a:avLst>
            </a:prstGeom>
            <a:solidFill>
              <a:srgbClr val="E4F7F5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20"/>
            <p:cNvSpPr/>
            <p:nvPr/>
          </p:nvSpPr>
          <p:spPr>
            <a:xfrm>
              <a:off x="286543" y="0"/>
              <a:ext cx="11618912" cy="6509543"/>
            </a:xfrm>
            <a:prstGeom prst="round2SameRect">
              <a:avLst>
                <a:gd name="adj1" fmla="val 0"/>
                <a:gd name="adj2" fmla="val 3479"/>
              </a:avLst>
            </a:prstGeom>
            <a:solidFill>
              <a:schemeClr val="lt1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20"/>
            <p:cNvSpPr/>
            <p:nvPr/>
          </p:nvSpPr>
          <p:spPr>
            <a:xfrm>
              <a:off x="286544" y="0"/>
              <a:ext cx="11618912" cy="771525"/>
            </a:xfrm>
            <a:prstGeom prst="round2SameRect">
              <a:avLst>
                <a:gd name="adj1" fmla="val 0"/>
                <a:gd name="adj2" fmla="val 29630"/>
              </a:avLst>
            </a:prstGeom>
            <a:solidFill>
              <a:schemeClr val="lt1"/>
            </a:solidFill>
            <a:ln>
              <a:noFill/>
            </a:ln>
            <a:effectLst>
              <a:outerShdw blurRad="165100" dist="38100" dir="5400000" algn="t" rotWithShape="0">
                <a:srgbClr val="000000">
                  <a:alpha val="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4. 프로젝트 수행 결과</a:t>
              </a:r>
              <a:endParaRPr/>
            </a:p>
          </p:txBody>
        </p:sp>
        <p:grpSp>
          <p:nvGrpSpPr>
            <p:cNvPr id="776" name="Google Shape;776;p20"/>
            <p:cNvGrpSpPr/>
            <p:nvPr/>
          </p:nvGrpSpPr>
          <p:grpSpPr>
            <a:xfrm>
              <a:off x="11067369" y="185874"/>
              <a:ext cx="429876" cy="429876"/>
              <a:chOff x="215317" y="343634"/>
              <a:chExt cx="684000" cy="684000"/>
            </a:xfrm>
          </p:grpSpPr>
          <p:sp>
            <p:nvSpPr>
              <p:cNvPr id="777" name="Google Shape;777;p20"/>
              <p:cNvSpPr/>
              <p:nvPr/>
            </p:nvSpPr>
            <p:spPr>
              <a:xfrm>
                <a:off x="215317" y="343634"/>
                <a:ext cx="684000" cy="684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9F3FC"/>
                  </a:gs>
                  <a:gs pos="86000">
                    <a:srgbClr val="E9F3FC"/>
                  </a:gs>
                  <a:gs pos="100000">
                    <a:srgbClr val="4E5DA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542925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rgbClr val="323F4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78" name="Google Shape;778;p2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2555" y="386637"/>
                <a:ext cx="546554" cy="5465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79" name="Google Shape;779;p20"/>
            <p:cNvGrpSpPr/>
            <p:nvPr/>
          </p:nvGrpSpPr>
          <p:grpSpPr>
            <a:xfrm>
              <a:off x="8951163" y="320145"/>
              <a:ext cx="1550689" cy="169277"/>
              <a:chOff x="9512757" y="369386"/>
              <a:chExt cx="2051714" cy="223970"/>
            </a:xfrm>
          </p:grpSpPr>
          <p:grpSp>
            <p:nvGrpSpPr>
              <p:cNvPr id="780" name="Google Shape;780;p20"/>
              <p:cNvGrpSpPr/>
              <p:nvPr/>
            </p:nvGrpSpPr>
            <p:grpSpPr>
              <a:xfrm>
                <a:off x="10750964" y="406846"/>
                <a:ext cx="132372" cy="140525"/>
                <a:chOff x="4594" y="900"/>
                <a:chExt cx="276" cy="293"/>
              </a:xfrm>
            </p:grpSpPr>
            <p:sp>
              <p:nvSpPr>
                <p:cNvPr id="781" name="Google Shape;781;p20"/>
                <p:cNvSpPr/>
                <p:nvPr/>
              </p:nvSpPr>
              <p:spPr>
                <a:xfrm>
                  <a:off x="4594" y="900"/>
                  <a:ext cx="102" cy="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3" extrusionOk="0">
                      <a:moveTo>
                        <a:pt x="72" y="263"/>
                      </a:moveTo>
                      <a:lnTo>
                        <a:pt x="91" y="236"/>
                      </a:lnTo>
                      <a:lnTo>
                        <a:pt x="139" y="187"/>
                      </a:lnTo>
                      <a:lnTo>
                        <a:pt x="193" y="148"/>
                      </a:lnTo>
                      <a:lnTo>
                        <a:pt x="255" y="119"/>
                      </a:lnTo>
                      <a:lnTo>
                        <a:pt x="290" y="110"/>
                      </a:lnTo>
                      <a:lnTo>
                        <a:pt x="299" y="106"/>
                      </a:lnTo>
                      <a:lnTo>
                        <a:pt x="305" y="97"/>
                      </a:lnTo>
                      <a:lnTo>
                        <a:pt x="307" y="87"/>
                      </a:lnTo>
                      <a:lnTo>
                        <a:pt x="303" y="77"/>
                      </a:lnTo>
                      <a:lnTo>
                        <a:pt x="292" y="60"/>
                      </a:lnTo>
                      <a:lnTo>
                        <a:pt x="263" y="33"/>
                      </a:lnTo>
                      <a:lnTo>
                        <a:pt x="227" y="13"/>
                      </a:lnTo>
                      <a:lnTo>
                        <a:pt x="186" y="1"/>
                      </a:lnTo>
                      <a:lnTo>
                        <a:pt x="165" y="0"/>
                      </a:lnTo>
                      <a:lnTo>
                        <a:pt x="131" y="3"/>
                      </a:lnTo>
                      <a:lnTo>
                        <a:pt x="72" y="27"/>
                      </a:lnTo>
                      <a:lnTo>
                        <a:pt x="27" y="72"/>
                      </a:lnTo>
                      <a:lnTo>
                        <a:pt x="3" y="131"/>
                      </a:lnTo>
                      <a:lnTo>
                        <a:pt x="0" y="164"/>
                      </a:lnTo>
                      <a:lnTo>
                        <a:pt x="1" y="192"/>
                      </a:lnTo>
                      <a:lnTo>
                        <a:pt x="20" y="243"/>
                      </a:lnTo>
                      <a:lnTo>
                        <a:pt x="36" y="266"/>
                      </a:lnTo>
                      <a:lnTo>
                        <a:pt x="43" y="273"/>
                      </a:lnTo>
                      <a:lnTo>
                        <a:pt x="53" y="273"/>
                      </a:lnTo>
                      <a:lnTo>
                        <a:pt x="65" y="271"/>
                      </a:lnTo>
                      <a:lnTo>
                        <a:pt x="72" y="2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2" name="Google Shape;782;p20"/>
                <p:cNvSpPr/>
                <p:nvPr/>
              </p:nvSpPr>
              <p:spPr>
                <a:xfrm>
                  <a:off x="4768" y="900"/>
                  <a:ext cx="102" cy="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1" extrusionOk="0">
                      <a:moveTo>
                        <a:pt x="143" y="0"/>
                      </a:moveTo>
                      <a:lnTo>
                        <a:pt x="121" y="1"/>
                      </a:lnTo>
                      <a:lnTo>
                        <a:pt x="81" y="11"/>
                      </a:lnTo>
                      <a:lnTo>
                        <a:pt x="46" y="31"/>
                      </a:lnTo>
                      <a:lnTo>
                        <a:pt x="16" y="60"/>
                      </a:lnTo>
                      <a:lnTo>
                        <a:pt x="4" y="76"/>
                      </a:lnTo>
                      <a:lnTo>
                        <a:pt x="0" y="86"/>
                      </a:lnTo>
                      <a:lnTo>
                        <a:pt x="3" y="96"/>
                      </a:lnTo>
                      <a:lnTo>
                        <a:pt x="9" y="106"/>
                      </a:lnTo>
                      <a:lnTo>
                        <a:pt x="19" y="110"/>
                      </a:lnTo>
                      <a:lnTo>
                        <a:pt x="52" y="119"/>
                      </a:lnTo>
                      <a:lnTo>
                        <a:pt x="115" y="148"/>
                      </a:lnTo>
                      <a:lnTo>
                        <a:pt x="170" y="187"/>
                      </a:lnTo>
                      <a:lnTo>
                        <a:pt x="218" y="234"/>
                      </a:lnTo>
                      <a:lnTo>
                        <a:pt x="237" y="261"/>
                      </a:lnTo>
                      <a:lnTo>
                        <a:pt x="245" y="270"/>
                      </a:lnTo>
                      <a:lnTo>
                        <a:pt x="255" y="271"/>
                      </a:lnTo>
                      <a:lnTo>
                        <a:pt x="266" y="270"/>
                      </a:lnTo>
                      <a:lnTo>
                        <a:pt x="274" y="263"/>
                      </a:lnTo>
                      <a:lnTo>
                        <a:pt x="289" y="241"/>
                      </a:lnTo>
                      <a:lnTo>
                        <a:pt x="306" y="191"/>
                      </a:lnTo>
                      <a:lnTo>
                        <a:pt x="307" y="164"/>
                      </a:lnTo>
                      <a:lnTo>
                        <a:pt x="306" y="131"/>
                      </a:lnTo>
                      <a:lnTo>
                        <a:pt x="280" y="72"/>
                      </a:lnTo>
                      <a:lnTo>
                        <a:pt x="235" y="27"/>
                      </a:lnTo>
                      <a:lnTo>
                        <a:pt x="178" y="3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3" name="Google Shape;783;p20"/>
                <p:cNvSpPr/>
                <p:nvPr/>
              </p:nvSpPr>
              <p:spPr>
                <a:xfrm>
                  <a:off x="4612" y="947"/>
                  <a:ext cx="241" cy="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37" extrusionOk="0">
                      <a:moveTo>
                        <a:pt x="725" y="361"/>
                      </a:moveTo>
                      <a:lnTo>
                        <a:pt x="722" y="313"/>
                      </a:lnTo>
                      <a:lnTo>
                        <a:pt x="699" y="225"/>
                      </a:lnTo>
                      <a:lnTo>
                        <a:pt x="679" y="187"/>
                      </a:lnTo>
                      <a:lnTo>
                        <a:pt x="659" y="151"/>
                      </a:lnTo>
                      <a:lnTo>
                        <a:pt x="604" y="90"/>
                      </a:lnTo>
                      <a:lnTo>
                        <a:pt x="536" y="44"/>
                      </a:lnTo>
                      <a:lnTo>
                        <a:pt x="459" y="13"/>
                      </a:lnTo>
                      <a:lnTo>
                        <a:pt x="418" y="4"/>
                      </a:lnTo>
                      <a:lnTo>
                        <a:pt x="390" y="1"/>
                      </a:lnTo>
                      <a:lnTo>
                        <a:pt x="363" y="0"/>
                      </a:lnTo>
                      <a:lnTo>
                        <a:pt x="334" y="1"/>
                      </a:lnTo>
                      <a:lnTo>
                        <a:pt x="305" y="5"/>
                      </a:lnTo>
                      <a:lnTo>
                        <a:pt x="263" y="13"/>
                      </a:lnTo>
                      <a:lnTo>
                        <a:pt x="187" y="44"/>
                      </a:lnTo>
                      <a:lnTo>
                        <a:pt x="120" y="92"/>
                      </a:lnTo>
                      <a:lnTo>
                        <a:pt x="67" y="152"/>
                      </a:lnTo>
                      <a:lnTo>
                        <a:pt x="45" y="188"/>
                      </a:lnTo>
                      <a:lnTo>
                        <a:pt x="25" y="227"/>
                      </a:lnTo>
                      <a:lnTo>
                        <a:pt x="3" y="313"/>
                      </a:lnTo>
                      <a:lnTo>
                        <a:pt x="0" y="361"/>
                      </a:lnTo>
                      <a:lnTo>
                        <a:pt x="2" y="399"/>
                      </a:lnTo>
                      <a:lnTo>
                        <a:pt x="19" y="476"/>
                      </a:lnTo>
                      <a:lnTo>
                        <a:pt x="51" y="543"/>
                      </a:lnTo>
                      <a:lnTo>
                        <a:pt x="96" y="604"/>
                      </a:lnTo>
                      <a:lnTo>
                        <a:pt x="123" y="630"/>
                      </a:lnTo>
                      <a:lnTo>
                        <a:pt x="93" y="673"/>
                      </a:lnTo>
                      <a:lnTo>
                        <a:pt x="84" y="687"/>
                      </a:lnTo>
                      <a:lnTo>
                        <a:pt x="90" y="719"/>
                      </a:lnTo>
                      <a:lnTo>
                        <a:pt x="103" y="729"/>
                      </a:lnTo>
                      <a:lnTo>
                        <a:pt x="113" y="736"/>
                      </a:lnTo>
                      <a:lnTo>
                        <a:pt x="126" y="737"/>
                      </a:lnTo>
                      <a:lnTo>
                        <a:pt x="136" y="736"/>
                      </a:lnTo>
                      <a:lnTo>
                        <a:pt x="153" y="727"/>
                      </a:lnTo>
                      <a:lnTo>
                        <a:pt x="159" y="720"/>
                      </a:lnTo>
                      <a:lnTo>
                        <a:pt x="189" y="677"/>
                      </a:lnTo>
                      <a:lnTo>
                        <a:pt x="230" y="696"/>
                      </a:lnTo>
                      <a:lnTo>
                        <a:pt x="316" y="719"/>
                      </a:lnTo>
                      <a:lnTo>
                        <a:pt x="363" y="720"/>
                      </a:lnTo>
                      <a:lnTo>
                        <a:pt x="409" y="719"/>
                      </a:lnTo>
                      <a:lnTo>
                        <a:pt x="495" y="696"/>
                      </a:lnTo>
                      <a:lnTo>
                        <a:pt x="536" y="677"/>
                      </a:lnTo>
                      <a:lnTo>
                        <a:pt x="566" y="720"/>
                      </a:lnTo>
                      <a:lnTo>
                        <a:pt x="572" y="727"/>
                      </a:lnTo>
                      <a:lnTo>
                        <a:pt x="589" y="736"/>
                      </a:lnTo>
                      <a:lnTo>
                        <a:pt x="599" y="737"/>
                      </a:lnTo>
                      <a:lnTo>
                        <a:pt x="612" y="736"/>
                      </a:lnTo>
                      <a:lnTo>
                        <a:pt x="622" y="729"/>
                      </a:lnTo>
                      <a:lnTo>
                        <a:pt x="635" y="719"/>
                      </a:lnTo>
                      <a:lnTo>
                        <a:pt x="640" y="687"/>
                      </a:lnTo>
                      <a:lnTo>
                        <a:pt x="633" y="673"/>
                      </a:lnTo>
                      <a:lnTo>
                        <a:pt x="602" y="630"/>
                      </a:lnTo>
                      <a:lnTo>
                        <a:pt x="630" y="604"/>
                      </a:lnTo>
                      <a:lnTo>
                        <a:pt x="674" y="543"/>
                      </a:lnTo>
                      <a:lnTo>
                        <a:pt x="706" y="476"/>
                      </a:lnTo>
                      <a:lnTo>
                        <a:pt x="723" y="399"/>
                      </a:lnTo>
                      <a:lnTo>
                        <a:pt x="725" y="361"/>
                      </a:lnTo>
                      <a:close/>
                      <a:moveTo>
                        <a:pt x="363" y="619"/>
                      </a:moveTo>
                      <a:lnTo>
                        <a:pt x="335" y="619"/>
                      </a:lnTo>
                      <a:lnTo>
                        <a:pt x="285" y="608"/>
                      </a:lnTo>
                      <a:lnTo>
                        <a:pt x="239" y="589"/>
                      </a:lnTo>
                      <a:lnTo>
                        <a:pt x="197" y="561"/>
                      </a:lnTo>
                      <a:lnTo>
                        <a:pt x="161" y="526"/>
                      </a:lnTo>
                      <a:lnTo>
                        <a:pt x="133" y="484"/>
                      </a:lnTo>
                      <a:lnTo>
                        <a:pt x="113" y="438"/>
                      </a:lnTo>
                      <a:lnTo>
                        <a:pt x="103" y="386"/>
                      </a:lnTo>
                      <a:lnTo>
                        <a:pt x="101" y="361"/>
                      </a:lnTo>
                      <a:lnTo>
                        <a:pt x="103" y="328"/>
                      </a:lnTo>
                      <a:lnTo>
                        <a:pt x="120" y="266"/>
                      </a:lnTo>
                      <a:lnTo>
                        <a:pt x="133" y="237"/>
                      </a:lnTo>
                      <a:lnTo>
                        <a:pt x="149" y="211"/>
                      </a:lnTo>
                      <a:lnTo>
                        <a:pt x="188" y="166"/>
                      </a:lnTo>
                      <a:lnTo>
                        <a:pt x="237" y="133"/>
                      </a:lnTo>
                      <a:lnTo>
                        <a:pt x="292" y="110"/>
                      </a:lnTo>
                      <a:lnTo>
                        <a:pt x="322" y="105"/>
                      </a:lnTo>
                      <a:lnTo>
                        <a:pt x="342" y="102"/>
                      </a:lnTo>
                      <a:lnTo>
                        <a:pt x="363" y="100"/>
                      </a:lnTo>
                      <a:lnTo>
                        <a:pt x="381" y="102"/>
                      </a:lnTo>
                      <a:lnTo>
                        <a:pt x="400" y="103"/>
                      </a:lnTo>
                      <a:lnTo>
                        <a:pt x="431" y="109"/>
                      </a:lnTo>
                      <a:lnTo>
                        <a:pt x="487" y="132"/>
                      </a:lnTo>
                      <a:lnTo>
                        <a:pt x="536" y="166"/>
                      </a:lnTo>
                      <a:lnTo>
                        <a:pt x="576" y="211"/>
                      </a:lnTo>
                      <a:lnTo>
                        <a:pt x="592" y="237"/>
                      </a:lnTo>
                      <a:lnTo>
                        <a:pt x="605" y="264"/>
                      </a:lnTo>
                      <a:lnTo>
                        <a:pt x="622" y="328"/>
                      </a:lnTo>
                      <a:lnTo>
                        <a:pt x="624" y="361"/>
                      </a:lnTo>
                      <a:lnTo>
                        <a:pt x="622" y="386"/>
                      </a:lnTo>
                      <a:lnTo>
                        <a:pt x="612" y="438"/>
                      </a:lnTo>
                      <a:lnTo>
                        <a:pt x="592" y="484"/>
                      </a:lnTo>
                      <a:lnTo>
                        <a:pt x="563" y="526"/>
                      </a:lnTo>
                      <a:lnTo>
                        <a:pt x="529" y="561"/>
                      </a:lnTo>
                      <a:lnTo>
                        <a:pt x="487" y="589"/>
                      </a:lnTo>
                      <a:lnTo>
                        <a:pt x="441" y="608"/>
                      </a:lnTo>
                      <a:lnTo>
                        <a:pt x="389" y="619"/>
                      </a:lnTo>
                      <a:lnTo>
                        <a:pt x="363" y="6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4" name="Google Shape;784;p20"/>
                <p:cNvSpPr/>
                <p:nvPr/>
              </p:nvSpPr>
              <p:spPr>
                <a:xfrm>
                  <a:off x="4716" y="1006"/>
                  <a:ext cx="7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98" extrusionOk="0">
                      <a:moveTo>
                        <a:pt x="194" y="245"/>
                      </a:moveTo>
                      <a:lnTo>
                        <a:pt x="95" y="183"/>
                      </a:lnTo>
                      <a:lnTo>
                        <a:pt x="91" y="167"/>
                      </a:lnTo>
                      <a:lnTo>
                        <a:pt x="78" y="156"/>
                      </a:lnTo>
                      <a:lnTo>
                        <a:pt x="83" y="31"/>
                      </a:lnTo>
                      <a:lnTo>
                        <a:pt x="82" y="19"/>
                      </a:lnTo>
                      <a:lnTo>
                        <a:pt x="66" y="3"/>
                      </a:lnTo>
                      <a:lnTo>
                        <a:pt x="54" y="0"/>
                      </a:lnTo>
                      <a:lnTo>
                        <a:pt x="43" y="2"/>
                      </a:lnTo>
                      <a:lnTo>
                        <a:pt x="27" y="18"/>
                      </a:lnTo>
                      <a:lnTo>
                        <a:pt x="26" y="29"/>
                      </a:lnTo>
                      <a:lnTo>
                        <a:pt x="20" y="153"/>
                      </a:lnTo>
                      <a:lnTo>
                        <a:pt x="11" y="160"/>
                      </a:lnTo>
                      <a:lnTo>
                        <a:pt x="1" y="180"/>
                      </a:lnTo>
                      <a:lnTo>
                        <a:pt x="0" y="192"/>
                      </a:lnTo>
                      <a:lnTo>
                        <a:pt x="1" y="202"/>
                      </a:lnTo>
                      <a:lnTo>
                        <a:pt x="8" y="219"/>
                      </a:lnTo>
                      <a:lnTo>
                        <a:pt x="21" y="232"/>
                      </a:lnTo>
                      <a:lnTo>
                        <a:pt x="39" y="239"/>
                      </a:lnTo>
                      <a:lnTo>
                        <a:pt x="49" y="241"/>
                      </a:lnTo>
                      <a:lnTo>
                        <a:pt x="59" y="239"/>
                      </a:lnTo>
                      <a:lnTo>
                        <a:pt x="69" y="235"/>
                      </a:lnTo>
                      <a:lnTo>
                        <a:pt x="164" y="294"/>
                      </a:lnTo>
                      <a:lnTo>
                        <a:pt x="171" y="298"/>
                      </a:lnTo>
                      <a:lnTo>
                        <a:pt x="180" y="298"/>
                      </a:lnTo>
                      <a:lnTo>
                        <a:pt x="187" y="298"/>
                      </a:lnTo>
                      <a:lnTo>
                        <a:pt x="199" y="291"/>
                      </a:lnTo>
                      <a:lnTo>
                        <a:pt x="205" y="285"/>
                      </a:lnTo>
                      <a:lnTo>
                        <a:pt x="209" y="274"/>
                      </a:lnTo>
                      <a:lnTo>
                        <a:pt x="203" y="252"/>
                      </a:lnTo>
                      <a:lnTo>
                        <a:pt x="194" y="2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85" name="Google Shape;785;p20"/>
              <p:cNvGrpSpPr/>
              <p:nvPr/>
            </p:nvGrpSpPr>
            <p:grpSpPr>
              <a:xfrm>
                <a:off x="10506302" y="406846"/>
                <a:ext cx="140525" cy="140525"/>
                <a:chOff x="1747" y="423"/>
                <a:chExt cx="575" cy="575"/>
              </a:xfrm>
            </p:grpSpPr>
            <p:sp>
              <p:nvSpPr>
                <p:cNvPr id="786" name="Google Shape;786;p20"/>
                <p:cNvSpPr/>
                <p:nvPr/>
              </p:nvSpPr>
              <p:spPr>
                <a:xfrm>
                  <a:off x="1899" y="577"/>
                  <a:ext cx="271" cy="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811" extrusionOk="0">
                      <a:moveTo>
                        <a:pt x="663" y="0"/>
                      </a:moveTo>
                      <a:lnTo>
                        <a:pt x="148" y="0"/>
                      </a:lnTo>
                      <a:lnTo>
                        <a:pt x="118" y="1"/>
                      </a:lnTo>
                      <a:lnTo>
                        <a:pt x="65" y="24"/>
                      </a:lnTo>
                      <a:lnTo>
                        <a:pt x="24" y="65"/>
                      </a:lnTo>
                      <a:lnTo>
                        <a:pt x="1" y="118"/>
                      </a:lnTo>
                      <a:lnTo>
                        <a:pt x="0" y="148"/>
                      </a:lnTo>
                      <a:lnTo>
                        <a:pt x="0" y="663"/>
                      </a:lnTo>
                      <a:lnTo>
                        <a:pt x="1" y="693"/>
                      </a:lnTo>
                      <a:lnTo>
                        <a:pt x="24" y="746"/>
                      </a:lnTo>
                      <a:lnTo>
                        <a:pt x="65" y="787"/>
                      </a:lnTo>
                      <a:lnTo>
                        <a:pt x="118" y="808"/>
                      </a:lnTo>
                      <a:lnTo>
                        <a:pt x="148" y="811"/>
                      </a:lnTo>
                      <a:lnTo>
                        <a:pt x="663" y="811"/>
                      </a:lnTo>
                      <a:lnTo>
                        <a:pt x="693" y="808"/>
                      </a:lnTo>
                      <a:lnTo>
                        <a:pt x="746" y="787"/>
                      </a:lnTo>
                      <a:lnTo>
                        <a:pt x="787" y="746"/>
                      </a:lnTo>
                      <a:lnTo>
                        <a:pt x="810" y="693"/>
                      </a:lnTo>
                      <a:lnTo>
                        <a:pt x="811" y="663"/>
                      </a:lnTo>
                      <a:lnTo>
                        <a:pt x="811" y="148"/>
                      </a:lnTo>
                      <a:lnTo>
                        <a:pt x="810" y="118"/>
                      </a:lnTo>
                      <a:lnTo>
                        <a:pt x="787" y="65"/>
                      </a:lnTo>
                      <a:lnTo>
                        <a:pt x="746" y="24"/>
                      </a:lnTo>
                      <a:lnTo>
                        <a:pt x="693" y="1"/>
                      </a:lnTo>
                      <a:lnTo>
                        <a:pt x="663" y="0"/>
                      </a:lnTo>
                      <a:close/>
                      <a:moveTo>
                        <a:pt x="405" y="673"/>
                      </a:moveTo>
                      <a:lnTo>
                        <a:pt x="377" y="671"/>
                      </a:lnTo>
                      <a:lnTo>
                        <a:pt x="326" y="661"/>
                      </a:lnTo>
                      <a:lnTo>
                        <a:pt x="278" y="640"/>
                      </a:lnTo>
                      <a:lnTo>
                        <a:pt x="235" y="611"/>
                      </a:lnTo>
                      <a:lnTo>
                        <a:pt x="199" y="575"/>
                      </a:lnTo>
                      <a:lnTo>
                        <a:pt x="170" y="533"/>
                      </a:lnTo>
                      <a:lnTo>
                        <a:pt x="150" y="484"/>
                      </a:lnTo>
                      <a:lnTo>
                        <a:pt x="140" y="432"/>
                      </a:lnTo>
                      <a:lnTo>
                        <a:pt x="138" y="405"/>
                      </a:lnTo>
                      <a:lnTo>
                        <a:pt x="140" y="377"/>
                      </a:lnTo>
                      <a:lnTo>
                        <a:pt x="150" y="326"/>
                      </a:lnTo>
                      <a:lnTo>
                        <a:pt x="170" y="278"/>
                      </a:lnTo>
                      <a:lnTo>
                        <a:pt x="199" y="235"/>
                      </a:lnTo>
                      <a:lnTo>
                        <a:pt x="235" y="199"/>
                      </a:lnTo>
                      <a:lnTo>
                        <a:pt x="278" y="170"/>
                      </a:lnTo>
                      <a:lnTo>
                        <a:pt x="326" y="150"/>
                      </a:lnTo>
                      <a:lnTo>
                        <a:pt x="377" y="138"/>
                      </a:lnTo>
                      <a:lnTo>
                        <a:pt x="405" y="138"/>
                      </a:lnTo>
                      <a:lnTo>
                        <a:pt x="432" y="138"/>
                      </a:lnTo>
                      <a:lnTo>
                        <a:pt x="486" y="150"/>
                      </a:lnTo>
                      <a:lnTo>
                        <a:pt x="533" y="170"/>
                      </a:lnTo>
                      <a:lnTo>
                        <a:pt x="575" y="199"/>
                      </a:lnTo>
                      <a:lnTo>
                        <a:pt x="612" y="235"/>
                      </a:lnTo>
                      <a:lnTo>
                        <a:pt x="641" y="278"/>
                      </a:lnTo>
                      <a:lnTo>
                        <a:pt x="661" y="326"/>
                      </a:lnTo>
                      <a:lnTo>
                        <a:pt x="671" y="377"/>
                      </a:lnTo>
                      <a:lnTo>
                        <a:pt x="673" y="405"/>
                      </a:lnTo>
                      <a:lnTo>
                        <a:pt x="671" y="432"/>
                      </a:lnTo>
                      <a:lnTo>
                        <a:pt x="661" y="484"/>
                      </a:lnTo>
                      <a:lnTo>
                        <a:pt x="641" y="533"/>
                      </a:lnTo>
                      <a:lnTo>
                        <a:pt x="612" y="575"/>
                      </a:lnTo>
                      <a:lnTo>
                        <a:pt x="575" y="611"/>
                      </a:lnTo>
                      <a:lnTo>
                        <a:pt x="533" y="640"/>
                      </a:lnTo>
                      <a:lnTo>
                        <a:pt x="486" y="661"/>
                      </a:lnTo>
                      <a:lnTo>
                        <a:pt x="432" y="671"/>
                      </a:lnTo>
                      <a:lnTo>
                        <a:pt x="405" y="673"/>
                      </a:lnTo>
                      <a:close/>
                      <a:moveTo>
                        <a:pt x="682" y="193"/>
                      </a:moveTo>
                      <a:lnTo>
                        <a:pt x="669" y="193"/>
                      </a:lnTo>
                      <a:lnTo>
                        <a:pt x="646" y="183"/>
                      </a:lnTo>
                      <a:lnTo>
                        <a:pt x="628" y="166"/>
                      </a:lnTo>
                      <a:lnTo>
                        <a:pt x="620" y="143"/>
                      </a:lnTo>
                      <a:lnTo>
                        <a:pt x="618" y="130"/>
                      </a:lnTo>
                      <a:lnTo>
                        <a:pt x="620" y="117"/>
                      </a:lnTo>
                      <a:lnTo>
                        <a:pt x="628" y="95"/>
                      </a:lnTo>
                      <a:lnTo>
                        <a:pt x="646" y="78"/>
                      </a:lnTo>
                      <a:lnTo>
                        <a:pt x="669" y="68"/>
                      </a:lnTo>
                      <a:lnTo>
                        <a:pt x="682" y="66"/>
                      </a:lnTo>
                      <a:lnTo>
                        <a:pt x="695" y="68"/>
                      </a:lnTo>
                      <a:lnTo>
                        <a:pt x="716" y="78"/>
                      </a:lnTo>
                      <a:lnTo>
                        <a:pt x="733" y="95"/>
                      </a:lnTo>
                      <a:lnTo>
                        <a:pt x="744" y="117"/>
                      </a:lnTo>
                      <a:lnTo>
                        <a:pt x="745" y="130"/>
                      </a:lnTo>
                      <a:lnTo>
                        <a:pt x="744" y="143"/>
                      </a:lnTo>
                      <a:lnTo>
                        <a:pt x="733" y="166"/>
                      </a:lnTo>
                      <a:lnTo>
                        <a:pt x="716" y="183"/>
                      </a:lnTo>
                      <a:lnTo>
                        <a:pt x="695" y="193"/>
                      </a:lnTo>
                      <a:lnTo>
                        <a:pt x="682" y="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7" name="Google Shape;787;p20"/>
                <p:cNvSpPr/>
                <p:nvPr/>
              </p:nvSpPr>
              <p:spPr>
                <a:xfrm>
                  <a:off x="1983" y="660"/>
                  <a:ext cx="103" cy="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" h="308" extrusionOk="0">
                      <a:moveTo>
                        <a:pt x="154" y="0"/>
                      </a:moveTo>
                      <a:lnTo>
                        <a:pt x="124" y="3"/>
                      </a:lnTo>
                      <a:lnTo>
                        <a:pt x="67" y="26"/>
                      </a:lnTo>
                      <a:lnTo>
                        <a:pt x="26" y="67"/>
                      </a:lnTo>
                      <a:lnTo>
                        <a:pt x="3" y="122"/>
                      </a:lnTo>
                      <a:lnTo>
                        <a:pt x="0" y="154"/>
                      </a:lnTo>
                      <a:lnTo>
                        <a:pt x="3" y="185"/>
                      </a:lnTo>
                      <a:lnTo>
                        <a:pt x="26" y="240"/>
                      </a:lnTo>
                      <a:lnTo>
                        <a:pt x="67" y="283"/>
                      </a:lnTo>
                      <a:lnTo>
                        <a:pt x="124" y="307"/>
                      </a:lnTo>
                      <a:lnTo>
                        <a:pt x="154" y="308"/>
                      </a:lnTo>
                      <a:lnTo>
                        <a:pt x="186" y="307"/>
                      </a:lnTo>
                      <a:lnTo>
                        <a:pt x="242" y="283"/>
                      </a:lnTo>
                      <a:lnTo>
                        <a:pt x="284" y="240"/>
                      </a:lnTo>
                      <a:lnTo>
                        <a:pt x="307" y="185"/>
                      </a:lnTo>
                      <a:lnTo>
                        <a:pt x="308" y="154"/>
                      </a:lnTo>
                      <a:lnTo>
                        <a:pt x="307" y="122"/>
                      </a:lnTo>
                      <a:lnTo>
                        <a:pt x="284" y="67"/>
                      </a:lnTo>
                      <a:lnTo>
                        <a:pt x="242" y="26"/>
                      </a:lnTo>
                      <a:lnTo>
                        <a:pt x="186" y="3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8" name="Google Shape;788;p20"/>
                <p:cNvSpPr/>
                <p:nvPr/>
              </p:nvSpPr>
              <p:spPr>
                <a:xfrm>
                  <a:off x="1747" y="423"/>
                  <a:ext cx="575" cy="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725" extrusionOk="0">
                      <a:moveTo>
                        <a:pt x="862" y="0"/>
                      </a:moveTo>
                      <a:lnTo>
                        <a:pt x="819" y="2"/>
                      </a:lnTo>
                      <a:lnTo>
                        <a:pt x="731" y="10"/>
                      </a:lnTo>
                      <a:lnTo>
                        <a:pt x="647" y="28"/>
                      </a:lnTo>
                      <a:lnTo>
                        <a:pt x="566" y="52"/>
                      </a:lnTo>
                      <a:lnTo>
                        <a:pt x="489" y="85"/>
                      </a:lnTo>
                      <a:lnTo>
                        <a:pt x="415" y="126"/>
                      </a:lnTo>
                      <a:lnTo>
                        <a:pt x="346" y="172"/>
                      </a:lnTo>
                      <a:lnTo>
                        <a:pt x="282" y="225"/>
                      </a:lnTo>
                      <a:lnTo>
                        <a:pt x="223" y="283"/>
                      </a:lnTo>
                      <a:lnTo>
                        <a:pt x="172" y="346"/>
                      </a:lnTo>
                      <a:lnTo>
                        <a:pt x="124" y="415"/>
                      </a:lnTo>
                      <a:lnTo>
                        <a:pt x="85" y="489"/>
                      </a:lnTo>
                      <a:lnTo>
                        <a:pt x="52" y="567"/>
                      </a:lnTo>
                      <a:lnTo>
                        <a:pt x="27" y="647"/>
                      </a:lnTo>
                      <a:lnTo>
                        <a:pt x="10" y="731"/>
                      </a:lnTo>
                      <a:lnTo>
                        <a:pt x="1" y="819"/>
                      </a:lnTo>
                      <a:lnTo>
                        <a:pt x="0" y="863"/>
                      </a:lnTo>
                      <a:lnTo>
                        <a:pt x="1" y="907"/>
                      </a:lnTo>
                      <a:lnTo>
                        <a:pt x="10" y="994"/>
                      </a:lnTo>
                      <a:lnTo>
                        <a:pt x="27" y="1078"/>
                      </a:lnTo>
                      <a:lnTo>
                        <a:pt x="52" y="1159"/>
                      </a:lnTo>
                      <a:lnTo>
                        <a:pt x="85" y="1237"/>
                      </a:lnTo>
                      <a:lnTo>
                        <a:pt x="124" y="1310"/>
                      </a:lnTo>
                      <a:lnTo>
                        <a:pt x="172" y="1379"/>
                      </a:lnTo>
                      <a:lnTo>
                        <a:pt x="223" y="1443"/>
                      </a:lnTo>
                      <a:lnTo>
                        <a:pt x="282" y="1502"/>
                      </a:lnTo>
                      <a:lnTo>
                        <a:pt x="346" y="1553"/>
                      </a:lnTo>
                      <a:lnTo>
                        <a:pt x="415" y="1601"/>
                      </a:lnTo>
                      <a:lnTo>
                        <a:pt x="489" y="1640"/>
                      </a:lnTo>
                      <a:lnTo>
                        <a:pt x="566" y="1673"/>
                      </a:lnTo>
                      <a:lnTo>
                        <a:pt x="647" y="1698"/>
                      </a:lnTo>
                      <a:lnTo>
                        <a:pt x="731" y="1715"/>
                      </a:lnTo>
                      <a:lnTo>
                        <a:pt x="819" y="1724"/>
                      </a:lnTo>
                      <a:lnTo>
                        <a:pt x="862" y="1725"/>
                      </a:lnTo>
                      <a:lnTo>
                        <a:pt x="907" y="1724"/>
                      </a:lnTo>
                      <a:lnTo>
                        <a:pt x="994" y="1715"/>
                      </a:lnTo>
                      <a:lnTo>
                        <a:pt x="1078" y="1698"/>
                      </a:lnTo>
                      <a:lnTo>
                        <a:pt x="1159" y="1673"/>
                      </a:lnTo>
                      <a:lnTo>
                        <a:pt x="1237" y="1640"/>
                      </a:lnTo>
                      <a:lnTo>
                        <a:pt x="1310" y="1601"/>
                      </a:lnTo>
                      <a:lnTo>
                        <a:pt x="1379" y="1553"/>
                      </a:lnTo>
                      <a:lnTo>
                        <a:pt x="1443" y="1502"/>
                      </a:lnTo>
                      <a:lnTo>
                        <a:pt x="1500" y="1443"/>
                      </a:lnTo>
                      <a:lnTo>
                        <a:pt x="1554" y="1379"/>
                      </a:lnTo>
                      <a:lnTo>
                        <a:pt x="1600" y="1310"/>
                      </a:lnTo>
                      <a:lnTo>
                        <a:pt x="1640" y="1237"/>
                      </a:lnTo>
                      <a:lnTo>
                        <a:pt x="1673" y="1159"/>
                      </a:lnTo>
                      <a:lnTo>
                        <a:pt x="1698" y="1078"/>
                      </a:lnTo>
                      <a:lnTo>
                        <a:pt x="1715" y="994"/>
                      </a:lnTo>
                      <a:lnTo>
                        <a:pt x="1724" y="907"/>
                      </a:lnTo>
                      <a:lnTo>
                        <a:pt x="1725" y="863"/>
                      </a:lnTo>
                      <a:lnTo>
                        <a:pt x="1724" y="819"/>
                      </a:lnTo>
                      <a:lnTo>
                        <a:pt x="1715" y="731"/>
                      </a:lnTo>
                      <a:lnTo>
                        <a:pt x="1698" y="647"/>
                      </a:lnTo>
                      <a:lnTo>
                        <a:pt x="1673" y="567"/>
                      </a:lnTo>
                      <a:lnTo>
                        <a:pt x="1640" y="489"/>
                      </a:lnTo>
                      <a:lnTo>
                        <a:pt x="1600" y="415"/>
                      </a:lnTo>
                      <a:lnTo>
                        <a:pt x="1554" y="346"/>
                      </a:lnTo>
                      <a:lnTo>
                        <a:pt x="1500" y="283"/>
                      </a:lnTo>
                      <a:lnTo>
                        <a:pt x="1443" y="225"/>
                      </a:lnTo>
                      <a:lnTo>
                        <a:pt x="1379" y="172"/>
                      </a:lnTo>
                      <a:lnTo>
                        <a:pt x="1310" y="126"/>
                      </a:lnTo>
                      <a:lnTo>
                        <a:pt x="1237" y="85"/>
                      </a:lnTo>
                      <a:lnTo>
                        <a:pt x="1159" y="52"/>
                      </a:lnTo>
                      <a:lnTo>
                        <a:pt x="1078" y="28"/>
                      </a:lnTo>
                      <a:lnTo>
                        <a:pt x="994" y="10"/>
                      </a:lnTo>
                      <a:lnTo>
                        <a:pt x="907" y="2"/>
                      </a:lnTo>
                      <a:lnTo>
                        <a:pt x="862" y="0"/>
                      </a:lnTo>
                      <a:close/>
                      <a:moveTo>
                        <a:pt x="1381" y="1123"/>
                      </a:moveTo>
                      <a:lnTo>
                        <a:pt x="1381" y="1149"/>
                      </a:lnTo>
                      <a:lnTo>
                        <a:pt x="1369" y="1201"/>
                      </a:lnTo>
                      <a:lnTo>
                        <a:pt x="1350" y="1247"/>
                      </a:lnTo>
                      <a:lnTo>
                        <a:pt x="1322" y="1288"/>
                      </a:lnTo>
                      <a:lnTo>
                        <a:pt x="1286" y="1324"/>
                      </a:lnTo>
                      <a:lnTo>
                        <a:pt x="1244" y="1352"/>
                      </a:lnTo>
                      <a:lnTo>
                        <a:pt x="1198" y="1372"/>
                      </a:lnTo>
                      <a:lnTo>
                        <a:pt x="1146" y="1383"/>
                      </a:lnTo>
                      <a:lnTo>
                        <a:pt x="1120" y="1383"/>
                      </a:lnTo>
                      <a:lnTo>
                        <a:pt x="605" y="1383"/>
                      </a:lnTo>
                      <a:lnTo>
                        <a:pt x="578" y="1383"/>
                      </a:lnTo>
                      <a:lnTo>
                        <a:pt x="527" y="1372"/>
                      </a:lnTo>
                      <a:lnTo>
                        <a:pt x="480" y="1352"/>
                      </a:lnTo>
                      <a:lnTo>
                        <a:pt x="438" y="1324"/>
                      </a:lnTo>
                      <a:lnTo>
                        <a:pt x="404" y="1288"/>
                      </a:lnTo>
                      <a:lnTo>
                        <a:pt x="375" y="1247"/>
                      </a:lnTo>
                      <a:lnTo>
                        <a:pt x="355" y="1201"/>
                      </a:lnTo>
                      <a:lnTo>
                        <a:pt x="344" y="1149"/>
                      </a:lnTo>
                      <a:lnTo>
                        <a:pt x="343" y="1123"/>
                      </a:lnTo>
                      <a:lnTo>
                        <a:pt x="343" y="608"/>
                      </a:lnTo>
                      <a:lnTo>
                        <a:pt x="344" y="581"/>
                      </a:lnTo>
                      <a:lnTo>
                        <a:pt x="355" y="531"/>
                      </a:lnTo>
                      <a:lnTo>
                        <a:pt x="375" y="483"/>
                      </a:lnTo>
                      <a:lnTo>
                        <a:pt x="404" y="441"/>
                      </a:lnTo>
                      <a:lnTo>
                        <a:pt x="438" y="407"/>
                      </a:lnTo>
                      <a:lnTo>
                        <a:pt x="480" y="378"/>
                      </a:lnTo>
                      <a:lnTo>
                        <a:pt x="527" y="358"/>
                      </a:lnTo>
                      <a:lnTo>
                        <a:pt x="578" y="348"/>
                      </a:lnTo>
                      <a:lnTo>
                        <a:pt x="605" y="346"/>
                      </a:lnTo>
                      <a:lnTo>
                        <a:pt x="1120" y="346"/>
                      </a:lnTo>
                      <a:lnTo>
                        <a:pt x="1146" y="348"/>
                      </a:lnTo>
                      <a:lnTo>
                        <a:pt x="1198" y="358"/>
                      </a:lnTo>
                      <a:lnTo>
                        <a:pt x="1244" y="378"/>
                      </a:lnTo>
                      <a:lnTo>
                        <a:pt x="1286" y="407"/>
                      </a:lnTo>
                      <a:lnTo>
                        <a:pt x="1322" y="441"/>
                      </a:lnTo>
                      <a:lnTo>
                        <a:pt x="1350" y="483"/>
                      </a:lnTo>
                      <a:lnTo>
                        <a:pt x="1369" y="531"/>
                      </a:lnTo>
                      <a:lnTo>
                        <a:pt x="1381" y="581"/>
                      </a:lnTo>
                      <a:lnTo>
                        <a:pt x="1381" y="608"/>
                      </a:lnTo>
                      <a:lnTo>
                        <a:pt x="1381" y="112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89" name="Google Shape;789;p20"/>
              <p:cNvSpPr/>
              <p:nvPr/>
            </p:nvSpPr>
            <p:spPr>
              <a:xfrm rot="5400000">
                <a:off x="11360858" y="343758"/>
                <a:ext cx="140525" cy="26670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617" extrusionOk="0">
                    <a:moveTo>
                      <a:pt x="711" y="92"/>
                    </a:moveTo>
                    <a:lnTo>
                      <a:pt x="586" y="92"/>
                    </a:lnTo>
                    <a:lnTo>
                      <a:pt x="586" y="0"/>
                    </a:lnTo>
                    <a:lnTo>
                      <a:pt x="258" y="0"/>
                    </a:lnTo>
                    <a:lnTo>
                      <a:pt x="258" y="92"/>
                    </a:lnTo>
                    <a:lnTo>
                      <a:pt x="140" y="92"/>
                    </a:lnTo>
                    <a:lnTo>
                      <a:pt x="111" y="95"/>
                    </a:lnTo>
                    <a:lnTo>
                      <a:pt x="61" y="117"/>
                    </a:lnTo>
                    <a:lnTo>
                      <a:pt x="23" y="154"/>
                    </a:lnTo>
                    <a:lnTo>
                      <a:pt x="1" y="205"/>
                    </a:lnTo>
                    <a:lnTo>
                      <a:pt x="0" y="233"/>
                    </a:lnTo>
                    <a:lnTo>
                      <a:pt x="0" y="1477"/>
                    </a:lnTo>
                    <a:lnTo>
                      <a:pt x="1" y="1506"/>
                    </a:lnTo>
                    <a:lnTo>
                      <a:pt x="23" y="1556"/>
                    </a:lnTo>
                    <a:lnTo>
                      <a:pt x="61" y="1594"/>
                    </a:lnTo>
                    <a:lnTo>
                      <a:pt x="111" y="1615"/>
                    </a:lnTo>
                    <a:lnTo>
                      <a:pt x="140" y="1617"/>
                    </a:lnTo>
                    <a:lnTo>
                      <a:pt x="711" y="1617"/>
                    </a:lnTo>
                    <a:lnTo>
                      <a:pt x="740" y="1615"/>
                    </a:lnTo>
                    <a:lnTo>
                      <a:pt x="790" y="1594"/>
                    </a:lnTo>
                    <a:lnTo>
                      <a:pt x="828" y="1556"/>
                    </a:lnTo>
                    <a:lnTo>
                      <a:pt x="850" y="1506"/>
                    </a:lnTo>
                    <a:lnTo>
                      <a:pt x="851" y="1477"/>
                    </a:lnTo>
                    <a:lnTo>
                      <a:pt x="851" y="233"/>
                    </a:lnTo>
                    <a:lnTo>
                      <a:pt x="850" y="205"/>
                    </a:lnTo>
                    <a:lnTo>
                      <a:pt x="828" y="154"/>
                    </a:lnTo>
                    <a:lnTo>
                      <a:pt x="790" y="117"/>
                    </a:lnTo>
                    <a:lnTo>
                      <a:pt x="740" y="95"/>
                    </a:lnTo>
                    <a:lnTo>
                      <a:pt x="711" y="92"/>
                    </a:lnTo>
                    <a:close/>
                    <a:moveTo>
                      <a:pt x="757" y="1477"/>
                    </a:moveTo>
                    <a:lnTo>
                      <a:pt x="757" y="1487"/>
                    </a:lnTo>
                    <a:lnTo>
                      <a:pt x="750" y="1503"/>
                    </a:lnTo>
                    <a:lnTo>
                      <a:pt x="737" y="1516"/>
                    </a:lnTo>
                    <a:lnTo>
                      <a:pt x="721" y="1523"/>
                    </a:lnTo>
                    <a:lnTo>
                      <a:pt x="711" y="1525"/>
                    </a:lnTo>
                    <a:lnTo>
                      <a:pt x="140" y="1525"/>
                    </a:lnTo>
                    <a:lnTo>
                      <a:pt x="131" y="1523"/>
                    </a:lnTo>
                    <a:lnTo>
                      <a:pt x="114" y="1516"/>
                    </a:lnTo>
                    <a:lnTo>
                      <a:pt x="101" y="1503"/>
                    </a:lnTo>
                    <a:lnTo>
                      <a:pt x="94" y="1487"/>
                    </a:lnTo>
                    <a:lnTo>
                      <a:pt x="94" y="1477"/>
                    </a:lnTo>
                    <a:lnTo>
                      <a:pt x="94" y="233"/>
                    </a:lnTo>
                    <a:lnTo>
                      <a:pt x="94" y="223"/>
                    </a:lnTo>
                    <a:lnTo>
                      <a:pt x="101" y="206"/>
                    </a:lnTo>
                    <a:lnTo>
                      <a:pt x="114" y="194"/>
                    </a:lnTo>
                    <a:lnTo>
                      <a:pt x="131" y="187"/>
                    </a:lnTo>
                    <a:lnTo>
                      <a:pt x="140" y="186"/>
                    </a:lnTo>
                    <a:lnTo>
                      <a:pt x="711" y="186"/>
                    </a:lnTo>
                    <a:lnTo>
                      <a:pt x="721" y="187"/>
                    </a:lnTo>
                    <a:lnTo>
                      <a:pt x="737" y="194"/>
                    </a:lnTo>
                    <a:lnTo>
                      <a:pt x="750" y="206"/>
                    </a:lnTo>
                    <a:lnTo>
                      <a:pt x="757" y="223"/>
                    </a:lnTo>
                    <a:lnTo>
                      <a:pt x="757" y="233"/>
                    </a:lnTo>
                    <a:lnTo>
                      <a:pt x="757" y="1477"/>
                    </a:lnTo>
                    <a:close/>
                    <a:moveTo>
                      <a:pt x="707" y="1468"/>
                    </a:moveTo>
                    <a:lnTo>
                      <a:pt x="144" y="1468"/>
                    </a:lnTo>
                    <a:lnTo>
                      <a:pt x="144" y="1264"/>
                    </a:lnTo>
                    <a:lnTo>
                      <a:pt x="707" y="1264"/>
                    </a:lnTo>
                    <a:lnTo>
                      <a:pt x="707" y="1468"/>
                    </a:lnTo>
                    <a:close/>
                    <a:moveTo>
                      <a:pt x="707" y="1213"/>
                    </a:moveTo>
                    <a:lnTo>
                      <a:pt x="144" y="1213"/>
                    </a:lnTo>
                    <a:lnTo>
                      <a:pt x="144" y="1009"/>
                    </a:lnTo>
                    <a:lnTo>
                      <a:pt x="707" y="1009"/>
                    </a:lnTo>
                    <a:lnTo>
                      <a:pt x="707" y="1213"/>
                    </a:lnTo>
                    <a:close/>
                    <a:moveTo>
                      <a:pt x="707" y="958"/>
                    </a:moveTo>
                    <a:lnTo>
                      <a:pt x="144" y="958"/>
                    </a:lnTo>
                    <a:lnTo>
                      <a:pt x="144" y="754"/>
                    </a:lnTo>
                    <a:lnTo>
                      <a:pt x="707" y="754"/>
                    </a:lnTo>
                    <a:lnTo>
                      <a:pt x="707" y="958"/>
                    </a:lnTo>
                    <a:close/>
                    <a:moveTo>
                      <a:pt x="707" y="703"/>
                    </a:moveTo>
                    <a:lnTo>
                      <a:pt x="144" y="703"/>
                    </a:lnTo>
                    <a:lnTo>
                      <a:pt x="144" y="499"/>
                    </a:lnTo>
                    <a:lnTo>
                      <a:pt x="707" y="499"/>
                    </a:lnTo>
                    <a:lnTo>
                      <a:pt x="707" y="703"/>
                    </a:lnTo>
                    <a:close/>
                    <a:moveTo>
                      <a:pt x="707" y="448"/>
                    </a:moveTo>
                    <a:lnTo>
                      <a:pt x="144" y="448"/>
                    </a:lnTo>
                    <a:lnTo>
                      <a:pt x="144" y="243"/>
                    </a:lnTo>
                    <a:lnTo>
                      <a:pt x="707" y="243"/>
                    </a:lnTo>
                    <a:lnTo>
                      <a:pt x="707" y="4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20"/>
              <p:cNvSpPr/>
              <p:nvPr/>
            </p:nvSpPr>
            <p:spPr>
              <a:xfrm>
                <a:off x="10885020" y="369386"/>
                <a:ext cx="454304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100%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20"/>
              <p:cNvSpPr/>
              <p:nvPr/>
            </p:nvSpPr>
            <p:spPr>
              <a:xfrm>
                <a:off x="10212196" y="406846"/>
                <a:ext cx="17980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293" extrusionOk="0">
                    <a:moveTo>
                      <a:pt x="2747" y="3607"/>
                    </a:moveTo>
                    <a:lnTo>
                      <a:pt x="2711" y="3609"/>
                    </a:lnTo>
                    <a:lnTo>
                      <a:pt x="2645" y="3622"/>
                    </a:lnTo>
                    <a:lnTo>
                      <a:pt x="2583" y="3649"/>
                    </a:lnTo>
                    <a:lnTo>
                      <a:pt x="2528" y="3685"/>
                    </a:lnTo>
                    <a:lnTo>
                      <a:pt x="2481" y="3733"/>
                    </a:lnTo>
                    <a:lnTo>
                      <a:pt x="2443" y="3787"/>
                    </a:lnTo>
                    <a:lnTo>
                      <a:pt x="2417" y="3848"/>
                    </a:lnTo>
                    <a:lnTo>
                      <a:pt x="2403" y="3916"/>
                    </a:lnTo>
                    <a:lnTo>
                      <a:pt x="2403" y="3950"/>
                    </a:lnTo>
                    <a:lnTo>
                      <a:pt x="2403" y="3986"/>
                    </a:lnTo>
                    <a:lnTo>
                      <a:pt x="2417" y="4052"/>
                    </a:lnTo>
                    <a:lnTo>
                      <a:pt x="2443" y="4114"/>
                    </a:lnTo>
                    <a:lnTo>
                      <a:pt x="2481" y="4169"/>
                    </a:lnTo>
                    <a:lnTo>
                      <a:pt x="2527" y="4215"/>
                    </a:lnTo>
                    <a:lnTo>
                      <a:pt x="2583" y="4253"/>
                    </a:lnTo>
                    <a:lnTo>
                      <a:pt x="2645" y="4279"/>
                    </a:lnTo>
                    <a:lnTo>
                      <a:pt x="2711" y="4293"/>
                    </a:lnTo>
                    <a:lnTo>
                      <a:pt x="2747" y="4293"/>
                    </a:lnTo>
                    <a:lnTo>
                      <a:pt x="2783" y="4293"/>
                    </a:lnTo>
                    <a:lnTo>
                      <a:pt x="2849" y="4279"/>
                    </a:lnTo>
                    <a:lnTo>
                      <a:pt x="2911" y="4253"/>
                    </a:lnTo>
                    <a:lnTo>
                      <a:pt x="2966" y="4215"/>
                    </a:lnTo>
                    <a:lnTo>
                      <a:pt x="3013" y="4169"/>
                    </a:lnTo>
                    <a:lnTo>
                      <a:pt x="3051" y="4114"/>
                    </a:lnTo>
                    <a:lnTo>
                      <a:pt x="3077" y="4052"/>
                    </a:lnTo>
                    <a:lnTo>
                      <a:pt x="3090" y="3986"/>
                    </a:lnTo>
                    <a:lnTo>
                      <a:pt x="3091" y="3950"/>
                    </a:lnTo>
                    <a:lnTo>
                      <a:pt x="3090" y="3916"/>
                    </a:lnTo>
                    <a:lnTo>
                      <a:pt x="3077" y="3848"/>
                    </a:lnTo>
                    <a:lnTo>
                      <a:pt x="3051" y="3787"/>
                    </a:lnTo>
                    <a:lnTo>
                      <a:pt x="3013" y="3733"/>
                    </a:lnTo>
                    <a:lnTo>
                      <a:pt x="2966" y="3685"/>
                    </a:lnTo>
                    <a:lnTo>
                      <a:pt x="2911" y="3648"/>
                    </a:lnTo>
                    <a:lnTo>
                      <a:pt x="2849" y="3622"/>
                    </a:lnTo>
                    <a:lnTo>
                      <a:pt x="2783" y="3609"/>
                    </a:lnTo>
                    <a:lnTo>
                      <a:pt x="2747" y="3607"/>
                    </a:lnTo>
                    <a:close/>
                    <a:moveTo>
                      <a:pt x="5399" y="1030"/>
                    </a:moveTo>
                    <a:lnTo>
                      <a:pt x="5332" y="968"/>
                    </a:lnTo>
                    <a:lnTo>
                      <a:pt x="5194" y="852"/>
                    </a:lnTo>
                    <a:lnTo>
                      <a:pt x="5050" y="741"/>
                    </a:lnTo>
                    <a:lnTo>
                      <a:pt x="4902" y="638"/>
                    </a:lnTo>
                    <a:lnTo>
                      <a:pt x="4749" y="542"/>
                    </a:lnTo>
                    <a:lnTo>
                      <a:pt x="4592" y="454"/>
                    </a:lnTo>
                    <a:lnTo>
                      <a:pt x="4431" y="373"/>
                    </a:lnTo>
                    <a:lnTo>
                      <a:pt x="4266" y="300"/>
                    </a:lnTo>
                    <a:lnTo>
                      <a:pt x="4098" y="235"/>
                    </a:lnTo>
                    <a:lnTo>
                      <a:pt x="3927" y="178"/>
                    </a:lnTo>
                    <a:lnTo>
                      <a:pt x="3751" y="127"/>
                    </a:lnTo>
                    <a:lnTo>
                      <a:pt x="3574" y="85"/>
                    </a:lnTo>
                    <a:lnTo>
                      <a:pt x="3394" y="52"/>
                    </a:lnTo>
                    <a:lnTo>
                      <a:pt x="3211" y="26"/>
                    </a:lnTo>
                    <a:lnTo>
                      <a:pt x="3026" y="10"/>
                    </a:lnTo>
                    <a:lnTo>
                      <a:pt x="2839" y="2"/>
                    </a:lnTo>
                    <a:lnTo>
                      <a:pt x="2746" y="0"/>
                    </a:lnTo>
                    <a:lnTo>
                      <a:pt x="2652" y="2"/>
                    </a:lnTo>
                    <a:lnTo>
                      <a:pt x="2466" y="10"/>
                    </a:lnTo>
                    <a:lnTo>
                      <a:pt x="2282" y="26"/>
                    </a:lnTo>
                    <a:lnTo>
                      <a:pt x="2099" y="52"/>
                    </a:lnTo>
                    <a:lnTo>
                      <a:pt x="1919" y="85"/>
                    </a:lnTo>
                    <a:lnTo>
                      <a:pt x="1740" y="127"/>
                    </a:lnTo>
                    <a:lnTo>
                      <a:pt x="1566" y="178"/>
                    </a:lnTo>
                    <a:lnTo>
                      <a:pt x="1395" y="235"/>
                    </a:lnTo>
                    <a:lnTo>
                      <a:pt x="1226" y="300"/>
                    </a:lnTo>
                    <a:lnTo>
                      <a:pt x="1060" y="373"/>
                    </a:lnTo>
                    <a:lnTo>
                      <a:pt x="899" y="454"/>
                    </a:lnTo>
                    <a:lnTo>
                      <a:pt x="742" y="542"/>
                    </a:lnTo>
                    <a:lnTo>
                      <a:pt x="590" y="638"/>
                    </a:lnTo>
                    <a:lnTo>
                      <a:pt x="441" y="741"/>
                    </a:lnTo>
                    <a:lnTo>
                      <a:pt x="299" y="852"/>
                    </a:lnTo>
                    <a:lnTo>
                      <a:pt x="160" y="970"/>
                    </a:lnTo>
                    <a:lnTo>
                      <a:pt x="93" y="1030"/>
                    </a:lnTo>
                    <a:lnTo>
                      <a:pt x="71" y="1053"/>
                    </a:lnTo>
                    <a:lnTo>
                      <a:pt x="35" y="1104"/>
                    </a:lnTo>
                    <a:lnTo>
                      <a:pt x="12" y="1157"/>
                    </a:lnTo>
                    <a:lnTo>
                      <a:pt x="0" y="1215"/>
                    </a:lnTo>
                    <a:lnTo>
                      <a:pt x="0" y="1272"/>
                    </a:lnTo>
                    <a:lnTo>
                      <a:pt x="12" y="1328"/>
                    </a:lnTo>
                    <a:lnTo>
                      <a:pt x="35" y="1383"/>
                    </a:lnTo>
                    <a:lnTo>
                      <a:pt x="71" y="1432"/>
                    </a:lnTo>
                    <a:lnTo>
                      <a:pt x="93" y="1455"/>
                    </a:lnTo>
                    <a:lnTo>
                      <a:pt x="117" y="1477"/>
                    </a:lnTo>
                    <a:lnTo>
                      <a:pt x="170" y="1510"/>
                    </a:lnTo>
                    <a:lnTo>
                      <a:pt x="228" y="1532"/>
                    </a:lnTo>
                    <a:lnTo>
                      <a:pt x="288" y="1543"/>
                    </a:lnTo>
                    <a:lnTo>
                      <a:pt x="319" y="1543"/>
                    </a:lnTo>
                    <a:lnTo>
                      <a:pt x="350" y="1543"/>
                    </a:lnTo>
                    <a:lnTo>
                      <a:pt x="411" y="1532"/>
                    </a:lnTo>
                    <a:lnTo>
                      <a:pt x="469" y="1510"/>
                    </a:lnTo>
                    <a:lnTo>
                      <a:pt x="522" y="1477"/>
                    </a:lnTo>
                    <a:lnTo>
                      <a:pt x="546" y="1455"/>
                    </a:lnTo>
                    <a:lnTo>
                      <a:pt x="601" y="1405"/>
                    </a:lnTo>
                    <a:lnTo>
                      <a:pt x="716" y="1308"/>
                    </a:lnTo>
                    <a:lnTo>
                      <a:pt x="834" y="1218"/>
                    </a:lnTo>
                    <a:lnTo>
                      <a:pt x="958" y="1134"/>
                    </a:lnTo>
                    <a:lnTo>
                      <a:pt x="1085" y="1056"/>
                    </a:lnTo>
                    <a:lnTo>
                      <a:pt x="1215" y="986"/>
                    </a:lnTo>
                    <a:lnTo>
                      <a:pt x="1349" y="922"/>
                    </a:lnTo>
                    <a:lnTo>
                      <a:pt x="1485" y="865"/>
                    </a:lnTo>
                    <a:lnTo>
                      <a:pt x="1625" y="813"/>
                    </a:lnTo>
                    <a:lnTo>
                      <a:pt x="1768" y="768"/>
                    </a:lnTo>
                    <a:lnTo>
                      <a:pt x="1985" y="712"/>
                    </a:lnTo>
                    <a:lnTo>
                      <a:pt x="2285" y="662"/>
                    </a:lnTo>
                    <a:lnTo>
                      <a:pt x="2590" y="636"/>
                    </a:lnTo>
                    <a:lnTo>
                      <a:pt x="2746" y="633"/>
                    </a:lnTo>
                    <a:lnTo>
                      <a:pt x="2901" y="636"/>
                    </a:lnTo>
                    <a:lnTo>
                      <a:pt x="3208" y="662"/>
                    </a:lnTo>
                    <a:lnTo>
                      <a:pt x="3506" y="712"/>
                    </a:lnTo>
                    <a:lnTo>
                      <a:pt x="3725" y="768"/>
                    </a:lnTo>
                    <a:lnTo>
                      <a:pt x="3868" y="813"/>
                    </a:lnTo>
                    <a:lnTo>
                      <a:pt x="4007" y="865"/>
                    </a:lnTo>
                    <a:lnTo>
                      <a:pt x="4144" y="922"/>
                    </a:lnTo>
                    <a:lnTo>
                      <a:pt x="4277" y="986"/>
                    </a:lnTo>
                    <a:lnTo>
                      <a:pt x="4408" y="1056"/>
                    </a:lnTo>
                    <a:lnTo>
                      <a:pt x="4534" y="1134"/>
                    </a:lnTo>
                    <a:lnTo>
                      <a:pt x="4657" y="1218"/>
                    </a:lnTo>
                    <a:lnTo>
                      <a:pt x="4776" y="1307"/>
                    </a:lnTo>
                    <a:lnTo>
                      <a:pt x="4890" y="1403"/>
                    </a:lnTo>
                    <a:lnTo>
                      <a:pt x="4946" y="1455"/>
                    </a:lnTo>
                    <a:lnTo>
                      <a:pt x="4969" y="1477"/>
                    </a:lnTo>
                    <a:lnTo>
                      <a:pt x="5023" y="1509"/>
                    </a:lnTo>
                    <a:lnTo>
                      <a:pt x="5082" y="1532"/>
                    </a:lnTo>
                    <a:lnTo>
                      <a:pt x="5142" y="1542"/>
                    </a:lnTo>
                    <a:lnTo>
                      <a:pt x="5203" y="1542"/>
                    </a:lnTo>
                    <a:lnTo>
                      <a:pt x="5263" y="1532"/>
                    </a:lnTo>
                    <a:lnTo>
                      <a:pt x="5322" y="1509"/>
                    </a:lnTo>
                    <a:lnTo>
                      <a:pt x="5375" y="1477"/>
                    </a:lnTo>
                    <a:lnTo>
                      <a:pt x="5399" y="1455"/>
                    </a:lnTo>
                    <a:lnTo>
                      <a:pt x="5422" y="1432"/>
                    </a:lnTo>
                    <a:lnTo>
                      <a:pt x="5456" y="1383"/>
                    </a:lnTo>
                    <a:lnTo>
                      <a:pt x="5481" y="1328"/>
                    </a:lnTo>
                    <a:lnTo>
                      <a:pt x="5492" y="1272"/>
                    </a:lnTo>
                    <a:lnTo>
                      <a:pt x="5492" y="1215"/>
                    </a:lnTo>
                    <a:lnTo>
                      <a:pt x="5481" y="1157"/>
                    </a:lnTo>
                    <a:lnTo>
                      <a:pt x="5456" y="1102"/>
                    </a:lnTo>
                    <a:lnTo>
                      <a:pt x="5422" y="1053"/>
                    </a:lnTo>
                    <a:lnTo>
                      <a:pt x="5399" y="1030"/>
                    </a:lnTo>
                    <a:close/>
                    <a:moveTo>
                      <a:pt x="2743" y="1202"/>
                    </a:moveTo>
                    <a:lnTo>
                      <a:pt x="2604" y="1203"/>
                    </a:lnTo>
                    <a:lnTo>
                      <a:pt x="2332" y="1230"/>
                    </a:lnTo>
                    <a:lnTo>
                      <a:pt x="2066" y="1282"/>
                    </a:lnTo>
                    <a:lnTo>
                      <a:pt x="1807" y="1360"/>
                    </a:lnTo>
                    <a:lnTo>
                      <a:pt x="1557" y="1462"/>
                    </a:lnTo>
                    <a:lnTo>
                      <a:pt x="1320" y="1589"/>
                    </a:lnTo>
                    <a:lnTo>
                      <a:pt x="1094" y="1739"/>
                    </a:lnTo>
                    <a:lnTo>
                      <a:pt x="882" y="1912"/>
                    </a:lnTo>
                    <a:lnTo>
                      <a:pt x="782" y="2008"/>
                    </a:lnTo>
                    <a:lnTo>
                      <a:pt x="759" y="2033"/>
                    </a:lnTo>
                    <a:lnTo>
                      <a:pt x="722" y="2088"/>
                    </a:lnTo>
                    <a:lnTo>
                      <a:pt x="698" y="2148"/>
                    </a:lnTo>
                    <a:lnTo>
                      <a:pt x="686" y="2211"/>
                    </a:lnTo>
                    <a:lnTo>
                      <a:pt x="686" y="2275"/>
                    </a:lnTo>
                    <a:lnTo>
                      <a:pt x="698" y="2337"/>
                    </a:lnTo>
                    <a:lnTo>
                      <a:pt x="722" y="2397"/>
                    </a:lnTo>
                    <a:lnTo>
                      <a:pt x="759" y="2452"/>
                    </a:lnTo>
                    <a:lnTo>
                      <a:pt x="782" y="2478"/>
                    </a:lnTo>
                    <a:lnTo>
                      <a:pt x="808" y="2501"/>
                    </a:lnTo>
                    <a:lnTo>
                      <a:pt x="863" y="2537"/>
                    </a:lnTo>
                    <a:lnTo>
                      <a:pt x="924" y="2561"/>
                    </a:lnTo>
                    <a:lnTo>
                      <a:pt x="987" y="2574"/>
                    </a:lnTo>
                    <a:lnTo>
                      <a:pt x="1019" y="2576"/>
                    </a:lnTo>
                    <a:lnTo>
                      <a:pt x="1052" y="2574"/>
                    </a:lnTo>
                    <a:lnTo>
                      <a:pt x="1115" y="2561"/>
                    </a:lnTo>
                    <a:lnTo>
                      <a:pt x="1176" y="2537"/>
                    </a:lnTo>
                    <a:lnTo>
                      <a:pt x="1230" y="2501"/>
                    </a:lnTo>
                    <a:lnTo>
                      <a:pt x="1256" y="2478"/>
                    </a:lnTo>
                    <a:lnTo>
                      <a:pt x="1331" y="2404"/>
                    </a:lnTo>
                    <a:lnTo>
                      <a:pt x="1493" y="2272"/>
                    </a:lnTo>
                    <a:lnTo>
                      <a:pt x="1664" y="2155"/>
                    </a:lnTo>
                    <a:lnTo>
                      <a:pt x="1844" y="2056"/>
                    </a:lnTo>
                    <a:lnTo>
                      <a:pt x="2033" y="1974"/>
                    </a:lnTo>
                    <a:lnTo>
                      <a:pt x="2229" y="1910"/>
                    </a:lnTo>
                    <a:lnTo>
                      <a:pt x="2432" y="1869"/>
                    </a:lnTo>
                    <a:lnTo>
                      <a:pt x="2638" y="1847"/>
                    </a:lnTo>
                    <a:lnTo>
                      <a:pt x="2743" y="1844"/>
                    </a:lnTo>
                    <a:lnTo>
                      <a:pt x="2848" y="1847"/>
                    </a:lnTo>
                    <a:lnTo>
                      <a:pt x="3055" y="1869"/>
                    </a:lnTo>
                    <a:lnTo>
                      <a:pt x="3257" y="1910"/>
                    </a:lnTo>
                    <a:lnTo>
                      <a:pt x="3453" y="1974"/>
                    </a:lnTo>
                    <a:lnTo>
                      <a:pt x="3643" y="2056"/>
                    </a:lnTo>
                    <a:lnTo>
                      <a:pt x="3823" y="2155"/>
                    </a:lnTo>
                    <a:lnTo>
                      <a:pt x="3994" y="2272"/>
                    </a:lnTo>
                    <a:lnTo>
                      <a:pt x="4154" y="2404"/>
                    </a:lnTo>
                    <a:lnTo>
                      <a:pt x="4230" y="2478"/>
                    </a:lnTo>
                    <a:lnTo>
                      <a:pt x="4255" y="2501"/>
                    </a:lnTo>
                    <a:lnTo>
                      <a:pt x="4311" y="2537"/>
                    </a:lnTo>
                    <a:lnTo>
                      <a:pt x="4372" y="2561"/>
                    </a:lnTo>
                    <a:lnTo>
                      <a:pt x="4435" y="2574"/>
                    </a:lnTo>
                    <a:lnTo>
                      <a:pt x="4500" y="2574"/>
                    </a:lnTo>
                    <a:lnTo>
                      <a:pt x="4562" y="2561"/>
                    </a:lnTo>
                    <a:lnTo>
                      <a:pt x="4622" y="2537"/>
                    </a:lnTo>
                    <a:lnTo>
                      <a:pt x="4678" y="2501"/>
                    </a:lnTo>
                    <a:lnTo>
                      <a:pt x="4703" y="2478"/>
                    </a:lnTo>
                    <a:lnTo>
                      <a:pt x="4727" y="2452"/>
                    </a:lnTo>
                    <a:lnTo>
                      <a:pt x="4763" y="2397"/>
                    </a:lnTo>
                    <a:lnTo>
                      <a:pt x="4788" y="2337"/>
                    </a:lnTo>
                    <a:lnTo>
                      <a:pt x="4801" y="2275"/>
                    </a:lnTo>
                    <a:lnTo>
                      <a:pt x="4801" y="2211"/>
                    </a:lnTo>
                    <a:lnTo>
                      <a:pt x="4788" y="2148"/>
                    </a:lnTo>
                    <a:lnTo>
                      <a:pt x="4763" y="2088"/>
                    </a:lnTo>
                    <a:lnTo>
                      <a:pt x="4727" y="2033"/>
                    </a:lnTo>
                    <a:lnTo>
                      <a:pt x="4703" y="2008"/>
                    </a:lnTo>
                    <a:lnTo>
                      <a:pt x="4603" y="1912"/>
                    </a:lnTo>
                    <a:lnTo>
                      <a:pt x="4392" y="1739"/>
                    </a:lnTo>
                    <a:lnTo>
                      <a:pt x="4167" y="1589"/>
                    </a:lnTo>
                    <a:lnTo>
                      <a:pt x="3928" y="1462"/>
                    </a:lnTo>
                    <a:lnTo>
                      <a:pt x="3679" y="1360"/>
                    </a:lnTo>
                    <a:lnTo>
                      <a:pt x="3421" y="1282"/>
                    </a:lnTo>
                    <a:lnTo>
                      <a:pt x="3155" y="1230"/>
                    </a:lnTo>
                    <a:lnTo>
                      <a:pt x="2881" y="1203"/>
                    </a:lnTo>
                    <a:lnTo>
                      <a:pt x="2743" y="1202"/>
                    </a:lnTo>
                    <a:close/>
                    <a:moveTo>
                      <a:pt x="2746" y="2403"/>
                    </a:moveTo>
                    <a:lnTo>
                      <a:pt x="2668" y="2404"/>
                    </a:lnTo>
                    <a:lnTo>
                      <a:pt x="2514" y="2420"/>
                    </a:lnTo>
                    <a:lnTo>
                      <a:pt x="2362" y="2451"/>
                    </a:lnTo>
                    <a:lnTo>
                      <a:pt x="2217" y="2497"/>
                    </a:lnTo>
                    <a:lnTo>
                      <a:pt x="2076" y="2556"/>
                    </a:lnTo>
                    <a:lnTo>
                      <a:pt x="1940" y="2631"/>
                    </a:lnTo>
                    <a:lnTo>
                      <a:pt x="1814" y="2719"/>
                    </a:lnTo>
                    <a:lnTo>
                      <a:pt x="1694" y="2819"/>
                    </a:lnTo>
                    <a:lnTo>
                      <a:pt x="1637" y="2876"/>
                    </a:lnTo>
                    <a:lnTo>
                      <a:pt x="1615" y="2900"/>
                    </a:lnTo>
                    <a:lnTo>
                      <a:pt x="1580" y="2955"/>
                    </a:lnTo>
                    <a:lnTo>
                      <a:pt x="1557" y="3012"/>
                    </a:lnTo>
                    <a:lnTo>
                      <a:pt x="1546" y="3074"/>
                    </a:lnTo>
                    <a:lnTo>
                      <a:pt x="1546" y="3136"/>
                    </a:lnTo>
                    <a:lnTo>
                      <a:pt x="1557" y="3197"/>
                    </a:lnTo>
                    <a:lnTo>
                      <a:pt x="1580" y="3256"/>
                    </a:lnTo>
                    <a:lnTo>
                      <a:pt x="1615" y="3309"/>
                    </a:lnTo>
                    <a:lnTo>
                      <a:pt x="1637" y="3334"/>
                    </a:lnTo>
                    <a:lnTo>
                      <a:pt x="1661" y="3357"/>
                    </a:lnTo>
                    <a:lnTo>
                      <a:pt x="1713" y="3393"/>
                    </a:lnTo>
                    <a:lnTo>
                      <a:pt x="1769" y="3416"/>
                    </a:lnTo>
                    <a:lnTo>
                      <a:pt x="1830" y="3427"/>
                    </a:lnTo>
                    <a:lnTo>
                      <a:pt x="1860" y="3429"/>
                    </a:lnTo>
                    <a:lnTo>
                      <a:pt x="1890" y="3427"/>
                    </a:lnTo>
                    <a:lnTo>
                      <a:pt x="1949" y="3416"/>
                    </a:lnTo>
                    <a:lnTo>
                      <a:pt x="2005" y="3393"/>
                    </a:lnTo>
                    <a:lnTo>
                      <a:pt x="2057" y="3357"/>
                    </a:lnTo>
                    <a:lnTo>
                      <a:pt x="2082" y="3334"/>
                    </a:lnTo>
                    <a:lnTo>
                      <a:pt x="2115" y="3300"/>
                    </a:lnTo>
                    <a:lnTo>
                      <a:pt x="2187" y="3239"/>
                    </a:lnTo>
                    <a:lnTo>
                      <a:pt x="2263" y="3184"/>
                    </a:lnTo>
                    <a:lnTo>
                      <a:pt x="2344" y="3138"/>
                    </a:lnTo>
                    <a:lnTo>
                      <a:pt x="2429" y="3100"/>
                    </a:lnTo>
                    <a:lnTo>
                      <a:pt x="2517" y="3070"/>
                    </a:lnTo>
                    <a:lnTo>
                      <a:pt x="2607" y="3051"/>
                    </a:lnTo>
                    <a:lnTo>
                      <a:pt x="2699" y="3041"/>
                    </a:lnTo>
                    <a:lnTo>
                      <a:pt x="2746" y="3040"/>
                    </a:lnTo>
                    <a:lnTo>
                      <a:pt x="2793" y="3040"/>
                    </a:lnTo>
                    <a:lnTo>
                      <a:pt x="2885" y="3051"/>
                    </a:lnTo>
                    <a:lnTo>
                      <a:pt x="2976" y="3070"/>
                    </a:lnTo>
                    <a:lnTo>
                      <a:pt x="3064" y="3100"/>
                    </a:lnTo>
                    <a:lnTo>
                      <a:pt x="3147" y="3138"/>
                    </a:lnTo>
                    <a:lnTo>
                      <a:pt x="3228" y="3184"/>
                    </a:lnTo>
                    <a:lnTo>
                      <a:pt x="3304" y="3239"/>
                    </a:lnTo>
                    <a:lnTo>
                      <a:pt x="3376" y="3300"/>
                    </a:lnTo>
                    <a:lnTo>
                      <a:pt x="3411" y="3334"/>
                    </a:lnTo>
                    <a:lnTo>
                      <a:pt x="3434" y="3357"/>
                    </a:lnTo>
                    <a:lnTo>
                      <a:pt x="3487" y="3393"/>
                    </a:lnTo>
                    <a:lnTo>
                      <a:pt x="3543" y="3416"/>
                    </a:lnTo>
                    <a:lnTo>
                      <a:pt x="3603" y="3427"/>
                    </a:lnTo>
                    <a:lnTo>
                      <a:pt x="3663" y="3427"/>
                    </a:lnTo>
                    <a:lnTo>
                      <a:pt x="3722" y="3416"/>
                    </a:lnTo>
                    <a:lnTo>
                      <a:pt x="3780" y="3393"/>
                    </a:lnTo>
                    <a:lnTo>
                      <a:pt x="3832" y="3357"/>
                    </a:lnTo>
                    <a:lnTo>
                      <a:pt x="3855" y="3334"/>
                    </a:lnTo>
                    <a:lnTo>
                      <a:pt x="3878" y="3309"/>
                    </a:lnTo>
                    <a:lnTo>
                      <a:pt x="3912" y="3256"/>
                    </a:lnTo>
                    <a:lnTo>
                      <a:pt x="3934" y="3197"/>
                    </a:lnTo>
                    <a:lnTo>
                      <a:pt x="3945" y="3136"/>
                    </a:lnTo>
                    <a:lnTo>
                      <a:pt x="3945" y="3074"/>
                    </a:lnTo>
                    <a:lnTo>
                      <a:pt x="3934" y="3012"/>
                    </a:lnTo>
                    <a:lnTo>
                      <a:pt x="3912" y="2955"/>
                    </a:lnTo>
                    <a:lnTo>
                      <a:pt x="3878" y="2900"/>
                    </a:lnTo>
                    <a:lnTo>
                      <a:pt x="3855" y="2876"/>
                    </a:lnTo>
                    <a:lnTo>
                      <a:pt x="3798" y="2819"/>
                    </a:lnTo>
                    <a:lnTo>
                      <a:pt x="3679" y="2719"/>
                    </a:lnTo>
                    <a:lnTo>
                      <a:pt x="3551" y="2631"/>
                    </a:lnTo>
                    <a:lnTo>
                      <a:pt x="3417" y="2556"/>
                    </a:lnTo>
                    <a:lnTo>
                      <a:pt x="3276" y="2497"/>
                    </a:lnTo>
                    <a:lnTo>
                      <a:pt x="3130" y="2451"/>
                    </a:lnTo>
                    <a:lnTo>
                      <a:pt x="2979" y="2420"/>
                    </a:lnTo>
                    <a:lnTo>
                      <a:pt x="2825" y="2404"/>
                    </a:lnTo>
                    <a:lnTo>
                      <a:pt x="2746" y="24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20"/>
              <p:cNvSpPr/>
              <p:nvPr/>
            </p:nvSpPr>
            <p:spPr>
              <a:xfrm>
                <a:off x="9512757" y="369386"/>
                <a:ext cx="715178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PPTBIZCAM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93" name="Google Shape;793;p20"/>
            <p:cNvSpPr/>
            <p:nvPr/>
          </p:nvSpPr>
          <p:spPr>
            <a:xfrm>
              <a:off x="11377471" y="133570"/>
              <a:ext cx="176990" cy="176990"/>
            </a:xfrm>
            <a:prstGeom prst="ellipse">
              <a:avLst/>
            </a:prstGeom>
            <a:solidFill>
              <a:srgbClr val="90DA80"/>
            </a:solidFill>
            <a:ln>
              <a:noFill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4" name="Google Shape;794;p20"/>
            <p:cNvGrpSpPr/>
            <p:nvPr/>
          </p:nvGrpSpPr>
          <p:grpSpPr>
            <a:xfrm>
              <a:off x="653849" y="193034"/>
              <a:ext cx="343364" cy="344856"/>
              <a:chOff x="1157487" y="184451"/>
              <a:chExt cx="489882" cy="492010"/>
            </a:xfrm>
          </p:grpSpPr>
          <p:sp>
            <p:nvSpPr>
              <p:cNvPr id="795" name="Google Shape;795;p20"/>
              <p:cNvSpPr/>
              <p:nvPr/>
            </p:nvSpPr>
            <p:spPr>
              <a:xfrm>
                <a:off x="1157487" y="184454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20"/>
              <p:cNvSpPr/>
              <p:nvPr/>
            </p:nvSpPr>
            <p:spPr>
              <a:xfrm>
                <a:off x="1483366" y="184451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20"/>
              <p:cNvSpPr/>
              <p:nvPr/>
            </p:nvSpPr>
            <p:spPr>
              <a:xfrm>
                <a:off x="1319363" y="348454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20"/>
              <p:cNvSpPr/>
              <p:nvPr/>
            </p:nvSpPr>
            <p:spPr>
              <a:xfrm>
                <a:off x="1483366" y="348453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20"/>
              <p:cNvSpPr/>
              <p:nvPr/>
            </p:nvSpPr>
            <p:spPr>
              <a:xfrm>
                <a:off x="1157487" y="512458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20"/>
              <p:cNvSpPr/>
              <p:nvPr/>
            </p:nvSpPr>
            <p:spPr>
              <a:xfrm>
                <a:off x="1483366" y="512455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01" name="Google Shape;801;p20"/>
          <p:cNvSpPr txBox="1"/>
          <p:nvPr/>
        </p:nvSpPr>
        <p:spPr>
          <a:xfrm>
            <a:off x="767408" y="1308396"/>
            <a:ext cx="5040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802" name="Google Shape;802;p20"/>
          <p:cNvSpPr txBox="1"/>
          <p:nvPr/>
        </p:nvSpPr>
        <p:spPr>
          <a:xfrm>
            <a:off x="1271464" y="1448819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Flask 적용하여 웹에 서비스 적용</a:t>
            </a:r>
            <a:endParaRPr/>
          </a:p>
        </p:txBody>
      </p:sp>
      <p:pic>
        <p:nvPicPr>
          <p:cNvPr id="803" name="Google Shape;803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7310" y="2659386"/>
            <a:ext cx="6511604" cy="2890218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20"/>
          <p:cNvSpPr txBox="1"/>
          <p:nvPr/>
        </p:nvSpPr>
        <p:spPr>
          <a:xfrm>
            <a:off x="7589107" y="4616654"/>
            <a:ext cx="40618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다운로드 받은 Huggingface 경로 복사 </a:t>
            </a:r>
            <a:endParaRPr/>
          </a:p>
        </p:txBody>
      </p:sp>
      <p:sp>
        <p:nvSpPr>
          <p:cNvPr id="805" name="Google Shape;805;p20"/>
          <p:cNvSpPr txBox="1"/>
          <p:nvPr/>
        </p:nvSpPr>
        <p:spPr>
          <a:xfrm>
            <a:off x="7492563" y="2728455"/>
            <a:ext cx="40618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Colab에서 학습 시킨 모델 다운로드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⇒"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Pycharm 환경에 추가</a:t>
            </a:r>
            <a:endParaRPr/>
          </a:p>
        </p:txBody>
      </p:sp>
      <p:sp>
        <p:nvSpPr>
          <p:cNvPr id="806" name="Google Shape;806;p20"/>
          <p:cNvSpPr/>
          <p:nvPr/>
        </p:nvSpPr>
        <p:spPr>
          <a:xfrm>
            <a:off x="1065079" y="2846654"/>
            <a:ext cx="5030921" cy="254713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7" name="Google Shape;807;p20"/>
          <p:cNvSpPr/>
          <p:nvPr/>
        </p:nvSpPr>
        <p:spPr>
          <a:xfrm>
            <a:off x="1067579" y="4632979"/>
            <a:ext cx="3684303" cy="254713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08" name="Google Shape;808;p20"/>
          <p:cNvCxnSpPr>
            <a:endCxn id="806" idx="3"/>
          </p:cNvCxnSpPr>
          <p:nvPr/>
        </p:nvCxnSpPr>
        <p:spPr>
          <a:xfrm rot="10800000">
            <a:off x="6096000" y="2974011"/>
            <a:ext cx="1396500" cy="127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09" name="Google Shape;809;p20"/>
          <p:cNvCxnSpPr>
            <a:stCxn id="804" idx="1"/>
            <a:endCxn id="807" idx="3"/>
          </p:cNvCxnSpPr>
          <p:nvPr/>
        </p:nvCxnSpPr>
        <p:spPr>
          <a:xfrm rot="10800000">
            <a:off x="4752007" y="4760220"/>
            <a:ext cx="2837100" cy="41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5" name="Google Shape;815;p21"/>
          <p:cNvGrpSpPr/>
          <p:nvPr/>
        </p:nvGrpSpPr>
        <p:grpSpPr>
          <a:xfrm>
            <a:off x="0" y="0"/>
            <a:ext cx="11890375" cy="6680200"/>
            <a:chOff x="150812" y="0"/>
            <a:chExt cx="11890375" cy="6680200"/>
          </a:xfrm>
        </p:grpSpPr>
        <p:sp>
          <p:nvSpPr>
            <p:cNvPr id="816" name="Google Shape;816;p21"/>
            <p:cNvSpPr/>
            <p:nvPr/>
          </p:nvSpPr>
          <p:spPr>
            <a:xfrm>
              <a:off x="150812" y="0"/>
              <a:ext cx="11890375" cy="6680200"/>
            </a:xfrm>
            <a:prstGeom prst="round2SameRect">
              <a:avLst>
                <a:gd name="adj1" fmla="val 0"/>
                <a:gd name="adj2" fmla="val 5079"/>
              </a:avLst>
            </a:prstGeom>
            <a:solidFill>
              <a:srgbClr val="E4F7F5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21"/>
            <p:cNvSpPr/>
            <p:nvPr/>
          </p:nvSpPr>
          <p:spPr>
            <a:xfrm>
              <a:off x="286543" y="0"/>
              <a:ext cx="11618912" cy="6509543"/>
            </a:xfrm>
            <a:prstGeom prst="round2SameRect">
              <a:avLst>
                <a:gd name="adj1" fmla="val 0"/>
                <a:gd name="adj2" fmla="val 3479"/>
              </a:avLst>
            </a:prstGeom>
            <a:solidFill>
              <a:schemeClr val="lt1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21"/>
            <p:cNvSpPr/>
            <p:nvPr/>
          </p:nvSpPr>
          <p:spPr>
            <a:xfrm>
              <a:off x="286544" y="0"/>
              <a:ext cx="11618912" cy="771525"/>
            </a:xfrm>
            <a:prstGeom prst="round2SameRect">
              <a:avLst>
                <a:gd name="adj1" fmla="val 0"/>
                <a:gd name="adj2" fmla="val 29630"/>
              </a:avLst>
            </a:prstGeom>
            <a:solidFill>
              <a:schemeClr val="lt1"/>
            </a:solidFill>
            <a:ln>
              <a:noFill/>
            </a:ln>
            <a:effectLst>
              <a:outerShdw blurRad="165100" dist="38100" dir="5400000" algn="t" rotWithShape="0">
                <a:srgbClr val="000000">
                  <a:alpha val="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4. 프로젝트 수행 결과</a:t>
              </a:r>
              <a:endParaRPr/>
            </a:p>
          </p:txBody>
        </p:sp>
        <p:grpSp>
          <p:nvGrpSpPr>
            <p:cNvPr id="819" name="Google Shape;819;p21"/>
            <p:cNvGrpSpPr/>
            <p:nvPr/>
          </p:nvGrpSpPr>
          <p:grpSpPr>
            <a:xfrm>
              <a:off x="11067369" y="185874"/>
              <a:ext cx="429876" cy="429876"/>
              <a:chOff x="215317" y="343634"/>
              <a:chExt cx="684000" cy="684000"/>
            </a:xfrm>
          </p:grpSpPr>
          <p:sp>
            <p:nvSpPr>
              <p:cNvPr id="820" name="Google Shape;820;p21"/>
              <p:cNvSpPr/>
              <p:nvPr/>
            </p:nvSpPr>
            <p:spPr>
              <a:xfrm>
                <a:off x="215317" y="343634"/>
                <a:ext cx="684000" cy="684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9F3FC"/>
                  </a:gs>
                  <a:gs pos="86000">
                    <a:srgbClr val="E9F3FC"/>
                  </a:gs>
                  <a:gs pos="100000">
                    <a:srgbClr val="4E5DA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542925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rgbClr val="323F4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21" name="Google Shape;821;p21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2555" y="386637"/>
                <a:ext cx="546554" cy="5465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22" name="Google Shape;822;p21"/>
            <p:cNvGrpSpPr/>
            <p:nvPr/>
          </p:nvGrpSpPr>
          <p:grpSpPr>
            <a:xfrm>
              <a:off x="8951163" y="320145"/>
              <a:ext cx="1550689" cy="169277"/>
              <a:chOff x="9512757" y="369386"/>
              <a:chExt cx="2051714" cy="223970"/>
            </a:xfrm>
          </p:grpSpPr>
          <p:grpSp>
            <p:nvGrpSpPr>
              <p:cNvPr id="823" name="Google Shape;823;p21"/>
              <p:cNvGrpSpPr/>
              <p:nvPr/>
            </p:nvGrpSpPr>
            <p:grpSpPr>
              <a:xfrm>
                <a:off x="10750964" y="406846"/>
                <a:ext cx="132372" cy="140525"/>
                <a:chOff x="4594" y="900"/>
                <a:chExt cx="276" cy="293"/>
              </a:xfrm>
            </p:grpSpPr>
            <p:sp>
              <p:nvSpPr>
                <p:cNvPr id="824" name="Google Shape;824;p21"/>
                <p:cNvSpPr/>
                <p:nvPr/>
              </p:nvSpPr>
              <p:spPr>
                <a:xfrm>
                  <a:off x="4594" y="900"/>
                  <a:ext cx="102" cy="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3" extrusionOk="0">
                      <a:moveTo>
                        <a:pt x="72" y="263"/>
                      </a:moveTo>
                      <a:lnTo>
                        <a:pt x="91" y="236"/>
                      </a:lnTo>
                      <a:lnTo>
                        <a:pt x="139" y="187"/>
                      </a:lnTo>
                      <a:lnTo>
                        <a:pt x="193" y="148"/>
                      </a:lnTo>
                      <a:lnTo>
                        <a:pt x="255" y="119"/>
                      </a:lnTo>
                      <a:lnTo>
                        <a:pt x="290" y="110"/>
                      </a:lnTo>
                      <a:lnTo>
                        <a:pt x="299" y="106"/>
                      </a:lnTo>
                      <a:lnTo>
                        <a:pt x="305" y="97"/>
                      </a:lnTo>
                      <a:lnTo>
                        <a:pt x="307" y="87"/>
                      </a:lnTo>
                      <a:lnTo>
                        <a:pt x="303" y="77"/>
                      </a:lnTo>
                      <a:lnTo>
                        <a:pt x="292" y="60"/>
                      </a:lnTo>
                      <a:lnTo>
                        <a:pt x="263" y="33"/>
                      </a:lnTo>
                      <a:lnTo>
                        <a:pt x="227" y="13"/>
                      </a:lnTo>
                      <a:lnTo>
                        <a:pt x="186" y="1"/>
                      </a:lnTo>
                      <a:lnTo>
                        <a:pt x="165" y="0"/>
                      </a:lnTo>
                      <a:lnTo>
                        <a:pt x="131" y="3"/>
                      </a:lnTo>
                      <a:lnTo>
                        <a:pt x="72" y="27"/>
                      </a:lnTo>
                      <a:lnTo>
                        <a:pt x="27" y="72"/>
                      </a:lnTo>
                      <a:lnTo>
                        <a:pt x="3" y="131"/>
                      </a:lnTo>
                      <a:lnTo>
                        <a:pt x="0" y="164"/>
                      </a:lnTo>
                      <a:lnTo>
                        <a:pt x="1" y="192"/>
                      </a:lnTo>
                      <a:lnTo>
                        <a:pt x="20" y="243"/>
                      </a:lnTo>
                      <a:lnTo>
                        <a:pt x="36" y="266"/>
                      </a:lnTo>
                      <a:lnTo>
                        <a:pt x="43" y="273"/>
                      </a:lnTo>
                      <a:lnTo>
                        <a:pt x="53" y="273"/>
                      </a:lnTo>
                      <a:lnTo>
                        <a:pt x="65" y="271"/>
                      </a:lnTo>
                      <a:lnTo>
                        <a:pt x="72" y="2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5" name="Google Shape;825;p21"/>
                <p:cNvSpPr/>
                <p:nvPr/>
              </p:nvSpPr>
              <p:spPr>
                <a:xfrm>
                  <a:off x="4768" y="900"/>
                  <a:ext cx="102" cy="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1" extrusionOk="0">
                      <a:moveTo>
                        <a:pt x="143" y="0"/>
                      </a:moveTo>
                      <a:lnTo>
                        <a:pt x="121" y="1"/>
                      </a:lnTo>
                      <a:lnTo>
                        <a:pt x="81" y="11"/>
                      </a:lnTo>
                      <a:lnTo>
                        <a:pt x="46" y="31"/>
                      </a:lnTo>
                      <a:lnTo>
                        <a:pt x="16" y="60"/>
                      </a:lnTo>
                      <a:lnTo>
                        <a:pt x="4" y="76"/>
                      </a:lnTo>
                      <a:lnTo>
                        <a:pt x="0" y="86"/>
                      </a:lnTo>
                      <a:lnTo>
                        <a:pt x="3" y="96"/>
                      </a:lnTo>
                      <a:lnTo>
                        <a:pt x="9" y="106"/>
                      </a:lnTo>
                      <a:lnTo>
                        <a:pt x="19" y="110"/>
                      </a:lnTo>
                      <a:lnTo>
                        <a:pt x="52" y="119"/>
                      </a:lnTo>
                      <a:lnTo>
                        <a:pt x="115" y="148"/>
                      </a:lnTo>
                      <a:lnTo>
                        <a:pt x="170" y="187"/>
                      </a:lnTo>
                      <a:lnTo>
                        <a:pt x="218" y="234"/>
                      </a:lnTo>
                      <a:lnTo>
                        <a:pt x="237" y="261"/>
                      </a:lnTo>
                      <a:lnTo>
                        <a:pt x="245" y="270"/>
                      </a:lnTo>
                      <a:lnTo>
                        <a:pt x="255" y="271"/>
                      </a:lnTo>
                      <a:lnTo>
                        <a:pt x="266" y="270"/>
                      </a:lnTo>
                      <a:lnTo>
                        <a:pt x="274" y="263"/>
                      </a:lnTo>
                      <a:lnTo>
                        <a:pt x="289" y="241"/>
                      </a:lnTo>
                      <a:lnTo>
                        <a:pt x="306" y="191"/>
                      </a:lnTo>
                      <a:lnTo>
                        <a:pt x="307" y="164"/>
                      </a:lnTo>
                      <a:lnTo>
                        <a:pt x="306" y="131"/>
                      </a:lnTo>
                      <a:lnTo>
                        <a:pt x="280" y="72"/>
                      </a:lnTo>
                      <a:lnTo>
                        <a:pt x="235" y="27"/>
                      </a:lnTo>
                      <a:lnTo>
                        <a:pt x="178" y="3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6" name="Google Shape;826;p21"/>
                <p:cNvSpPr/>
                <p:nvPr/>
              </p:nvSpPr>
              <p:spPr>
                <a:xfrm>
                  <a:off x="4612" y="947"/>
                  <a:ext cx="241" cy="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37" extrusionOk="0">
                      <a:moveTo>
                        <a:pt x="725" y="361"/>
                      </a:moveTo>
                      <a:lnTo>
                        <a:pt x="722" y="313"/>
                      </a:lnTo>
                      <a:lnTo>
                        <a:pt x="699" y="225"/>
                      </a:lnTo>
                      <a:lnTo>
                        <a:pt x="679" y="187"/>
                      </a:lnTo>
                      <a:lnTo>
                        <a:pt x="659" y="151"/>
                      </a:lnTo>
                      <a:lnTo>
                        <a:pt x="604" y="90"/>
                      </a:lnTo>
                      <a:lnTo>
                        <a:pt x="536" y="44"/>
                      </a:lnTo>
                      <a:lnTo>
                        <a:pt x="459" y="13"/>
                      </a:lnTo>
                      <a:lnTo>
                        <a:pt x="418" y="4"/>
                      </a:lnTo>
                      <a:lnTo>
                        <a:pt x="390" y="1"/>
                      </a:lnTo>
                      <a:lnTo>
                        <a:pt x="363" y="0"/>
                      </a:lnTo>
                      <a:lnTo>
                        <a:pt x="334" y="1"/>
                      </a:lnTo>
                      <a:lnTo>
                        <a:pt x="305" y="5"/>
                      </a:lnTo>
                      <a:lnTo>
                        <a:pt x="263" y="13"/>
                      </a:lnTo>
                      <a:lnTo>
                        <a:pt x="187" y="44"/>
                      </a:lnTo>
                      <a:lnTo>
                        <a:pt x="120" y="92"/>
                      </a:lnTo>
                      <a:lnTo>
                        <a:pt x="67" y="152"/>
                      </a:lnTo>
                      <a:lnTo>
                        <a:pt x="45" y="188"/>
                      </a:lnTo>
                      <a:lnTo>
                        <a:pt x="25" y="227"/>
                      </a:lnTo>
                      <a:lnTo>
                        <a:pt x="3" y="313"/>
                      </a:lnTo>
                      <a:lnTo>
                        <a:pt x="0" y="361"/>
                      </a:lnTo>
                      <a:lnTo>
                        <a:pt x="2" y="399"/>
                      </a:lnTo>
                      <a:lnTo>
                        <a:pt x="19" y="476"/>
                      </a:lnTo>
                      <a:lnTo>
                        <a:pt x="51" y="543"/>
                      </a:lnTo>
                      <a:lnTo>
                        <a:pt x="96" y="604"/>
                      </a:lnTo>
                      <a:lnTo>
                        <a:pt x="123" y="630"/>
                      </a:lnTo>
                      <a:lnTo>
                        <a:pt x="93" y="673"/>
                      </a:lnTo>
                      <a:lnTo>
                        <a:pt x="84" y="687"/>
                      </a:lnTo>
                      <a:lnTo>
                        <a:pt x="90" y="719"/>
                      </a:lnTo>
                      <a:lnTo>
                        <a:pt x="103" y="729"/>
                      </a:lnTo>
                      <a:lnTo>
                        <a:pt x="113" y="736"/>
                      </a:lnTo>
                      <a:lnTo>
                        <a:pt x="126" y="737"/>
                      </a:lnTo>
                      <a:lnTo>
                        <a:pt x="136" y="736"/>
                      </a:lnTo>
                      <a:lnTo>
                        <a:pt x="153" y="727"/>
                      </a:lnTo>
                      <a:lnTo>
                        <a:pt x="159" y="720"/>
                      </a:lnTo>
                      <a:lnTo>
                        <a:pt x="189" y="677"/>
                      </a:lnTo>
                      <a:lnTo>
                        <a:pt x="230" y="696"/>
                      </a:lnTo>
                      <a:lnTo>
                        <a:pt x="316" y="719"/>
                      </a:lnTo>
                      <a:lnTo>
                        <a:pt x="363" y="720"/>
                      </a:lnTo>
                      <a:lnTo>
                        <a:pt x="409" y="719"/>
                      </a:lnTo>
                      <a:lnTo>
                        <a:pt x="495" y="696"/>
                      </a:lnTo>
                      <a:lnTo>
                        <a:pt x="536" y="677"/>
                      </a:lnTo>
                      <a:lnTo>
                        <a:pt x="566" y="720"/>
                      </a:lnTo>
                      <a:lnTo>
                        <a:pt x="572" y="727"/>
                      </a:lnTo>
                      <a:lnTo>
                        <a:pt x="589" y="736"/>
                      </a:lnTo>
                      <a:lnTo>
                        <a:pt x="599" y="737"/>
                      </a:lnTo>
                      <a:lnTo>
                        <a:pt x="612" y="736"/>
                      </a:lnTo>
                      <a:lnTo>
                        <a:pt x="622" y="729"/>
                      </a:lnTo>
                      <a:lnTo>
                        <a:pt x="635" y="719"/>
                      </a:lnTo>
                      <a:lnTo>
                        <a:pt x="640" y="687"/>
                      </a:lnTo>
                      <a:lnTo>
                        <a:pt x="633" y="673"/>
                      </a:lnTo>
                      <a:lnTo>
                        <a:pt x="602" y="630"/>
                      </a:lnTo>
                      <a:lnTo>
                        <a:pt x="630" y="604"/>
                      </a:lnTo>
                      <a:lnTo>
                        <a:pt x="674" y="543"/>
                      </a:lnTo>
                      <a:lnTo>
                        <a:pt x="706" y="476"/>
                      </a:lnTo>
                      <a:lnTo>
                        <a:pt x="723" y="399"/>
                      </a:lnTo>
                      <a:lnTo>
                        <a:pt x="725" y="361"/>
                      </a:lnTo>
                      <a:close/>
                      <a:moveTo>
                        <a:pt x="363" y="619"/>
                      </a:moveTo>
                      <a:lnTo>
                        <a:pt x="335" y="619"/>
                      </a:lnTo>
                      <a:lnTo>
                        <a:pt x="285" y="608"/>
                      </a:lnTo>
                      <a:lnTo>
                        <a:pt x="239" y="589"/>
                      </a:lnTo>
                      <a:lnTo>
                        <a:pt x="197" y="561"/>
                      </a:lnTo>
                      <a:lnTo>
                        <a:pt x="161" y="526"/>
                      </a:lnTo>
                      <a:lnTo>
                        <a:pt x="133" y="484"/>
                      </a:lnTo>
                      <a:lnTo>
                        <a:pt x="113" y="438"/>
                      </a:lnTo>
                      <a:lnTo>
                        <a:pt x="103" y="386"/>
                      </a:lnTo>
                      <a:lnTo>
                        <a:pt x="101" y="361"/>
                      </a:lnTo>
                      <a:lnTo>
                        <a:pt x="103" y="328"/>
                      </a:lnTo>
                      <a:lnTo>
                        <a:pt x="120" y="266"/>
                      </a:lnTo>
                      <a:lnTo>
                        <a:pt x="133" y="237"/>
                      </a:lnTo>
                      <a:lnTo>
                        <a:pt x="149" y="211"/>
                      </a:lnTo>
                      <a:lnTo>
                        <a:pt x="188" y="166"/>
                      </a:lnTo>
                      <a:lnTo>
                        <a:pt x="237" y="133"/>
                      </a:lnTo>
                      <a:lnTo>
                        <a:pt x="292" y="110"/>
                      </a:lnTo>
                      <a:lnTo>
                        <a:pt x="322" y="105"/>
                      </a:lnTo>
                      <a:lnTo>
                        <a:pt x="342" y="102"/>
                      </a:lnTo>
                      <a:lnTo>
                        <a:pt x="363" y="100"/>
                      </a:lnTo>
                      <a:lnTo>
                        <a:pt x="381" y="102"/>
                      </a:lnTo>
                      <a:lnTo>
                        <a:pt x="400" y="103"/>
                      </a:lnTo>
                      <a:lnTo>
                        <a:pt x="431" y="109"/>
                      </a:lnTo>
                      <a:lnTo>
                        <a:pt x="487" y="132"/>
                      </a:lnTo>
                      <a:lnTo>
                        <a:pt x="536" y="166"/>
                      </a:lnTo>
                      <a:lnTo>
                        <a:pt x="576" y="211"/>
                      </a:lnTo>
                      <a:lnTo>
                        <a:pt x="592" y="237"/>
                      </a:lnTo>
                      <a:lnTo>
                        <a:pt x="605" y="264"/>
                      </a:lnTo>
                      <a:lnTo>
                        <a:pt x="622" y="328"/>
                      </a:lnTo>
                      <a:lnTo>
                        <a:pt x="624" y="361"/>
                      </a:lnTo>
                      <a:lnTo>
                        <a:pt x="622" y="386"/>
                      </a:lnTo>
                      <a:lnTo>
                        <a:pt x="612" y="438"/>
                      </a:lnTo>
                      <a:lnTo>
                        <a:pt x="592" y="484"/>
                      </a:lnTo>
                      <a:lnTo>
                        <a:pt x="563" y="526"/>
                      </a:lnTo>
                      <a:lnTo>
                        <a:pt x="529" y="561"/>
                      </a:lnTo>
                      <a:lnTo>
                        <a:pt x="487" y="589"/>
                      </a:lnTo>
                      <a:lnTo>
                        <a:pt x="441" y="608"/>
                      </a:lnTo>
                      <a:lnTo>
                        <a:pt x="389" y="619"/>
                      </a:lnTo>
                      <a:lnTo>
                        <a:pt x="363" y="6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7" name="Google Shape;827;p21"/>
                <p:cNvSpPr/>
                <p:nvPr/>
              </p:nvSpPr>
              <p:spPr>
                <a:xfrm>
                  <a:off x="4716" y="1006"/>
                  <a:ext cx="7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98" extrusionOk="0">
                      <a:moveTo>
                        <a:pt x="194" y="245"/>
                      </a:moveTo>
                      <a:lnTo>
                        <a:pt x="95" y="183"/>
                      </a:lnTo>
                      <a:lnTo>
                        <a:pt x="91" y="167"/>
                      </a:lnTo>
                      <a:lnTo>
                        <a:pt x="78" y="156"/>
                      </a:lnTo>
                      <a:lnTo>
                        <a:pt x="83" y="31"/>
                      </a:lnTo>
                      <a:lnTo>
                        <a:pt x="82" y="19"/>
                      </a:lnTo>
                      <a:lnTo>
                        <a:pt x="66" y="3"/>
                      </a:lnTo>
                      <a:lnTo>
                        <a:pt x="54" y="0"/>
                      </a:lnTo>
                      <a:lnTo>
                        <a:pt x="43" y="2"/>
                      </a:lnTo>
                      <a:lnTo>
                        <a:pt x="27" y="18"/>
                      </a:lnTo>
                      <a:lnTo>
                        <a:pt x="26" y="29"/>
                      </a:lnTo>
                      <a:lnTo>
                        <a:pt x="20" y="153"/>
                      </a:lnTo>
                      <a:lnTo>
                        <a:pt x="11" y="160"/>
                      </a:lnTo>
                      <a:lnTo>
                        <a:pt x="1" y="180"/>
                      </a:lnTo>
                      <a:lnTo>
                        <a:pt x="0" y="192"/>
                      </a:lnTo>
                      <a:lnTo>
                        <a:pt x="1" y="202"/>
                      </a:lnTo>
                      <a:lnTo>
                        <a:pt x="8" y="219"/>
                      </a:lnTo>
                      <a:lnTo>
                        <a:pt x="21" y="232"/>
                      </a:lnTo>
                      <a:lnTo>
                        <a:pt x="39" y="239"/>
                      </a:lnTo>
                      <a:lnTo>
                        <a:pt x="49" y="241"/>
                      </a:lnTo>
                      <a:lnTo>
                        <a:pt x="59" y="239"/>
                      </a:lnTo>
                      <a:lnTo>
                        <a:pt x="69" y="235"/>
                      </a:lnTo>
                      <a:lnTo>
                        <a:pt x="164" y="294"/>
                      </a:lnTo>
                      <a:lnTo>
                        <a:pt x="171" y="298"/>
                      </a:lnTo>
                      <a:lnTo>
                        <a:pt x="180" y="298"/>
                      </a:lnTo>
                      <a:lnTo>
                        <a:pt x="187" y="298"/>
                      </a:lnTo>
                      <a:lnTo>
                        <a:pt x="199" y="291"/>
                      </a:lnTo>
                      <a:lnTo>
                        <a:pt x="205" y="285"/>
                      </a:lnTo>
                      <a:lnTo>
                        <a:pt x="209" y="274"/>
                      </a:lnTo>
                      <a:lnTo>
                        <a:pt x="203" y="252"/>
                      </a:lnTo>
                      <a:lnTo>
                        <a:pt x="194" y="2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28" name="Google Shape;828;p21"/>
              <p:cNvGrpSpPr/>
              <p:nvPr/>
            </p:nvGrpSpPr>
            <p:grpSpPr>
              <a:xfrm>
                <a:off x="10506302" y="406846"/>
                <a:ext cx="140525" cy="140525"/>
                <a:chOff x="1747" y="423"/>
                <a:chExt cx="575" cy="575"/>
              </a:xfrm>
            </p:grpSpPr>
            <p:sp>
              <p:nvSpPr>
                <p:cNvPr id="829" name="Google Shape;829;p21"/>
                <p:cNvSpPr/>
                <p:nvPr/>
              </p:nvSpPr>
              <p:spPr>
                <a:xfrm>
                  <a:off x="1899" y="577"/>
                  <a:ext cx="271" cy="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811" extrusionOk="0">
                      <a:moveTo>
                        <a:pt x="663" y="0"/>
                      </a:moveTo>
                      <a:lnTo>
                        <a:pt x="148" y="0"/>
                      </a:lnTo>
                      <a:lnTo>
                        <a:pt x="118" y="1"/>
                      </a:lnTo>
                      <a:lnTo>
                        <a:pt x="65" y="24"/>
                      </a:lnTo>
                      <a:lnTo>
                        <a:pt x="24" y="65"/>
                      </a:lnTo>
                      <a:lnTo>
                        <a:pt x="1" y="118"/>
                      </a:lnTo>
                      <a:lnTo>
                        <a:pt x="0" y="148"/>
                      </a:lnTo>
                      <a:lnTo>
                        <a:pt x="0" y="663"/>
                      </a:lnTo>
                      <a:lnTo>
                        <a:pt x="1" y="693"/>
                      </a:lnTo>
                      <a:lnTo>
                        <a:pt x="24" y="746"/>
                      </a:lnTo>
                      <a:lnTo>
                        <a:pt x="65" y="787"/>
                      </a:lnTo>
                      <a:lnTo>
                        <a:pt x="118" y="808"/>
                      </a:lnTo>
                      <a:lnTo>
                        <a:pt x="148" y="811"/>
                      </a:lnTo>
                      <a:lnTo>
                        <a:pt x="663" y="811"/>
                      </a:lnTo>
                      <a:lnTo>
                        <a:pt x="693" y="808"/>
                      </a:lnTo>
                      <a:lnTo>
                        <a:pt x="746" y="787"/>
                      </a:lnTo>
                      <a:lnTo>
                        <a:pt x="787" y="746"/>
                      </a:lnTo>
                      <a:lnTo>
                        <a:pt x="810" y="693"/>
                      </a:lnTo>
                      <a:lnTo>
                        <a:pt x="811" y="663"/>
                      </a:lnTo>
                      <a:lnTo>
                        <a:pt x="811" y="148"/>
                      </a:lnTo>
                      <a:lnTo>
                        <a:pt x="810" y="118"/>
                      </a:lnTo>
                      <a:lnTo>
                        <a:pt x="787" y="65"/>
                      </a:lnTo>
                      <a:lnTo>
                        <a:pt x="746" y="24"/>
                      </a:lnTo>
                      <a:lnTo>
                        <a:pt x="693" y="1"/>
                      </a:lnTo>
                      <a:lnTo>
                        <a:pt x="663" y="0"/>
                      </a:lnTo>
                      <a:close/>
                      <a:moveTo>
                        <a:pt x="405" y="673"/>
                      </a:moveTo>
                      <a:lnTo>
                        <a:pt x="377" y="671"/>
                      </a:lnTo>
                      <a:lnTo>
                        <a:pt x="326" y="661"/>
                      </a:lnTo>
                      <a:lnTo>
                        <a:pt x="278" y="640"/>
                      </a:lnTo>
                      <a:lnTo>
                        <a:pt x="235" y="611"/>
                      </a:lnTo>
                      <a:lnTo>
                        <a:pt x="199" y="575"/>
                      </a:lnTo>
                      <a:lnTo>
                        <a:pt x="170" y="533"/>
                      </a:lnTo>
                      <a:lnTo>
                        <a:pt x="150" y="484"/>
                      </a:lnTo>
                      <a:lnTo>
                        <a:pt x="140" y="432"/>
                      </a:lnTo>
                      <a:lnTo>
                        <a:pt x="138" y="405"/>
                      </a:lnTo>
                      <a:lnTo>
                        <a:pt x="140" y="377"/>
                      </a:lnTo>
                      <a:lnTo>
                        <a:pt x="150" y="326"/>
                      </a:lnTo>
                      <a:lnTo>
                        <a:pt x="170" y="278"/>
                      </a:lnTo>
                      <a:lnTo>
                        <a:pt x="199" y="235"/>
                      </a:lnTo>
                      <a:lnTo>
                        <a:pt x="235" y="199"/>
                      </a:lnTo>
                      <a:lnTo>
                        <a:pt x="278" y="170"/>
                      </a:lnTo>
                      <a:lnTo>
                        <a:pt x="326" y="150"/>
                      </a:lnTo>
                      <a:lnTo>
                        <a:pt x="377" y="138"/>
                      </a:lnTo>
                      <a:lnTo>
                        <a:pt x="405" y="138"/>
                      </a:lnTo>
                      <a:lnTo>
                        <a:pt x="432" y="138"/>
                      </a:lnTo>
                      <a:lnTo>
                        <a:pt x="486" y="150"/>
                      </a:lnTo>
                      <a:lnTo>
                        <a:pt x="533" y="170"/>
                      </a:lnTo>
                      <a:lnTo>
                        <a:pt x="575" y="199"/>
                      </a:lnTo>
                      <a:lnTo>
                        <a:pt x="612" y="235"/>
                      </a:lnTo>
                      <a:lnTo>
                        <a:pt x="641" y="278"/>
                      </a:lnTo>
                      <a:lnTo>
                        <a:pt x="661" y="326"/>
                      </a:lnTo>
                      <a:lnTo>
                        <a:pt x="671" y="377"/>
                      </a:lnTo>
                      <a:lnTo>
                        <a:pt x="673" y="405"/>
                      </a:lnTo>
                      <a:lnTo>
                        <a:pt x="671" y="432"/>
                      </a:lnTo>
                      <a:lnTo>
                        <a:pt x="661" y="484"/>
                      </a:lnTo>
                      <a:lnTo>
                        <a:pt x="641" y="533"/>
                      </a:lnTo>
                      <a:lnTo>
                        <a:pt x="612" y="575"/>
                      </a:lnTo>
                      <a:lnTo>
                        <a:pt x="575" y="611"/>
                      </a:lnTo>
                      <a:lnTo>
                        <a:pt x="533" y="640"/>
                      </a:lnTo>
                      <a:lnTo>
                        <a:pt x="486" y="661"/>
                      </a:lnTo>
                      <a:lnTo>
                        <a:pt x="432" y="671"/>
                      </a:lnTo>
                      <a:lnTo>
                        <a:pt x="405" y="673"/>
                      </a:lnTo>
                      <a:close/>
                      <a:moveTo>
                        <a:pt x="682" y="193"/>
                      </a:moveTo>
                      <a:lnTo>
                        <a:pt x="669" y="193"/>
                      </a:lnTo>
                      <a:lnTo>
                        <a:pt x="646" y="183"/>
                      </a:lnTo>
                      <a:lnTo>
                        <a:pt x="628" y="166"/>
                      </a:lnTo>
                      <a:lnTo>
                        <a:pt x="620" y="143"/>
                      </a:lnTo>
                      <a:lnTo>
                        <a:pt x="618" y="130"/>
                      </a:lnTo>
                      <a:lnTo>
                        <a:pt x="620" y="117"/>
                      </a:lnTo>
                      <a:lnTo>
                        <a:pt x="628" y="95"/>
                      </a:lnTo>
                      <a:lnTo>
                        <a:pt x="646" y="78"/>
                      </a:lnTo>
                      <a:lnTo>
                        <a:pt x="669" y="68"/>
                      </a:lnTo>
                      <a:lnTo>
                        <a:pt x="682" y="66"/>
                      </a:lnTo>
                      <a:lnTo>
                        <a:pt x="695" y="68"/>
                      </a:lnTo>
                      <a:lnTo>
                        <a:pt x="716" y="78"/>
                      </a:lnTo>
                      <a:lnTo>
                        <a:pt x="733" y="95"/>
                      </a:lnTo>
                      <a:lnTo>
                        <a:pt x="744" y="117"/>
                      </a:lnTo>
                      <a:lnTo>
                        <a:pt x="745" y="130"/>
                      </a:lnTo>
                      <a:lnTo>
                        <a:pt x="744" y="143"/>
                      </a:lnTo>
                      <a:lnTo>
                        <a:pt x="733" y="166"/>
                      </a:lnTo>
                      <a:lnTo>
                        <a:pt x="716" y="183"/>
                      </a:lnTo>
                      <a:lnTo>
                        <a:pt x="695" y="193"/>
                      </a:lnTo>
                      <a:lnTo>
                        <a:pt x="682" y="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0" name="Google Shape;830;p21"/>
                <p:cNvSpPr/>
                <p:nvPr/>
              </p:nvSpPr>
              <p:spPr>
                <a:xfrm>
                  <a:off x="1983" y="660"/>
                  <a:ext cx="103" cy="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" h="308" extrusionOk="0">
                      <a:moveTo>
                        <a:pt x="154" y="0"/>
                      </a:moveTo>
                      <a:lnTo>
                        <a:pt x="124" y="3"/>
                      </a:lnTo>
                      <a:lnTo>
                        <a:pt x="67" y="26"/>
                      </a:lnTo>
                      <a:lnTo>
                        <a:pt x="26" y="67"/>
                      </a:lnTo>
                      <a:lnTo>
                        <a:pt x="3" y="122"/>
                      </a:lnTo>
                      <a:lnTo>
                        <a:pt x="0" y="154"/>
                      </a:lnTo>
                      <a:lnTo>
                        <a:pt x="3" y="185"/>
                      </a:lnTo>
                      <a:lnTo>
                        <a:pt x="26" y="240"/>
                      </a:lnTo>
                      <a:lnTo>
                        <a:pt x="67" y="283"/>
                      </a:lnTo>
                      <a:lnTo>
                        <a:pt x="124" y="307"/>
                      </a:lnTo>
                      <a:lnTo>
                        <a:pt x="154" y="308"/>
                      </a:lnTo>
                      <a:lnTo>
                        <a:pt x="186" y="307"/>
                      </a:lnTo>
                      <a:lnTo>
                        <a:pt x="242" y="283"/>
                      </a:lnTo>
                      <a:lnTo>
                        <a:pt x="284" y="240"/>
                      </a:lnTo>
                      <a:lnTo>
                        <a:pt x="307" y="185"/>
                      </a:lnTo>
                      <a:lnTo>
                        <a:pt x="308" y="154"/>
                      </a:lnTo>
                      <a:lnTo>
                        <a:pt x="307" y="122"/>
                      </a:lnTo>
                      <a:lnTo>
                        <a:pt x="284" y="67"/>
                      </a:lnTo>
                      <a:lnTo>
                        <a:pt x="242" y="26"/>
                      </a:lnTo>
                      <a:lnTo>
                        <a:pt x="186" y="3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" name="Google Shape;831;p21"/>
                <p:cNvSpPr/>
                <p:nvPr/>
              </p:nvSpPr>
              <p:spPr>
                <a:xfrm>
                  <a:off x="1747" y="423"/>
                  <a:ext cx="575" cy="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725" extrusionOk="0">
                      <a:moveTo>
                        <a:pt x="862" y="0"/>
                      </a:moveTo>
                      <a:lnTo>
                        <a:pt x="819" y="2"/>
                      </a:lnTo>
                      <a:lnTo>
                        <a:pt x="731" y="10"/>
                      </a:lnTo>
                      <a:lnTo>
                        <a:pt x="647" y="28"/>
                      </a:lnTo>
                      <a:lnTo>
                        <a:pt x="566" y="52"/>
                      </a:lnTo>
                      <a:lnTo>
                        <a:pt x="489" y="85"/>
                      </a:lnTo>
                      <a:lnTo>
                        <a:pt x="415" y="126"/>
                      </a:lnTo>
                      <a:lnTo>
                        <a:pt x="346" y="172"/>
                      </a:lnTo>
                      <a:lnTo>
                        <a:pt x="282" y="225"/>
                      </a:lnTo>
                      <a:lnTo>
                        <a:pt x="223" y="283"/>
                      </a:lnTo>
                      <a:lnTo>
                        <a:pt x="172" y="346"/>
                      </a:lnTo>
                      <a:lnTo>
                        <a:pt x="124" y="415"/>
                      </a:lnTo>
                      <a:lnTo>
                        <a:pt x="85" y="489"/>
                      </a:lnTo>
                      <a:lnTo>
                        <a:pt x="52" y="567"/>
                      </a:lnTo>
                      <a:lnTo>
                        <a:pt x="27" y="647"/>
                      </a:lnTo>
                      <a:lnTo>
                        <a:pt x="10" y="731"/>
                      </a:lnTo>
                      <a:lnTo>
                        <a:pt x="1" y="819"/>
                      </a:lnTo>
                      <a:lnTo>
                        <a:pt x="0" y="863"/>
                      </a:lnTo>
                      <a:lnTo>
                        <a:pt x="1" y="907"/>
                      </a:lnTo>
                      <a:lnTo>
                        <a:pt x="10" y="994"/>
                      </a:lnTo>
                      <a:lnTo>
                        <a:pt x="27" y="1078"/>
                      </a:lnTo>
                      <a:lnTo>
                        <a:pt x="52" y="1159"/>
                      </a:lnTo>
                      <a:lnTo>
                        <a:pt x="85" y="1237"/>
                      </a:lnTo>
                      <a:lnTo>
                        <a:pt x="124" y="1310"/>
                      </a:lnTo>
                      <a:lnTo>
                        <a:pt x="172" y="1379"/>
                      </a:lnTo>
                      <a:lnTo>
                        <a:pt x="223" y="1443"/>
                      </a:lnTo>
                      <a:lnTo>
                        <a:pt x="282" y="1502"/>
                      </a:lnTo>
                      <a:lnTo>
                        <a:pt x="346" y="1553"/>
                      </a:lnTo>
                      <a:lnTo>
                        <a:pt x="415" y="1601"/>
                      </a:lnTo>
                      <a:lnTo>
                        <a:pt x="489" y="1640"/>
                      </a:lnTo>
                      <a:lnTo>
                        <a:pt x="566" y="1673"/>
                      </a:lnTo>
                      <a:lnTo>
                        <a:pt x="647" y="1698"/>
                      </a:lnTo>
                      <a:lnTo>
                        <a:pt x="731" y="1715"/>
                      </a:lnTo>
                      <a:lnTo>
                        <a:pt x="819" y="1724"/>
                      </a:lnTo>
                      <a:lnTo>
                        <a:pt x="862" y="1725"/>
                      </a:lnTo>
                      <a:lnTo>
                        <a:pt x="907" y="1724"/>
                      </a:lnTo>
                      <a:lnTo>
                        <a:pt x="994" y="1715"/>
                      </a:lnTo>
                      <a:lnTo>
                        <a:pt x="1078" y="1698"/>
                      </a:lnTo>
                      <a:lnTo>
                        <a:pt x="1159" y="1673"/>
                      </a:lnTo>
                      <a:lnTo>
                        <a:pt x="1237" y="1640"/>
                      </a:lnTo>
                      <a:lnTo>
                        <a:pt x="1310" y="1601"/>
                      </a:lnTo>
                      <a:lnTo>
                        <a:pt x="1379" y="1553"/>
                      </a:lnTo>
                      <a:lnTo>
                        <a:pt x="1443" y="1502"/>
                      </a:lnTo>
                      <a:lnTo>
                        <a:pt x="1500" y="1443"/>
                      </a:lnTo>
                      <a:lnTo>
                        <a:pt x="1554" y="1379"/>
                      </a:lnTo>
                      <a:lnTo>
                        <a:pt x="1600" y="1310"/>
                      </a:lnTo>
                      <a:lnTo>
                        <a:pt x="1640" y="1237"/>
                      </a:lnTo>
                      <a:lnTo>
                        <a:pt x="1673" y="1159"/>
                      </a:lnTo>
                      <a:lnTo>
                        <a:pt x="1698" y="1078"/>
                      </a:lnTo>
                      <a:lnTo>
                        <a:pt x="1715" y="994"/>
                      </a:lnTo>
                      <a:lnTo>
                        <a:pt x="1724" y="907"/>
                      </a:lnTo>
                      <a:lnTo>
                        <a:pt x="1725" y="863"/>
                      </a:lnTo>
                      <a:lnTo>
                        <a:pt x="1724" y="819"/>
                      </a:lnTo>
                      <a:lnTo>
                        <a:pt x="1715" y="731"/>
                      </a:lnTo>
                      <a:lnTo>
                        <a:pt x="1698" y="647"/>
                      </a:lnTo>
                      <a:lnTo>
                        <a:pt x="1673" y="567"/>
                      </a:lnTo>
                      <a:lnTo>
                        <a:pt x="1640" y="489"/>
                      </a:lnTo>
                      <a:lnTo>
                        <a:pt x="1600" y="415"/>
                      </a:lnTo>
                      <a:lnTo>
                        <a:pt x="1554" y="346"/>
                      </a:lnTo>
                      <a:lnTo>
                        <a:pt x="1500" y="283"/>
                      </a:lnTo>
                      <a:lnTo>
                        <a:pt x="1443" y="225"/>
                      </a:lnTo>
                      <a:lnTo>
                        <a:pt x="1379" y="172"/>
                      </a:lnTo>
                      <a:lnTo>
                        <a:pt x="1310" y="126"/>
                      </a:lnTo>
                      <a:lnTo>
                        <a:pt x="1237" y="85"/>
                      </a:lnTo>
                      <a:lnTo>
                        <a:pt x="1159" y="52"/>
                      </a:lnTo>
                      <a:lnTo>
                        <a:pt x="1078" y="28"/>
                      </a:lnTo>
                      <a:lnTo>
                        <a:pt x="994" y="10"/>
                      </a:lnTo>
                      <a:lnTo>
                        <a:pt x="907" y="2"/>
                      </a:lnTo>
                      <a:lnTo>
                        <a:pt x="862" y="0"/>
                      </a:lnTo>
                      <a:close/>
                      <a:moveTo>
                        <a:pt x="1381" y="1123"/>
                      </a:moveTo>
                      <a:lnTo>
                        <a:pt x="1381" y="1149"/>
                      </a:lnTo>
                      <a:lnTo>
                        <a:pt x="1369" y="1201"/>
                      </a:lnTo>
                      <a:lnTo>
                        <a:pt x="1350" y="1247"/>
                      </a:lnTo>
                      <a:lnTo>
                        <a:pt x="1322" y="1288"/>
                      </a:lnTo>
                      <a:lnTo>
                        <a:pt x="1286" y="1324"/>
                      </a:lnTo>
                      <a:lnTo>
                        <a:pt x="1244" y="1352"/>
                      </a:lnTo>
                      <a:lnTo>
                        <a:pt x="1198" y="1372"/>
                      </a:lnTo>
                      <a:lnTo>
                        <a:pt x="1146" y="1383"/>
                      </a:lnTo>
                      <a:lnTo>
                        <a:pt x="1120" y="1383"/>
                      </a:lnTo>
                      <a:lnTo>
                        <a:pt x="605" y="1383"/>
                      </a:lnTo>
                      <a:lnTo>
                        <a:pt x="578" y="1383"/>
                      </a:lnTo>
                      <a:lnTo>
                        <a:pt x="527" y="1372"/>
                      </a:lnTo>
                      <a:lnTo>
                        <a:pt x="480" y="1352"/>
                      </a:lnTo>
                      <a:lnTo>
                        <a:pt x="438" y="1324"/>
                      </a:lnTo>
                      <a:lnTo>
                        <a:pt x="404" y="1288"/>
                      </a:lnTo>
                      <a:lnTo>
                        <a:pt x="375" y="1247"/>
                      </a:lnTo>
                      <a:lnTo>
                        <a:pt x="355" y="1201"/>
                      </a:lnTo>
                      <a:lnTo>
                        <a:pt x="344" y="1149"/>
                      </a:lnTo>
                      <a:lnTo>
                        <a:pt x="343" y="1123"/>
                      </a:lnTo>
                      <a:lnTo>
                        <a:pt x="343" y="608"/>
                      </a:lnTo>
                      <a:lnTo>
                        <a:pt x="344" y="581"/>
                      </a:lnTo>
                      <a:lnTo>
                        <a:pt x="355" y="531"/>
                      </a:lnTo>
                      <a:lnTo>
                        <a:pt x="375" y="483"/>
                      </a:lnTo>
                      <a:lnTo>
                        <a:pt x="404" y="441"/>
                      </a:lnTo>
                      <a:lnTo>
                        <a:pt x="438" y="407"/>
                      </a:lnTo>
                      <a:lnTo>
                        <a:pt x="480" y="378"/>
                      </a:lnTo>
                      <a:lnTo>
                        <a:pt x="527" y="358"/>
                      </a:lnTo>
                      <a:lnTo>
                        <a:pt x="578" y="348"/>
                      </a:lnTo>
                      <a:lnTo>
                        <a:pt x="605" y="346"/>
                      </a:lnTo>
                      <a:lnTo>
                        <a:pt x="1120" y="346"/>
                      </a:lnTo>
                      <a:lnTo>
                        <a:pt x="1146" y="348"/>
                      </a:lnTo>
                      <a:lnTo>
                        <a:pt x="1198" y="358"/>
                      </a:lnTo>
                      <a:lnTo>
                        <a:pt x="1244" y="378"/>
                      </a:lnTo>
                      <a:lnTo>
                        <a:pt x="1286" y="407"/>
                      </a:lnTo>
                      <a:lnTo>
                        <a:pt x="1322" y="441"/>
                      </a:lnTo>
                      <a:lnTo>
                        <a:pt x="1350" y="483"/>
                      </a:lnTo>
                      <a:lnTo>
                        <a:pt x="1369" y="531"/>
                      </a:lnTo>
                      <a:lnTo>
                        <a:pt x="1381" y="581"/>
                      </a:lnTo>
                      <a:lnTo>
                        <a:pt x="1381" y="608"/>
                      </a:lnTo>
                      <a:lnTo>
                        <a:pt x="1381" y="112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2" name="Google Shape;832;p21"/>
              <p:cNvSpPr/>
              <p:nvPr/>
            </p:nvSpPr>
            <p:spPr>
              <a:xfrm rot="5400000">
                <a:off x="11360858" y="343758"/>
                <a:ext cx="140525" cy="26670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617" extrusionOk="0">
                    <a:moveTo>
                      <a:pt x="711" y="92"/>
                    </a:moveTo>
                    <a:lnTo>
                      <a:pt x="586" y="92"/>
                    </a:lnTo>
                    <a:lnTo>
                      <a:pt x="586" y="0"/>
                    </a:lnTo>
                    <a:lnTo>
                      <a:pt x="258" y="0"/>
                    </a:lnTo>
                    <a:lnTo>
                      <a:pt x="258" y="92"/>
                    </a:lnTo>
                    <a:lnTo>
                      <a:pt x="140" y="92"/>
                    </a:lnTo>
                    <a:lnTo>
                      <a:pt x="111" y="95"/>
                    </a:lnTo>
                    <a:lnTo>
                      <a:pt x="61" y="117"/>
                    </a:lnTo>
                    <a:lnTo>
                      <a:pt x="23" y="154"/>
                    </a:lnTo>
                    <a:lnTo>
                      <a:pt x="1" y="205"/>
                    </a:lnTo>
                    <a:lnTo>
                      <a:pt x="0" y="233"/>
                    </a:lnTo>
                    <a:lnTo>
                      <a:pt x="0" y="1477"/>
                    </a:lnTo>
                    <a:lnTo>
                      <a:pt x="1" y="1506"/>
                    </a:lnTo>
                    <a:lnTo>
                      <a:pt x="23" y="1556"/>
                    </a:lnTo>
                    <a:lnTo>
                      <a:pt x="61" y="1594"/>
                    </a:lnTo>
                    <a:lnTo>
                      <a:pt x="111" y="1615"/>
                    </a:lnTo>
                    <a:lnTo>
                      <a:pt x="140" y="1617"/>
                    </a:lnTo>
                    <a:lnTo>
                      <a:pt x="711" y="1617"/>
                    </a:lnTo>
                    <a:lnTo>
                      <a:pt x="740" y="1615"/>
                    </a:lnTo>
                    <a:lnTo>
                      <a:pt x="790" y="1594"/>
                    </a:lnTo>
                    <a:lnTo>
                      <a:pt x="828" y="1556"/>
                    </a:lnTo>
                    <a:lnTo>
                      <a:pt x="850" y="1506"/>
                    </a:lnTo>
                    <a:lnTo>
                      <a:pt x="851" y="1477"/>
                    </a:lnTo>
                    <a:lnTo>
                      <a:pt x="851" y="233"/>
                    </a:lnTo>
                    <a:lnTo>
                      <a:pt x="850" y="205"/>
                    </a:lnTo>
                    <a:lnTo>
                      <a:pt x="828" y="154"/>
                    </a:lnTo>
                    <a:lnTo>
                      <a:pt x="790" y="117"/>
                    </a:lnTo>
                    <a:lnTo>
                      <a:pt x="740" y="95"/>
                    </a:lnTo>
                    <a:lnTo>
                      <a:pt x="711" y="92"/>
                    </a:lnTo>
                    <a:close/>
                    <a:moveTo>
                      <a:pt x="757" y="1477"/>
                    </a:moveTo>
                    <a:lnTo>
                      <a:pt x="757" y="1487"/>
                    </a:lnTo>
                    <a:lnTo>
                      <a:pt x="750" y="1503"/>
                    </a:lnTo>
                    <a:lnTo>
                      <a:pt x="737" y="1516"/>
                    </a:lnTo>
                    <a:lnTo>
                      <a:pt x="721" y="1523"/>
                    </a:lnTo>
                    <a:lnTo>
                      <a:pt x="711" y="1525"/>
                    </a:lnTo>
                    <a:lnTo>
                      <a:pt x="140" y="1525"/>
                    </a:lnTo>
                    <a:lnTo>
                      <a:pt x="131" y="1523"/>
                    </a:lnTo>
                    <a:lnTo>
                      <a:pt x="114" y="1516"/>
                    </a:lnTo>
                    <a:lnTo>
                      <a:pt x="101" y="1503"/>
                    </a:lnTo>
                    <a:lnTo>
                      <a:pt x="94" y="1487"/>
                    </a:lnTo>
                    <a:lnTo>
                      <a:pt x="94" y="1477"/>
                    </a:lnTo>
                    <a:lnTo>
                      <a:pt x="94" y="233"/>
                    </a:lnTo>
                    <a:lnTo>
                      <a:pt x="94" y="223"/>
                    </a:lnTo>
                    <a:lnTo>
                      <a:pt x="101" y="206"/>
                    </a:lnTo>
                    <a:lnTo>
                      <a:pt x="114" y="194"/>
                    </a:lnTo>
                    <a:lnTo>
                      <a:pt x="131" y="187"/>
                    </a:lnTo>
                    <a:lnTo>
                      <a:pt x="140" y="186"/>
                    </a:lnTo>
                    <a:lnTo>
                      <a:pt x="711" y="186"/>
                    </a:lnTo>
                    <a:lnTo>
                      <a:pt x="721" y="187"/>
                    </a:lnTo>
                    <a:lnTo>
                      <a:pt x="737" y="194"/>
                    </a:lnTo>
                    <a:lnTo>
                      <a:pt x="750" y="206"/>
                    </a:lnTo>
                    <a:lnTo>
                      <a:pt x="757" y="223"/>
                    </a:lnTo>
                    <a:lnTo>
                      <a:pt x="757" y="233"/>
                    </a:lnTo>
                    <a:lnTo>
                      <a:pt x="757" y="1477"/>
                    </a:lnTo>
                    <a:close/>
                    <a:moveTo>
                      <a:pt x="707" y="1468"/>
                    </a:moveTo>
                    <a:lnTo>
                      <a:pt x="144" y="1468"/>
                    </a:lnTo>
                    <a:lnTo>
                      <a:pt x="144" y="1264"/>
                    </a:lnTo>
                    <a:lnTo>
                      <a:pt x="707" y="1264"/>
                    </a:lnTo>
                    <a:lnTo>
                      <a:pt x="707" y="1468"/>
                    </a:lnTo>
                    <a:close/>
                    <a:moveTo>
                      <a:pt x="707" y="1213"/>
                    </a:moveTo>
                    <a:lnTo>
                      <a:pt x="144" y="1213"/>
                    </a:lnTo>
                    <a:lnTo>
                      <a:pt x="144" y="1009"/>
                    </a:lnTo>
                    <a:lnTo>
                      <a:pt x="707" y="1009"/>
                    </a:lnTo>
                    <a:lnTo>
                      <a:pt x="707" y="1213"/>
                    </a:lnTo>
                    <a:close/>
                    <a:moveTo>
                      <a:pt x="707" y="958"/>
                    </a:moveTo>
                    <a:lnTo>
                      <a:pt x="144" y="958"/>
                    </a:lnTo>
                    <a:lnTo>
                      <a:pt x="144" y="754"/>
                    </a:lnTo>
                    <a:lnTo>
                      <a:pt x="707" y="754"/>
                    </a:lnTo>
                    <a:lnTo>
                      <a:pt x="707" y="958"/>
                    </a:lnTo>
                    <a:close/>
                    <a:moveTo>
                      <a:pt x="707" y="703"/>
                    </a:moveTo>
                    <a:lnTo>
                      <a:pt x="144" y="703"/>
                    </a:lnTo>
                    <a:lnTo>
                      <a:pt x="144" y="499"/>
                    </a:lnTo>
                    <a:lnTo>
                      <a:pt x="707" y="499"/>
                    </a:lnTo>
                    <a:lnTo>
                      <a:pt x="707" y="703"/>
                    </a:lnTo>
                    <a:close/>
                    <a:moveTo>
                      <a:pt x="707" y="448"/>
                    </a:moveTo>
                    <a:lnTo>
                      <a:pt x="144" y="448"/>
                    </a:lnTo>
                    <a:lnTo>
                      <a:pt x="144" y="243"/>
                    </a:lnTo>
                    <a:lnTo>
                      <a:pt x="707" y="243"/>
                    </a:lnTo>
                    <a:lnTo>
                      <a:pt x="707" y="4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21"/>
              <p:cNvSpPr/>
              <p:nvPr/>
            </p:nvSpPr>
            <p:spPr>
              <a:xfrm>
                <a:off x="10885020" y="369386"/>
                <a:ext cx="454304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100%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21"/>
              <p:cNvSpPr/>
              <p:nvPr/>
            </p:nvSpPr>
            <p:spPr>
              <a:xfrm>
                <a:off x="10212196" y="406846"/>
                <a:ext cx="17980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293" extrusionOk="0">
                    <a:moveTo>
                      <a:pt x="2747" y="3607"/>
                    </a:moveTo>
                    <a:lnTo>
                      <a:pt x="2711" y="3609"/>
                    </a:lnTo>
                    <a:lnTo>
                      <a:pt x="2645" y="3622"/>
                    </a:lnTo>
                    <a:lnTo>
                      <a:pt x="2583" y="3649"/>
                    </a:lnTo>
                    <a:lnTo>
                      <a:pt x="2528" y="3685"/>
                    </a:lnTo>
                    <a:lnTo>
                      <a:pt x="2481" y="3733"/>
                    </a:lnTo>
                    <a:lnTo>
                      <a:pt x="2443" y="3787"/>
                    </a:lnTo>
                    <a:lnTo>
                      <a:pt x="2417" y="3848"/>
                    </a:lnTo>
                    <a:lnTo>
                      <a:pt x="2403" y="3916"/>
                    </a:lnTo>
                    <a:lnTo>
                      <a:pt x="2403" y="3950"/>
                    </a:lnTo>
                    <a:lnTo>
                      <a:pt x="2403" y="3986"/>
                    </a:lnTo>
                    <a:lnTo>
                      <a:pt x="2417" y="4052"/>
                    </a:lnTo>
                    <a:lnTo>
                      <a:pt x="2443" y="4114"/>
                    </a:lnTo>
                    <a:lnTo>
                      <a:pt x="2481" y="4169"/>
                    </a:lnTo>
                    <a:lnTo>
                      <a:pt x="2527" y="4215"/>
                    </a:lnTo>
                    <a:lnTo>
                      <a:pt x="2583" y="4253"/>
                    </a:lnTo>
                    <a:lnTo>
                      <a:pt x="2645" y="4279"/>
                    </a:lnTo>
                    <a:lnTo>
                      <a:pt x="2711" y="4293"/>
                    </a:lnTo>
                    <a:lnTo>
                      <a:pt x="2747" y="4293"/>
                    </a:lnTo>
                    <a:lnTo>
                      <a:pt x="2783" y="4293"/>
                    </a:lnTo>
                    <a:lnTo>
                      <a:pt x="2849" y="4279"/>
                    </a:lnTo>
                    <a:lnTo>
                      <a:pt x="2911" y="4253"/>
                    </a:lnTo>
                    <a:lnTo>
                      <a:pt x="2966" y="4215"/>
                    </a:lnTo>
                    <a:lnTo>
                      <a:pt x="3013" y="4169"/>
                    </a:lnTo>
                    <a:lnTo>
                      <a:pt x="3051" y="4114"/>
                    </a:lnTo>
                    <a:lnTo>
                      <a:pt x="3077" y="4052"/>
                    </a:lnTo>
                    <a:lnTo>
                      <a:pt x="3090" y="3986"/>
                    </a:lnTo>
                    <a:lnTo>
                      <a:pt x="3091" y="3950"/>
                    </a:lnTo>
                    <a:lnTo>
                      <a:pt x="3090" y="3916"/>
                    </a:lnTo>
                    <a:lnTo>
                      <a:pt x="3077" y="3848"/>
                    </a:lnTo>
                    <a:lnTo>
                      <a:pt x="3051" y="3787"/>
                    </a:lnTo>
                    <a:lnTo>
                      <a:pt x="3013" y="3733"/>
                    </a:lnTo>
                    <a:lnTo>
                      <a:pt x="2966" y="3685"/>
                    </a:lnTo>
                    <a:lnTo>
                      <a:pt x="2911" y="3648"/>
                    </a:lnTo>
                    <a:lnTo>
                      <a:pt x="2849" y="3622"/>
                    </a:lnTo>
                    <a:lnTo>
                      <a:pt x="2783" y="3609"/>
                    </a:lnTo>
                    <a:lnTo>
                      <a:pt x="2747" y="3607"/>
                    </a:lnTo>
                    <a:close/>
                    <a:moveTo>
                      <a:pt x="5399" y="1030"/>
                    </a:moveTo>
                    <a:lnTo>
                      <a:pt x="5332" y="968"/>
                    </a:lnTo>
                    <a:lnTo>
                      <a:pt x="5194" y="852"/>
                    </a:lnTo>
                    <a:lnTo>
                      <a:pt x="5050" y="741"/>
                    </a:lnTo>
                    <a:lnTo>
                      <a:pt x="4902" y="638"/>
                    </a:lnTo>
                    <a:lnTo>
                      <a:pt x="4749" y="542"/>
                    </a:lnTo>
                    <a:lnTo>
                      <a:pt x="4592" y="454"/>
                    </a:lnTo>
                    <a:lnTo>
                      <a:pt x="4431" y="373"/>
                    </a:lnTo>
                    <a:lnTo>
                      <a:pt x="4266" y="300"/>
                    </a:lnTo>
                    <a:lnTo>
                      <a:pt x="4098" y="235"/>
                    </a:lnTo>
                    <a:lnTo>
                      <a:pt x="3927" y="178"/>
                    </a:lnTo>
                    <a:lnTo>
                      <a:pt x="3751" y="127"/>
                    </a:lnTo>
                    <a:lnTo>
                      <a:pt x="3574" y="85"/>
                    </a:lnTo>
                    <a:lnTo>
                      <a:pt x="3394" y="52"/>
                    </a:lnTo>
                    <a:lnTo>
                      <a:pt x="3211" y="26"/>
                    </a:lnTo>
                    <a:lnTo>
                      <a:pt x="3026" y="10"/>
                    </a:lnTo>
                    <a:lnTo>
                      <a:pt x="2839" y="2"/>
                    </a:lnTo>
                    <a:lnTo>
                      <a:pt x="2746" y="0"/>
                    </a:lnTo>
                    <a:lnTo>
                      <a:pt x="2652" y="2"/>
                    </a:lnTo>
                    <a:lnTo>
                      <a:pt x="2466" y="10"/>
                    </a:lnTo>
                    <a:lnTo>
                      <a:pt x="2282" y="26"/>
                    </a:lnTo>
                    <a:lnTo>
                      <a:pt x="2099" y="52"/>
                    </a:lnTo>
                    <a:lnTo>
                      <a:pt x="1919" y="85"/>
                    </a:lnTo>
                    <a:lnTo>
                      <a:pt x="1740" y="127"/>
                    </a:lnTo>
                    <a:lnTo>
                      <a:pt x="1566" y="178"/>
                    </a:lnTo>
                    <a:lnTo>
                      <a:pt x="1395" y="235"/>
                    </a:lnTo>
                    <a:lnTo>
                      <a:pt x="1226" y="300"/>
                    </a:lnTo>
                    <a:lnTo>
                      <a:pt x="1060" y="373"/>
                    </a:lnTo>
                    <a:lnTo>
                      <a:pt x="899" y="454"/>
                    </a:lnTo>
                    <a:lnTo>
                      <a:pt x="742" y="542"/>
                    </a:lnTo>
                    <a:lnTo>
                      <a:pt x="590" y="638"/>
                    </a:lnTo>
                    <a:lnTo>
                      <a:pt x="441" y="741"/>
                    </a:lnTo>
                    <a:lnTo>
                      <a:pt x="299" y="852"/>
                    </a:lnTo>
                    <a:lnTo>
                      <a:pt x="160" y="970"/>
                    </a:lnTo>
                    <a:lnTo>
                      <a:pt x="93" y="1030"/>
                    </a:lnTo>
                    <a:lnTo>
                      <a:pt x="71" y="1053"/>
                    </a:lnTo>
                    <a:lnTo>
                      <a:pt x="35" y="1104"/>
                    </a:lnTo>
                    <a:lnTo>
                      <a:pt x="12" y="1157"/>
                    </a:lnTo>
                    <a:lnTo>
                      <a:pt x="0" y="1215"/>
                    </a:lnTo>
                    <a:lnTo>
                      <a:pt x="0" y="1272"/>
                    </a:lnTo>
                    <a:lnTo>
                      <a:pt x="12" y="1328"/>
                    </a:lnTo>
                    <a:lnTo>
                      <a:pt x="35" y="1383"/>
                    </a:lnTo>
                    <a:lnTo>
                      <a:pt x="71" y="1432"/>
                    </a:lnTo>
                    <a:lnTo>
                      <a:pt x="93" y="1455"/>
                    </a:lnTo>
                    <a:lnTo>
                      <a:pt x="117" y="1477"/>
                    </a:lnTo>
                    <a:lnTo>
                      <a:pt x="170" y="1510"/>
                    </a:lnTo>
                    <a:lnTo>
                      <a:pt x="228" y="1532"/>
                    </a:lnTo>
                    <a:lnTo>
                      <a:pt x="288" y="1543"/>
                    </a:lnTo>
                    <a:lnTo>
                      <a:pt x="319" y="1543"/>
                    </a:lnTo>
                    <a:lnTo>
                      <a:pt x="350" y="1543"/>
                    </a:lnTo>
                    <a:lnTo>
                      <a:pt x="411" y="1532"/>
                    </a:lnTo>
                    <a:lnTo>
                      <a:pt x="469" y="1510"/>
                    </a:lnTo>
                    <a:lnTo>
                      <a:pt x="522" y="1477"/>
                    </a:lnTo>
                    <a:lnTo>
                      <a:pt x="546" y="1455"/>
                    </a:lnTo>
                    <a:lnTo>
                      <a:pt x="601" y="1405"/>
                    </a:lnTo>
                    <a:lnTo>
                      <a:pt x="716" y="1308"/>
                    </a:lnTo>
                    <a:lnTo>
                      <a:pt x="834" y="1218"/>
                    </a:lnTo>
                    <a:lnTo>
                      <a:pt x="958" y="1134"/>
                    </a:lnTo>
                    <a:lnTo>
                      <a:pt x="1085" y="1056"/>
                    </a:lnTo>
                    <a:lnTo>
                      <a:pt x="1215" y="986"/>
                    </a:lnTo>
                    <a:lnTo>
                      <a:pt x="1349" y="922"/>
                    </a:lnTo>
                    <a:lnTo>
                      <a:pt x="1485" y="865"/>
                    </a:lnTo>
                    <a:lnTo>
                      <a:pt x="1625" y="813"/>
                    </a:lnTo>
                    <a:lnTo>
                      <a:pt x="1768" y="768"/>
                    </a:lnTo>
                    <a:lnTo>
                      <a:pt x="1985" y="712"/>
                    </a:lnTo>
                    <a:lnTo>
                      <a:pt x="2285" y="662"/>
                    </a:lnTo>
                    <a:lnTo>
                      <a:pt x="2590" y="636"/>
                    </a:lnTo>
                    <a:lnTo>
                      <a:pt x="2746" y="633"/>
                    </a:lnTo>
                    <a:lnTo>
                      <a:pt x="2901" y="636"/>
                    </a:lnTo>
                    <a:lnTo>
                      <a:pt x="3208" y="662"/>
                    </a:lnTo>
                    <a:lnTo>
                      <a:pt x="3506" y="712"/>
                    </a:lnTo>
                    <a:lnTo>
                      <a:pt x="3725" y="768"/>
                    </a:lnTo>
                    <a:lnTo>
                      <a:pt x="3868" y="813"/>
                    </a:lnTo>
                    <a:lnTo>
                      <a:pt x="4007" y="865"/>
                    </a:lnTo>
                    <a:lnTo>
                      <a:pt x="4144" y="922"/>
                    </a:lnTo>
                    <a:lnTo>
                      <a:pt x="4277" y="986"/>
                    </a:lnTo>
                    <a:lnTo>
                      <a:pt x="4408" y="1056"/>
                    </a:lnTo>
                    <a:lnTo>
                      <a:pt x="4534" y="1134"/>
                    </a:lnTo>
                    <a:lnTo>
                      <a:pt x="4657" y="1218"/>
                    </a:lnTo>
                    <a:lnTo>
                      <a:pt x="4776" y="1307"/>
                    </a:lnTo>
                    <a:lnTo>
                      <a:pt x="4890" y="1403"/>
                    </a:lnTo>
                    <a:lnTo>
                      <a:pt x="4946" y="1455"/>
                    </a:lnTo>
                    <a:lnTo>
                      <a:pt x="4969" y="1477"/>
                    </a:lnTo>
                    <a:lnTo>
                      <a:pt x="5023" y="1509"/>
                    </a:lnTo>
                    <a:lnTo>
                      <a:pt x="5082" y="1532"/>
                    </a:lnTo>
                    <a:lnTo>
                      <a:pt x="5142" y="1542"/>
                    </a:lnTo>
                    <a:lnTo>
                      <a:pt x="5203" y="1542"/>
                    </a:lnTo>
                    <a:lnTo>
                      <a:pt x="5263" y="1532"/>
                    </a:lnTo>
                    <a:lnTo>
                      <a:pt x="5322" y="1509"/>
                    </a:lnTo>
                    <a:lnTo>
                      <a:pt x="5375" y="1477"/>
                    </a:lnTo>
                    <a:lnTo>
                      <a:pt x="5399" y="1455"/>
                    </a:lnTo>
                    <a:lnTo>
                      <a:pt x="5422" y="1432"/>
                    </a:lnTo>
                    <a:lnTo>
                      <a:pt x="5456" y="1383"/>
                    </a:lnTo>
                    <a:lnTo>
                      <a:pt x="5481" y="1328"/>
                    </a:lnTo>
                    <a:lnTo>
                      <a:pt x="5492" y="1272"/>
                    </a:lnTo>
                    <a:lnTo>
                      <a:pt x="5492" y="1215"/>
                    </a:lnTo>
                    <a:lnTo>
                      <a:pt x="5481" y="1157"/>
                    </a:lnTo>
                    <a:lnTo>
                      <a:pt x="5456" y="1102"/>
                    </a:lnTo>
                    <a:lnTo>
                      <a:pt x="5422" y="1053"/>
                    </a:lnTo>
                    <a:lnTo>
                      <a:pt x="5399" y="1030"/>
                    </a:lnTo>
                    <a:close/>
                    <a:moveTo>
                      <a:pt x="2743" y="1202"/>
                    </a:moveTo>
                    <a:lnTo>
                      <a:pt x="2604" y="1203"/>
                    </a:lnTo>
                    <a:lnTo>
                      <a:pt x="2332" y="1230"/>
                    </a:lnTo>
                    <a:lnTo>
                      <a:pt x="2066" y="1282"/>
                    </a:lnTo>
                    <a:lnTo>
                      <a:pt x="1807" y="1360"/>
                    </a:lnTo>
                    <a:lnTo>
                      <a:pt x="1557" y="1462"/>
                    </a:lnTo>
                    <a:lnTo>
                      <a:pt x="1320" y="1589"/>
                    </a:lnTo>
                    <a:lnTo>
                      <a:pt x="1094" y="1739"/>
                    </a:lnTo>
                    <a:lnTo>
                      <a:pt x="882" y="1912"/>
                    </a:lnTo>
                    <a:lnTo>
                      <a:pt x="782" y="2008"/>
                    </a:lnTo>
                    <a:lnTo>
                      <a:pt x="759" y="2033"/>
                    </a:lnTo>
                    <a:lnTo>
                      <a:pt x="722" y="2088"/>
                    </a:lnTo>
                    <a:lnTo>
                      <a:pt x="698" y="2148"/>
                    </a:lnTo>
                    <a:lnTo>
                      <a:pt x="686" y="2211"/>
                    </a:lnTo>
                    <a:lnTo>
                      <a:pt x="686" y="2275"/>
                    </a:lnTo>
                    <a:lnTo>
                      <a:pt x="698" y="2337"/>
                    </a:lnTo>
                    <a:lnTo>
                      <a:pt x="722" y="2397"/>
                    </a:lnTo>
                    <a:lnTo>
                      <a:pt x="759" y="2452"/>
                    </a:lnTo>
                    <a:lnTo>
                      <a:pt x="782" y="2478"/>
                    </a:lnTo>
                    <a:lnTo>
                      <a:pt x="808" y="2501"/>
                    </a:lnTo>
                    <a:lnTo>
                      <a:pt x="863" y="2537"/>
                    </a:lnTo>
                    <a:lnTo>
                      <a:pt x="924" y="2561"/>
                    </a:lnTo>
                    <a:lnTo>
                      <a:pt x="987" y="2574"/>
                    </a:lnTo>
                    <a:lnTo>
                      <a:pt x="1019" y="2576"/>
                    </a:lnTo>
                    <a:lnTo>
                      <a:pt x="1052" y="2574"/>
                    </a:lnTo>
                    <a:lnTo>
                      <a:pt x="1115" y="2561"/>
                    </a:lnTo>
                    <a:lnTo>
                      <a:pt x="1176" y="2537"/>
                    </a:lnTo>
                    <a:lnTo>
                      <a:pt x="1230" y="2501"/>
                    </a:lnTo>
                    <a:lnTo>
                      <a:pt x="1256" y="2478"/>
                    </a:lnTo>
                    <a:lnTo>
                      <a:pt x="1331" y="2404"/>
                    </a:lnTo>
                    <a:lnTo>
                      <a:pt x="1493" y="2272"/>
                    </a:lnTo>
                    <a:lnTo>
                      <a:pt x="1664" y="2155"/>
                    </a:lnTo>
                    <a:lnTo>
                      <a:pt x="1844" y="2056"/>
                    </a:lnTo>
                    <a:lnTo>
                      <a:pt x="2033" y="1974"/>
                    </a:lnTo>
                    <a:lnTo>
                      <a:pt x="2229" y="1910"/>
                    </a:lnTo>
                    <a:lnTo>
                      <a:pt x="2432" y="1869"/>
                    </a:lnTo>
                    <a:lnTo>
                      <a:pt x="2638" y="1847"/>
                    </a:lnTo>
                    <a:lnTo>
                      <a:pt x="2743" y="1844"/>
                    </a:lnTo>
                    <a:lnTo>
                      <a:pt x="2848" y="1847"/>
                    </a:lnTo>
                    <a:lnTo>
                      <a:pt x="3055" y="1869"/>
                    </a:lnTo>
                    <a:lnTo>
                      <a:pt x="3257" y="1910"/>
                    </a:lnTo>
                    <a:lnTo>
                      <a:pt x="3453" y="1974"/>
                    </a:lnTo>
                    <a:lnTo>
                      <a:pt x="3643" y="2056"/>
                    </a:lnTo>
                    <a:lnTo>
                      <a:pt x="3823" y="2155"/>
                    </a:lnTo>
                    <a:lnTo>
                      <a:pt x="3994" y="2272"/>
                    </a:lnTo>
                    <a:lnTo>
                      <a:pt x="4154" y="2404"/>
                    </a:lnTo>
                    <a:lnTo>
                      <a:pt x="4230" y="2478"/>
                    </a:lnTo>
                    <a:lnTo>
                      <a:pt x="4255" y="2501"/>
                    </a:lnTo>
                    <a:lnTo>
                      <a:pt x="4311" y="2537"/>
                    </a:lnTo>
                    <a:lnTo>
                      <a:pt x="4372" y="2561"/>
                    </a:lnTo>
                    <a:lnTo>
                      <a:pt x="4435" y="2574"/>
                    </a:lnTo>
                    <a:lnTo>
                      <a:pt x="4500" y="2574"/>
                    </a:lnTo>
                    <a:lnTo>
                      <a:pt x="4562" y="2561"/>
                    </a:lnTo>
                    <a:lnTo>
                      <a:pt x="4622" y="2537"/>
                    </a:lnTo>
                    <a:lnTo>
                      <a:pt x="4678" y="2501"/>
                    </a:lnTo>
                    <a:lnTo>
                      <a:pt x="4703" y="2478"/>
                    </a:lnTo>
                    <a:lnTo>
                      <a:pt x="4727" y="2452"/>
                    </a:lnTo>
                    <a:lnTo>
                      <a:pt x="4763" y="2397"/>
                    </a:lnTo>
                    <a:lnTo>
                      <a:pt x="4788" y="2337"/>
                    </a:lnTo>
                    <a:lnTo>
                      <a:pt x="4801" y="2275"/>
                    </a:lnTo>
                    <a:lnTo>
                      <a:pt x="4801" y="2211"/>
                    </a:lnTo>
                    <a:lnTo>
                      <a:pt x="4788" y="2148"/>
                    </a:lnTo>
                    <a:lnTo>
                      <a:pt x="4763" y="2088"/>
                    </a:lnTo>
                    <a:lnTo>
                      <a:pt x="4727" y="2033"/>
                    </a:lnTo>
                    <a:lnTo>
                      <a:pt x="4703" y="2008"/>
                    </a:lnTo>
                    <a:lnTo>
                      <a:pt x="4603" y="1912"/>
                    </a:lnTo>
                    <a:lnTo>
                      <a:pt x="4392" y="1739"/>
                    </a:lnTo>
                    <a:lnTo>
                      <a:pt x="4167" y="1589"/>
                    </a:lnTo>
                    <a:lnTo>
                      <a:pt x="3928" y="1462"/>
                    </a:lnTo>
                    <a:lnTo>
                      <a:pt x="3679" y="1360"/>
                    </a:lnTo>
                    <a:lnTo>
                      <a:pt x="3421" y="1282"/>
                    </a:lnTo>
                    <a:lnTo>
                      <a:pt x="3155" y="1230"/>
                    </a:lnTo>
                    <a:lnTo>
                      <a:pt x="2881" y="1203"/>
                    </a:lnTo>
                    <a:lnTo>
                      <a:pt x="2743" y="1202"/>
                    </a:lnTo>
                    <a:close/>
                    <a:moveTo>
                      <a:pt x="2746" y="2403"/>
                    </a:moveTo>
                    <a:lnTo>
                      <a:pt x="2668" y="2404"/>
                    </a:lnTo>
                    <a:lnTo>
                      <a:pt x="2514" y="2420"/>
                    </a:lnTo>
                    <a:lnTo>
                      <a:pt x="2362" y="2451"/>
                    </a:lnTo>
                    <a:lnTo>
                      <a:pt x="2217" y="2497"/>
                    </a:lnTo>
                    <a:lnTo>
                      <a:pt x="2076" y="2556"/>
                    </a:lnTo>
                    <a:lnTo>
                      <a:pt x="1940" y="2631"/>
                    </a:lnTo>
                    <a:lnTo>
                      <a:pt x="1814" y="2719"/>
                    </a:lnTo>
                    <a:lnTo>
                      <a:pt x="1694" y="2819"/>
                    </a:lnTo>
                    <a:lnTo>
                      <a:pt x="1637" y="2876"/>
                    </a:lnTo>
                    <a:lnTo>
                      <a:pt x="1615" y="2900"/>
                    </a:lnTo>
                    <a:lnTo>
                      <a:pt x="1580" y="2955"/>
                    </a:lnTo>
                    <a:lnTo>
                      <a:pt x="1557" y="3012"/>
                    </a:lnTo>
                    <a:lnTo>
                      <a:pt x="1546" y="3074"/>
                    </a:lnTo>
                    <a:lnTo>
                      <a:pt x="1546" y="3136"/>
                    </a:lnTo>
                    <a:lnTo>
                      <a:pt x="1557" y="3197"/>
                    </a:lnTo>
                    <a:lnTo>
                      <a:pt x="1580" y="3256"/>
                    </a:lnTo>
                    <a:lnTo>
                      <a:pt x="1615" y="3309"/>
                    </a:lnTo>
                    <a:lnTo>
                      <a:pt x="1637" y="3334"/>
                    </a:lnTo>
                    <a:lnTo>
                      <a:pt x="1661" y="3357"/>
                    </a:lnTo>
                    <a:lnTo>
                      <a:pt x="1713" y="3393"/>
                    </a:lnTo>
                    <a:lnTo>
                      <a:pt x="1769" y="3416"/>
                    </a:lnTo>
                    <a:lnTo>
                      <a:pt x="1830" y="3427"/>
                    </a:lnTo>
                    <a:lnTo>
                      <a:pt x="1860" y="3429"/>
                    </a:lnTo>
                    <a:lnTo>
                      <a:pt x="1890" y="3427"/>
                    </a:lnTo>
                    <a:lnTo>
                      <a:pt x="1949" y="3416"/>
                    </a:lnTo>
                    <a:lnTo>
                      <a:pt x="2005" y="3393"/>
                    </a:lnTo>
                    <a:lnTo>
                      <a:pt x="2057" y="3357"/>
                    </a:lnTo>
                    <a:lnTo>
                      <a:pt x="2082" y="3334"/>
                    </a:lnTo>
                    <a:lnTo>
                      <a:pt x="2115" y="3300"/>
                    </a:lnTo>
                    <a:lnTo>
                      <a:pt x="2187" y="3239"/>
                    </a:lnTo>
                    <a:lnTo>
                      <a:pt x="2263" y="3184"/>
                    </a:lnTo>
                    <a:lnTo>
                      <a:pt x="2344" y="3138"/>
                    </a:lnTo>
                    <a:lnTo>
                      <a:pt x="2429" y="3100"/>
                    </a:lnTo>
                    <a:lnTo>
                      <a:pt x="2517" y="3070"/>
                    </a:lnTo>
                    <a:lnTo>
                      <a:pt x="2607" y="3051"/>
                    </a:lnTo>
                    <a:lnTo>
                      <a:pt x="2699" y="3041"/>
                    </a:lnTo>
                    <a:lnTo>
                      <a:pt x="2746" y="3040"/>
                    </a:lnTo>
                    <a:lnTo>
                      <a:pt x="2793" y="3040"/>
                    </a:lnTo>
                    <a:lnTo>
                      <a:pt x="2885" y="3051"/>
                    </a:lnTo>
                    <a:lnTo>
                      <a:pt x="2976" y="3070"/>
                    </a:lnTo>
                    <a:lnTo>
                      <a:pt x="3064" y="3100"/>
                    </a:lnTo>
                    <a:lnTo>
                      <a:pt x="3147" y="3138"/>
                    </a:lnTo>
                    <a:lnTo>
                      <a:pt x="3228" y="3184"/>
                    </a:lnTo>
                    <a:lnTo>
                      <a:pt x="3304" y="3239"/>
                    </a:lnTo>
                    <a:lnTo>
                      <a:pt x="3376" y="3300"/>
                    </a:lnTo>
                    <a:lnTo>
                      <a:pt x="3411" y="3334"/>
                    </a:lnTo>
                    <a:lnTo>
                      <a:pt x="3434" y="3357"/>
                    </a:lnTo>
                    <a:lnTo>
                      <a:pt x="3487" y="3393"/>
                    </a:lnTo>
                    <a:lnTo>
                      <a:pt x="3543" y="3416"/>
                    </a:lnTo>
                    <a:lnTo>
                      <a:pt x="3603" y="3427"/>
                    </a:lnTo>
                    <a:lnTo>
                      <a:pt x="3663" y="3427"/>
                    </a:lnTo>
                    <a:lnTo>
                      <a:pt x="3722" y="3416"/>
                    </a:lnTo>
                    <a:lnTo>
                      <a:pt x="3780" y="3393"/>
                    </a:lnTo>
                    <a:lnTo>
                      <a:pt x="3832" y="3357"/>
                    </a:lnTo>
                    <a:lnTo>
                      <a:pt x="3855" y="3334"/>
                    </a:lnTo>
                    <a:lnTo>
                      <a:pt x="3878" y="3309"/>
                    </a:lnTo>
                    <a:lnTo>
                      <a:pt x="3912" y="3256"/>
                    </a:lnTo>
                    <a:lnTo>
                      <a:pt x="3934" y="3197"/>
                    </a:lnTo>
                    <a:lnTo>
                      <a:pt x="3945" y="3136"/>
                    </a:lnTo>
                    <a:lnTo>
                      <a:pt x="3945" y="3074"/>
                    </a:lnTo>
                    <a:lnTo>
                      <a:pt x="3934" y="3012"/>
                    </a:lnTo>
                    <a:lnTo>
                      <a:pt x="3912" y="2955"/>
                    </a:lnTo>
                    <a:lnTo>
                      <a:pt x="3878" y="2900"/>
                    </a:lnTo>
                    <a:lnTo>
                      <a:pt x="3855" y="2876"/>
                    </a:lnTo>
                    <a:lnTo>
                      <a:pt x="3798" y="2819"/>
                    </a:lnTo>
                    <a:lnTo>
                      <a:pt x="3679" y="2719"/>
                    </a:lnTo>
                    <a:lnTo>
                      <a:pt x="3551" y="2631"/>
                    </a:lnTo>
                    <a:lnTo>
                      <a:pt x="3417" y="2556"/>
                    </a:lnTo>
                    <a:lnTo>
                      <a:pt x="3276" y="2497"/>
                    </a:lnTo>
                    <a:lnTo>
                      <a:pt x="3130" y="2451"/>
                    </a:lnTo>
                    <a:lnTo>
                      <a:pt x="2979" y="2420"/>
                    </a:lnTo>
                    <a:lnTo>
                      <a:pt x="2825" y="2404"/>
                    </a:lnTo>
                    <a:lnTo>
                      <a:pt x="2746" y="24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21"/>
              <p:cNvSpPr/>
              <p:nvPr/>
            </p:nvSpPr>
            <p:spPr>
              <a:xfrm>
                <a:off x="9512757" y="369386"/>
                <a:ext cx="715178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PPTBIZCAM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6" name="Google Shape;836;p21"/>
            <p:cNvSpPr/>
            <p:nvPr/>
          </p:nvSpPr>
          <p:spPr>
            <a:xfrm>
              <a:off x="11377471" y="133570"/>
              <a:ext cx="176990" cy="176990"/>
            </a:xfrm>
            <a:prstGeom prst="ellipse">
              <a:avLst/>
            </a:prstGeom>
            <a:solidFill>
              <a:srgbClr val="90DA80"/>
            </a:solidFill>
            <a:ln>
              <a:noFill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7" name="Google Shape;837;p21"/>
            <p:cNvGrpSpPr/>
            <p:nvPr/>
          </p:nvGrpSpPr>
          <p:grpSpPr>
            <a:xfrm>
              <a:off x="653849" y="193034"/>
              <a:ext cx="343364" cy="344856"/>
              <a:chOff x="1157487" y="184451"/>
              <a:chExt cx="489882" cy="492010"/>
            </a:xfrm>
          </p:grpSpPr>
          <p:sp>
            <p:nvSpPr>
              <p:cNvPr id="838" name="Google Shape;838;p21"/>
              <p:cNvSpPr/>
              <p:nvPr/>
            </p:nvSpPr>
            <p:spPr>
              <a:xfrm>
                <a:off x="1157487" y="184454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21"/>
              <p:cNvSpPr/>
              <p:nvPr/>
            </p:nvSpPr>
            <p:spPr>
              <a:xfrm>
                <a:off x="1483366" y="184451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21"/>
              <p:cNvSpPr/>
              <p:nvPr/>
            </p:nvSpPr>
            <p:spPr>
              <a:xfrm>
                <a:off x="1319363" y="348454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21"/>
              <p:cNvSpPr/>
              <p:nvPr/>
            </p:nvSpPr>
            <p:spPr>
              <a:xfrm>
                <a:off x="1483366" y="348453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21"/>
              <p:cNvSpPr/>
              <p:nvPr/>
            </p:nvSpPr>
            <p:spPr>
              <a:xfrm>
                <a:off x="1157487" y="512458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21"/>
              <p:cNvSpPr/>
              <p:nvPr/>
            </p:nvSpPr>
            <p:spPr>
              <a:xfrm>
                <a:off x="1483366" y="512455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44" name="Google Shape;844;p21"/>
          <p:cNvSpPr txBox="1"/>
          <p:nvPr/>
        </p:nvSpPr>
        <p:spPr>
          <a:xfrm>
            <a:off x="767408" y="607691"/>
            <a:ext cx="5040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845" name="Google Shape;845;p21"/>
          <p:cNvSpPr txBox="1"/>
          <p:nvPr/>
        </p:nvSpPr>
        <p:spPr>
          <a:xfrm>
            <a:off x="1271464" y="748114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21"/>
          <p:cNvSpPr/>
          <p:nvPr/>
        </p:nvSpPr>
        <p:spPr>
          <a:xfrm>
            <a:off x="2728210" y="259345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47" name="Google Shape;84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6401" y="1159903"/>
            <a:ext cx="8011426" cy="178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8925" y="3322437"/>
            <a:ext cx="3810000" cy="936625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2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50" name="Google Shape;850;p21"/>
          <p:cNvPicPr preferRelativeResize="0"/>
          <p:nvPr/>
        </p:nvPicPr>
        <p:blipFill rotWithShape="1">
          <a:blip r:embed="rId6">
            <a:alphaModFix/>
          </a:blip>
          <a:srcRect r="32658"/>
          <a:stretch/>
        </p:blipFill>
        <p:spPr>
          <a:xfrm>
            <a:off x="5218164" y="2752004"/>
            <a:ext cx="6084145" cy="3417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5" name="Google Shape;855;p22"/>
          <p:cNvGrpSpPr/>
          <p:nvPr/>
        </p:nvGrpSpPr>
        <p:grpSpPr>
          <a:xfrm>
            <a:off x="150812" y="0"/>
            <a:ext cx="11890375" cy="6680200"/>
            <a:chOff x="150812" y="0"/>
            <a:chExt cx="11890375" cy="6680200"/>
          </a:xfrm>
        </p:grpSpPr>
        <p:sp>
          <p:nvSpPr>
            <p:cNvPr id="856" name="Google Shape;856;p22"/>
            <p:cNvSpPr/>
            <p:nvPr/>
          </p:nvSpPr>
          <p:spPr>
            <a:xfrm>
              <a:off x="150812" y="0"/>
              <a:ext cx="11890375" cy="6680200"/>
            </a:xfrm>
            <a:prstGeom prst="round2SameRect">
              <a:avLst>
                <a:gd name="adj1" fmla="val 0"/>
                <a:gd name="adj2" fmla="val 5079"/>
              </a:avLst>
            </a:prstGeom>
            <a:solidFill>
              <a:srgbClr val="E4F7F5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22"/>
            <p:cNvSpPr/>
            <p:nvPr/>
          </p:nvSpPr>
          <p:spPr>
            <a:xfrm>
              <a:off x="286543" y="0"/>
              <a:ext cx="11618912" cy="6509543"/>
            </a:xfrm>
            <a:prstGeom prst="round2SameRect">
              <a:avLst>
                <a:gd name="adj1" fmla="val 0"/>
                <a:gd name="adj2" fmla="val 3479"/>
              </a:avLst>
            </a:prstGeom>
            <a:solidFill>
              <a:schemeClr val="lt1"/>
            </a:solidFill>
            <a:ln>
              <a:noFill/>
            </a:ln>
            <a:effectLst>
              <a:outerShdw blurRad="381000" dist="139700" dir="5400000" sx="99000" sy="99000" algn="t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22"/>
            <p:cNvSpPr/>
            <p:nvPr/>
          </p:nvSpPr>
          <p:spPr>
            <a:xfrm>
              <a:off x="286544" y="0"/>
              <a:ext cx="11618912" cy="771525"/>
            </a:xfrm>
            <a:prstGeom prst="round2SameRect">
              <a:avLst>
                <a:gd name="adj1" fmla="val 0"/>
                <a:gd name="adj2" fmla="val 29630"/>
              </a:avLst>
            </a:prstGeom>
            <a:solidFill>
              <a:schemeClr val="lt1"/>
            </a:solidFill>
            <a:ln>
              <a:noFill/>
            </a:ln>
            <a:effectLst>
              <a:outerShdw blurRad="165100" dist="38100" dir="5400000" algn="t" rotWithShape="0">
                <a:srgbClr val="000000">
                  <a:alpha val="470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000" b="1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5. 자체 평가 의견</a:t>
              </a:r>
              <a:endParaRPr/>
            </a:p>
          </p:txBody>
        </p:sp>
        <p:grpSp>
          <p:nvGrpSpPr>
            <p:cNvPr id="859" name="Google Shape;859;p22"/>
            <p:cNvGrpSpPr/>
            <p:nvPr/>
          </p:nvGrpSpPr>
          <p:grpSpPr>
            <a:xfrm>
              <a:off x="11067369" y="185874"/>
              <a:ext cx="429876" cy="429876"/>
              <a:chOff x="215317" y="343634"/>
              <a:chExt cx="684000" cy="684000"/>
            </a:xfrm>
          </p:grpSpPr>
          <p:sp>
            <p:nvSpPr>
              <p:cNvPr id="860" name="Google Shape;860;p22"/>
              <p:cNvSpPr/>
              <p:nvPr/>
            </p:nvSpPr>
            <p:spPr>
              <a:xfrm>
                <a:off x="215317" y="343634"/>
                <a:ext cx="684000" cy="684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9F3FC"/>
                  </a:gs>
                  <a:gs pos="86000">
                    <a:srgbClr val="E9F3FC"/>
                  </a:gs>
                  <a:gs pos="100000">
                    <a:srgbClr val="4E5DA7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542925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rgbClr val="323F4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61" name="Google Shape;861;p22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2555" y="386637"/>
                <a:ext cx="546554" cy="5465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62" name="Google Shape;862;p22"/>
            <p:cNvGrpSpPr/>
            <p:nvPr/>
          </p:nvGrpSpPr>
          <p:grpSpPr>
            <a:xfrm>
              <a:off x="8951163" y="320145"/>
              <a:ext cx="1550689" cy="169277"/>
              <a:chOff x="9512757" y="369386"/>
              <a:chExt cx="2051714" cy="223970"/>
            </a:xfrm>
          </p:grpSpPr>
          <p:grpSp>
            <p:nvGrpSpPr>
              <p:cNvPr id="863" name="Google Shape;863;p22"/>
              <p:cNvGrpSpPr/>
              <p:nvPr/>
            </p:nvGrpSpPr>
            <p:grpSpPr>
              <a:xfrm>
                <a:off x="10750964" y="406846"/>
                <a:ext cx="132372" cy="140525"/>
                <a:chOff x="4594" y="900"/>
                <a:chExt cx="276" cy="293"/>
              </a:xfrm>
            </p:grpSpPr>
            <p:sp>
              <p:nvSpPr>
                <p:cNvPr id="864" name="Google Shape;864;p22"/>
                <p:cNvSpPr/>
                <p:nvPr/>
              </p:nvSpPr>
              <p:spPr>
                <a:xfrm>
                  <a:off x="4594" y="900"/>
                  <a:ext cx="102" cy="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3" extrusionOk="0">
                      <a:moveTo>
                        <a:pt x="72" y="263"/>
                      </a:moveTo>
                      <a:lnTo>
                        <a:pt x="91" y="236"/>
                      </a:lnTo>
                      <a:lnTo>
                        <a:pt x="139" y="187"/>
                      </a:lnTo>
                      <a:lnTo>
                        <a:pt x="193" y="148"/>
                      </a:lnTo>
                      <a:lnTo>
                        <a:pt x="255" y="119"/>
                      </a:lnTo>
                      <a:lnTo>
                        <a:pt x="290" y="110"/>
                      </a:lnTo>
                      <a:lnTo>
                        <a:pt x="299" y="106"/>
                      </a:lnTo>
                      <a:lnTo>
                        <a:pt x="305" y="97"/>
                      </a:lnTo>
                      <a:lnTo>
                        <a:pt x="307" y="87"/>
                      </a:lnTo>
                      <a:lnTo>
                        <a:pt x="303" y="77"/>
                      </a:lnTo>
                      <a:lnTo>
                        <a:pt x="292" y="60"/>
                      </a:lnTo>
                      <a:lnTo>
                        <a:pt x="263" y="33"/>
                      </a:lnTo>
                      <a:lnTo>
                        <a:pt x="227" y="13"/>
                      </a:lnTo>
                      <a:lnTo>
                        <a:pt x="186" y="1"/>
                      </a:lnTo>
                      <a:lnTo>
                        <a:pt x="165" y="0"/>
                      </a:lnTo>
                      <a:lnTo>
                        <a:pt x="131" y="3"/>
                      </a:lnTo>
                      <a:lnTo>
                        <a:pt x="72" y="27"/>
                      </a:lnTo>
                      <a:lnTo>
                        <a:pt x="27" y="72"/>
                      </a:lnTo>
                      <a:lnTo>
                        <a:pt x="3" y="131"/>
                      </a:lnTo>
                      <a:lnTo>
                        <a:pt x="0" y="164"/>
                      </a:lnTo>
                      <a:lnTo>
                        <a:pt x="1" y="192"/>
                      </a:lnTo>
                      <a:lnTo>
                        <a:pt x="20" y="243"/>
                      </a:lnTo>
                      <a:lnTo>
                        <a:pt x="36" y="266"/>
                      </a:lnTo>
                      <a:lnTo>
                        <a:pt x="43" y="273"/>
                      </a:lnTo>
                      <a:lnTo>
                        <a:pt x="53" y="273"/>
                      </a:lnTo>
                      <a:lnTo>
                        <a:pt x="65" y="271"/>
                      </a:lnTo>
                      <a:lnTo>
                        <a:pt x="72" y="2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" name="Google Shape;865;p22"/>
                <p:cNvSpPr/>
                <p:nvPr/>
              </p:nvSpPr>
              <p:spPr>
                <a:xfrm>
                  <a:off x="4768" y="900"/>
                  <a:ext cx="102" cy="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" h="271" extrusionOk="0">
                      <a:moveTo>
                        <a:pt x="143" y="0"/>
                      </a:moveTo>
                      <a:lnTo>
                        <a:pt x="121" y="1"/>
                      </a:lnTo>
                      <a:lnTo>
                        <a:pt x="81" y="11"/>
                      </a:lnTo>
                      <a:lnTo>
                        <a:pt x="46" y="31"/>
                      </a:lnTo>
                      <a:lnTo>
                        <a:pt x="16" y="60"/>
                      </a:lnTo>
                      <a:lnTo>
                        <a:pt x="4" y="76"/>
                      </a:lnTo>
                      <a:lnTo>
                        <a:pt x="0" y="86"/>
                      </a:lnTo>
                      <a:lnTo>
                        <a:pt x="3" y="96"/>
                      </a:lnTo>
                      <a:lnTo>
                        <a:pt x="9" y="106"/>
                      </a:lnTo>
                      <a:lnTo>
                        <a:pt x="19" y="110"/>
                      </a:lnTo>
                      <a:lnTo>
                        <a:pt x="52" y="119"/>
                      </a:lnTo>
                      <a:lnTo>
                        <a:pt x="115" y="148"/>
                      </a:lnTo>
                      <a:lnTo>
                        <a:pt x="170" y="187"/>
                      </a:lnTo>
                      <a:lnTo>
                        <a:pt x="218" y="234"/>
                      </a:lnTo>
                      <a:lnTo>
                        <a:pt x="237" y="261"/>
                      </a:lnTo>
                      <a:lnTo>
                        <a:pt x="245" y="270"/>
                      </a:lnTo>
                      <a:lnTo>
                        <a:pt x="255" y="271"/>
                      </a:lnTo>
                      <a:lnTo>
                        <a:pt x="266" y="270"/>
                      </a:lnTo>
                      <a:lnTo>
                        <a:pt x="274" y="263"/>
                      </a:lnTo>
                      <a:lnTo>
                        <a:pt x="289" y="241"/>
                      </a:lnTo>
                      <a:lnTo>
                        <a:pt x="306" y="191"/>
                      </a:lnTo>
                      <a:lnTo>
                        <a:pt x="307" y="164"/>
                      </a:lnTo>
                      <a:lnTo>
                        <a:pt x="306" y="131"/>
                      </a:lnTo>
                      <a:lnTo>
                        <a:pt x="280" y="72"/>
                      </a:lnTo>
                      <a:lnTo>
                        <a:pt x="235" y="27"/>
                      </a:lnTo>
                      <a:lnTo>
                        <a:pt x="178" y="3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6" name="Google Shape;866;p22"/>
                <p:cNvSpPr/>
                <p:nvPr/>
              </p:nvSpPr>
              <p:spPr>
                <a:xfrm>
                  <a:off x="4612" y="947"/>
                  <a:ext cx="241" cy="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37" extrusionOk="0">
                      <a:moveTo>
                        <a:pt x="725" y="361"/>
                      </a:moveTo>
                      <a:lnTo>
                        <a:pt x="722" y="313"/>
                      </a:lnTo>
                      <a:lnTo>
                        <a:pt x="699" y="225"/>
                      </a:lnTo>
                      <a:lnTo>
                        <a:pt x="679" y="187"/>
                      </a:lnTo>
                      <a:lnTo>
                        <a:pt x="659" y="151"/>
                      </a:lnTo>
                      <a:lnTo>
                        <a:pt x="604" y="90"/>
                      </a:lnTo>
                      <a:lnTo>
                        <a:pt x="536" y="44"/>
                      </a:lnTo>
                      <a:lnTo>
                        <a:pt x="459" y="13"/>
                      </a:lnTo>
                      <a:lnTo>
                        <a:pt x="418" y="4"/>
                      </a:lnTo>
                      <a:lnTo>
                        <a:pt x="390" y="1"/>
                      </a:lnTo>
                      <a:lnTo>
                        <a:pt x="363" y="0"/>
                      </a:lnTo>
                      <a:lnTo>
                        <a:pt x="334" y="1"/>
                      </a:lnTo>
                      <a:lnTo>
                        <a:pt x="305" y="5"/>
                      </a:lnTo>
                      <a:lnTo>
                        <a:pt x="263" y="13"/>
                      </a:lnTo>
                      <a:lnTo>
                        <a:pt x="187" y="44"/>
                      </a:lnTo>
                      <a:lnTo>
                        <a:pt x="120" y="92"/>
                      </a:lnTo>
                      <a:lnTo>
                        <a:pt x="67" y="152"/>
                      </a:lnTo>
                      <a:lnTo>
                        <a:pt x="45" y="188"/>
                      </a:lnTo>
                      <a:lnTo>
                        <a:pt x="25" y="227"/>
                      </a:lnTo>
                      <a:lnTo>
                        <a:pt x="3" y="313"/>
                      </a:lnTo>
                      <a:lnTo>
                        <a:pt x="0" y="361"/>
                      </a:lnTo>
                      <a:lnTo>
                        <a:pt x="2" y="399"/>
                      </a:lnTo>
                      <a:lnTo>
                        <a:pt x="19" y="476"/>
                      </a:lnTo>
                      <a:lnTo>
                        <a:pt x="51" y="543"/>
                      </a:lnTo>
                      <a:lnTo>
                        <a:pt x="96" y="604"/>
                      </a:lnTo>
                      <a:lnTo>
                        <a:pt x="123" y="630"/>
                      </a:lnTo>
                      <a:lnTo>
                        <a:pt x="93" y="673"/>
                      </a:lnTo>
                      <a:lnTo>
                        <a:pt x="84" y="687"/>
                      </a:lnTo>
                      <a:lnTo>
                        <a:pt x="90" y="719"/>
                      </a:lnTo>
                      <a:lnTo>
                        <a:pt x="103" y="729"/>
                      </a:lnTo>
                      <a:lnTo>
                        <a:pt x="113" y="736"/>
                      </a:lnTo>
                      <a:lnTo>
                        <a:pt x="126" y="737"/>
                      </a:lnTo>
                      <a:lnTo>
                        <a:pt x="136" y="736"/>
                      </a:lnTo>
                      <a:lnTo>
                        <a:pt x="153" y="727"/>
                      </a:lnTo>
                      <a:lnTo>
                        <a:pt x="159" y="720"/>
                      </a:lnTo>
                      <a:lnTo>
                        <a:pt x="189" y="677"/>
                      </a:lnTo>
                      <a:lnTo>
                        <a:pt x="230" y="696"/>
                      </a:lnTo>
                      <a:lnTo>
                        <a:pt x="316" y="719"/>
                      </a:lnTo>
                      <a:lnTo>
                        <a:pt x="363" y="720"/>
                      </a:lnTo>
                      <a:lnTo>
                        <a:pt x="409" y="719"/>
                      </a:lnTo>
                      <a:lnTo>
                        <a:pt x="495" y="696"/>
                      </a:lnTo>
                      <a:lnTo>
                        <a:pt x="536" y="677"/>
                      </a:lnTo>
                      <a:lnTo>
                        <a:pt x="566" y="720"/>
                      </a:lnTo>
                      <a:lnTo>
                        <a:pt x="572" y="727"/>
                      </a:lnTo>
                      <a:lnTo>
                        <a:pt x="589" y="736"/>
                      </a:lnTo>
                      <a:lnTo>
                        <a:pt x="599" y="737"/>
                      </a:lnTo>
                      <a:lnTo>
                        <a:pt x="612" y="736"/>
                      </a:lnTo>
                      <a:lnTo>
                        <a:pt x="622" y="729"/>
                      </a:lnTo>
                      <a:lnTo>
                        <a:pt x="635" y="719"/>
                      </a:lnTo>
                      <a:lnTo>
                        <a:pt x="640" y="687"/>
                      </a:lnTo>
                      <a:lnTo>
                        <a:pt x="633" y="673"/>
                      </a:lnTo>
                      <a:lnTo>
                        <a:pt x="602" y="630"/>
                      </a:lnTo>
                      <a:lnTo>
                        <a:pt x="630" y="604"/>
                      </a:lnTo>
                      <a:lnTo>
                        <a:pt x="674" y="543"/>
                      </a:lnTo>
                      <a:lnTo>
                        <a:pt x="706" y="476"/>
                      </a:lnTo>
                      <a:lnTo>
                        <a:pt x="723" y="399"/>
                      </a:lnTo>
                      <a:lnTo>
                        <a:pt x="725" y="361"/>
                      </a:lnTo>
                      <a:close/>
                      <a:moveTo>
                        <a:pt x="363" y="619"/>
                      </a:moveTo>
                      <a:lnTo>
                        <a:pt x="335" y="619"/>
                      </a:lnTo>
                      <a:lnTo>
                        <a:pt x="285" y="608"/>
                      </a:lnTo>
                      <a:lnTo>
                        <a:pt x="239" y="589"/>
                      </a:lnTo>
                      <a:lnTo>
                        <a:pt x="197" y="561"/>
                      </a:lnTo>
                      <a:lnTo>
                        <a:pt x="161" y="526"/>
                      </a:lnTo>
                      <a:lnTo>
                        <a:pt x="133" y="484"/>
                      </a:lnTo>
                      <a:lnTo>
                        <a:pt x="113" y="438"/>
                      </a:lnTo>
                      <a:lnTo>
                        <a:pt x="103" y="386"/>
                      </a:lnTo>
                      <a:lnTo>
                        <a:pt x="101" y="361"/>
                      </a:lnTo>
                      <a:lnTo>
                        <a:pt x="103" y="328"/>
                      </a:lnTo>
                      <a:lnTo>
                        <a:pt x="120" y="266"/>
                      </a:lnTo>
                      <a:lnTo>
                        <a:pt x="133" y="237"/>
                      </a:lnTo>
                      <a:lnTo>
                        <a:pt x="149" y="211"/>
                      </a:lnTo>
                      <a:lnTo>
                        <a:pt x="188" y="166"/>
                      </a:lnTo>
                      <a:lnTo>
                        <a:pt x="237" y="133"/>
                      </a:lnTo>
                      <a:lnTo>
                        <a:pt x="292" y="110"/>
                      </a:lnTo>
                      <a:lnTo>
                        <a:pt x="322" y="105"/>
                      </a:lnTo>
                      <a:lnTo>
                        <a:pt x="342" y="102"/>
                      </a:lnTo>
                      <a:lnTo>
                        <a:pt x="363" y="100"/>
                      </a:lnTo>
                      <a:lnTo>
                        <a:pt x="381" y="102"/>
                      </a:lnTo>
                      <a:lnTo>
                        <a:pt x="400" y="103"/>
                      </a:lnTo>
                      <a:lnTo>
                        <a:pt x="431" y="109"/>
                      </a:lnTo>
                      <a:lnTo>
                        <a:pt x="487" y="132"/>
                      </a:lnTo>
                      <a:lnTo>
                        <a:pt x="536" y="166"/>
                      </a:lnTo>
                      <a:lnTo>
                        <a:pt x="576" y="211"/>
                      </a:lnTo>
                      <a:lnTo>
                        <a:pt x="592" y="237"/>
                      </a:lnTo>
                      <a:lnTo>
                        <a:pt x="605" y="264"/>
                      </a:lnTo>
                      <a:lnTo>
                        <a:pt x="622" y="328"/>
                      </a:lnTo>
                      <a:lnTo>
                        <a:pt x="624" y="361"/>
                      </a:lnTo>
                      <a:lnTo>
                        <a:pt x="622" y="386"/>
                      </a:lnTo>
                      <a:lnTo>
                        <a:pt x="612" y="438"/>
                      </a:lnTo>
                      <a:lnTo>
                        <a:pt x="592" y="484"/>
                      </a:lnTo>
                      <a:lnTo>
                        <a:pt x="563" y="526"/>
                      </a:lnTo>
                      <a:lnTo>
                        <a:pt x="529" y="561"/>
                      </a:lnTo>
                      <a:lnTo>
                        <a:pt x="487" y="589"/>
                      </a:lnTo>
                      <a:lnTo>
                        <a:pt x="441" y="608"/>
                      </a:lnTo>
                      <a:lnTo>
                        <a:pt x="389" y="619"/>
                      </a:lnTo>
                      <a:lnTo>
                        <a:pt x="363" y="61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7" name="Google Shape;867;p22"/>
                <p:cNvSpPr/>
                <p:nvPr/>
              </p:nvSpPr>
              <p:spPr>
                <a:xfrm>
                  <a:off x="4716" y="1006"/>
                  <a:ext cx="7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98" extrusionOk="0">
                      <a:moveTo>
                        <a:pt x="194" y="245"/>
                      </a:moveTo>
                      <a:lnTo>
                        <a:pt x="95" y="183"/>
                      </a:lnTo>
                      <a:lnTo>
                        <a:pt x="91" y="167"/>
                      </a:lnTo>
                      <a:lnTo>
                        <a:pt x="78" y="156"/>
                      </a:lnTo>
                      <a:lnTo>
                        <a:pt x="83" y="31"/>
                      </a:lnTo>
                      <a:lnTo>
                        <a:pt x="82" y="19"/>
                      </a:lnTo>
                      <a:lnTo>
                        <a:pt x="66" y="3"/>
                      </a:lnTo>
                      <a:lnTo>
                        <a:pt x="54" y="0"/>
                      </a:lnTo>
                      <a:lnTo>
                        <a:pt x="43" y="2"/>
                      </a:lnTo>
                      <a:lnTo>
                        <a:pt x="27" y="18"/>
                      </a:lnTo>
                      <a:lnTo>
                        <a:pt x="26" y="29"/>
                      </a:lnTo>
                      <a:lnTo>
                        <a:pt x="20" y="153"/>
                      </a:lnTo>
                      <a:lnTo>
                        <a:pt x="11" y="160"/>
                      </a:lnTo>
                      <a:lnTo>
                        <a:pt x="1" y="180"/>
                      </a:lnTo>
                      <a:lnTo>
                        <a:pt x="0" y="192"/>
                      </a:lnTo>
                      <a:lnTo>
                        <a:pt x="1" y="202"/>
                      </a:lnTo>
                      <a:lnTo>
                        <a:pt x="8" y="219"/>
                      </a:lnTo>
                      <a:lnTo>
                        <a:pt x="21" y="232"/>
                      </a:lnTo>
                      <a:lnTo>
                        <a:pt x="39" y="239"/>
                      </a:lnTo>
                      <a:lnTo>
                        <a:pt x="49" y="241"/>
                      </a:lnTo>
                      <a:lnTo>
                        <a:pt x="59" y="239"/>
                      </a:lnTo>
                      <a:lnTo>
                        <a:pt x="69" y="235"/>
                      </a:lnTo>
                      <a:lnTo>
                        <a:pt x="164" y="294"/>
                      </a:lnTo>
                      <a:lnTo>
                        <a:pt x="171" y="298"/>
                      </a:lnTo>
                      <a:lnTo>
                        <a:pt x="180" y="298"/>
                      </a:lnTo>
                      <a:lnTo>
                        <a:pt x="187" y="298"/>
                      </a:lnTo>
                      <a:lnTo>
                        <a:pt x="199" y="291"/>
                      </a:lnTo>
                      <a:lnTo>
                        <a:pt x="205" y="285"/>
                      </a:lnTo>
                      <a:lnTo>
                        <a:pt x="209" y="274"/>
                      </a:lnTo>
                      <a:lnTo>
                        <a:pt x="203" y="252"/>
                      </a:lnTo>
                      <a:lnTo>
                        <a:pt x="194" y="24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68" name="Google Shape;868;p22"/>
              <p:cNvGrpSpPr/>
              <p:nvPr/>
            </p:nvGrpSpPr>
            <p:grpSpPr>
              <a:xfrm>
                <a:off x="10506302" y="406846"/>
                <a:ext cx="140525" cy="140525"/>
                <a:chOff x="1747" y="423"/>
                <a:chExt cx="575" cy="575"/>
              </a:xfrm>
            </p:grpSpPr>
            <p:sp>
              <p:nvSpPr>
                <p:cNvPr id="869" name="Google Shape;869;p22"/>
                <p:cNvSpPr/>
                <p:nvPr/>
              </p:nvSpPr>
              <p:spPr>
                <a:xfrm>
                  <a:off x="1899" y="577"/>
                  <a:ext cx="271" cy="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811" extrusionOk="0">
                      <a:moveTo>
                        <a:pt x="663" y="0"/>
                      </a:moveTo>
                      <a:lnTo>
                        <a:pt x="148" y="0"/>
                      </a:lnTo>
                      <a:lnTo>
                        <a:pt x="118" y="1"/>
                      </a:lnTo>
                      <a:lnTo>
                        <a:pt x="65" y="24"/>
                      </a:lnTo>
                      <a:lnTo>
                        <a:pt x="24" y="65"/>
                      </a:lnTo>
                      <a:lnTo>
                        <a:pt x="1" y="118"/>
                      </a:lnTo>
                      <a:lnTo>
                        <a:pt x="0" y="148"/>
                      </a:lnTo>
                      <a:lnTo>
                        <a:pt x="0" y="663"/>
                      </a:lnTo>
                      <a:lnTo>
                        <a:pt x="1" y="693"/>
                      </a:lnTo>
                      <a:lnTo>
                        <a:pt x="24" y="746"/>
                      </a:lnTo>
                      <a:lnTo>
                        <a:pt x="65" y="787"/>
                      </a:lnTo>
                      <a:lnTo>
                        <a:pt x="118" y="808"/>
                      </a:lnTo>
                      <a:lnTo>
                        <a:pt x="148" y="811"/>
                      </a:lnTo>
                      <a:lnTo>
                        <a:pt x="663" y="811"/>
                      </a:lnTo>
                      <a:lnTo>
                        <a:pt x="693" y="808"/>
                      </a:lnTo>
                      <a:lnTo>
                        <a:pt x="746" y="787"/>
                      </a:lnTo>
                      <a:lnTo>
                        <a:pt x="787" y="746"/>
                      </a:lnTo>
                      <a:lnTo>
                        <a:pt x="810" y="693"/>
                      </a:lnTo>
                      <a:lnTo>
                        <a:pt x="811" y="663"/>
                      </a:lnTo>
                      <a:lnTo>
                        <a:pt x="811" y="148"/>
                      </a:lnTo>
                      <a:lnTo>
                        <a:pt x="810" y="118"/>
                      </a:lnTo>
                      <a:lnTo>
                        <a:pt x="787" y="65"/>
                      </a:lnTo>
                      <a:lnTo>
                        <a:pt x="746" y="24"/>
                      </a:lnTo>
                      <a:lnTo>
                        <a:pt x="693" y="1"/>
                      </a:lnTo>
                      <a:lnTo>
                        <a:pt x="663" y="0"/>
                      </a:lnTo>
                      <a:close/>
                      <a:moveTo>
                        <a:pt x="405" y="673"/>
                      </a:moveTo>
                      <a:lnTo>
                        <a:pt x="377" y="671"/>
                      </a:lnTo>
                      <a:lnTo>
                        <a:pt x="326" y="661"/>
                      </a:lnTo>
                      <a:lnTo>
                        <a:pt x="278" y="640"/>
                      </a:lnTo>
                      <a:lnTo>
                        <a:pt x="235" y="611"/>
                      </a:lnTo>
                      <a:lnTo>
                        <a:pt x="199" y="575"/>
                      </a:lnTo>
                      <a:lnTo>
                        <a:pt x="170" y="533"/>
                      </a:lnTo>
                      <a:lnTo>
                        <a:pt x="150" y="484"/>
                      </a:lnTo>
                      <a:lnTo>
                        <a:pt x="140" y="432"/>
                      </a:lnTo>
                      <a:lnTo>
                        <a:pt x="138" y="405"/>
                      </a:lnTo>
                      <a:lnTo>
                        <a:pt x="140" y="377"/>
                      </a:lnTo>
                      <a:lnTo>
                        <a:pt x="150" y="326"/>
                      </a:lnTo>
                      <a:lnTo>
                        <a:pt x="170" y="278"/>
                      </a:lnTo>
                      <a:lnTo>
                        <a:pt x="199" y="235"/>
                      </a:lnTo>
                      <a:lnTo>
                        <a:pt x="235" y="199"/>
                      </a:lnTo>
                      <a:lnTo>
                        <a:pt x="278" y="170"/>
                      </a:lnTo>
                      <a:lnTo>
                        <a:pt x="326" y="150"/>
                      </a:lnTo>
                      <a:lnTo>
                        <a:pt x="377" y="138"/>
                      </a:lnTo>
                      <a:lnTo>
                        <a:pt x="405" y="138"/>
                      </a:lnTo>
                      <a:lnTo>
                        <a:pt x="432" y="138"/>
                      </a:lnTo>
                      <a:lnTo>
                        <a:pt x="486" y="150"/>
                      </a:lnTo>
                      <a:lnTo>
                        <a:pt x="533" y="170"/>
                      </a:lnTo>
                      <a:lnTo>
                        <a:pt x="575" y="199"/>
                      </a:lnTo>
                      <a:lnTo>
                        <a:pt x="612" y="235"/>
                      </a:lnTo>
                      <a:lnTo>
                        <a:pt x="641" y="278"/>
                      </a:lnTo>
                      <a:lnTo>
                        <a:pt x="661" y="326"/>
                      </a:lnTo>
                      <a:lnTo>
                        <a:pt x="671" y="377"/>
                      </a:lnTo>
                      <a:lnTo>
                        <a:pt x="673" y="405"/>
                      </a:lnTo>
                      <a:lnTo>
                        <a:pt x="671" y="432"/>
                      </a:lnTo>
                      <a:lnTo>
                        <a:pt x="661" y="484"/>
                      </a:lnTo>
                      <a:lnTo>
                        <a:pt x="641" y="533"/>
                      </a:lnTo>
                      <a:lnTo>
                        <a:pt x="612" y="575"/>
                      </a:lnTo>
                      <a:lnTo>
                        <a:pt x="575" y="611"/>
                      </a:lnTo>
                      <a:lnTo>
                        <a:pt x="533" y="640"/>
                      </a:lnTo>
                      <a:lnTo>
                        <a:pt x="486" y="661"/>
                      </a:lnTo>
                      <a:lnTo>
                        <a:pt x="432" y="671"/>
                      </a:lnTo>
                      <a:lnTo>
                        <a:pt x="405" y="673"/>
                      </a:lnTo>
                      <a:close/>
                      <a:moveTo>
                        <a:pt x="682" y="193"/>
                      </a:moveTo>
                      <a:lnTo>
                        <a:pt x="669" y="193"/>
                      </a:lnTo>
                      <a:lnTo>
                        <a:pt x="646" y="183"/>
                      </a:lnTo>
                      <a:lnTo>
                        <a:pt x="628" y="166"/>
                      </a:lnTo>
                      <a:lnTo>
                        <a:pt x="620" y="143"/>
                      </a:lnTo>
                      <a:lnTo>
                        <a:pt x="618" y="130"/>
                      </a:lnTo>
                      <a:lnTo>
                        <a:pt x="620" y="117"/>
                      </a:lnTo>
                      <a:lnTo>
                        <a:pt x="628" y="95"/>
                      </a:lnTo>
                      <a:lnTo>
                        <a:pt x="646" y="78"/>
                      </a:lnTo>
                      <a:lnTo>
                        <a:pt x="669" y="68"/>
                      </a:lnTo>
                      <a:lnTo>
                        <a:pt x="682" y="66"/>
                      </a:lnTo>
                      <a:lnTo>
                        <a:pt x="695" y="68"/>
                      </a:lnTo>
                      <a:lnTo>
                        <a:pt x="716" y="78"/>
                      </a:lnTo>
                      <a:lnTo>
                        <a:pt x="733" y="95"/>
                      </a:lnTo>
                      <a:lnTo>
                        <a:pt x="744" y="117"/>
                      </a:lnTo>
                      <a:lnTo>
                        <a:pt x="745" y="130"/>
                      </a:lnTo>
                      <a:lnTo>
                        <a:pt x="744" y="143"/>
                      </a:lnTo>
                      <a:lnTo>
                        <a:pt x="733" y="166"/>
                      </a:lnTo>
                      <a:lnTo>
                        <a:pt x="716" y="183"/>
                      </a:lnTo>
                      <a:lnTo>
                        <a:pt x="695" y="193"/>
                      </a:lnTo>
                      <a:lnTo>
                        <a:pt x="682" y="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0" name="Google Shape;870;p22"/>
                <p:cNvSpPr/>
                <p:nvPr/>
              </p:nvSpPr>
              <p:spPr>
                <a:xfrm>
                  <a:off x="1983" y="660"/>
                  <a:ext cx="103" cy="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" h="308" extrusionOk="0">
                      <a:moveTo>
                        <a:pt x="154" y="0"/>
                      </a:moveTo>
                      <a:lnTo>
                        <a:pt x="124" y="3"/>
                      </a:lnTo>
                      <a:lnTo>
                        <a:pt x="67" y="26"/>
                      </a:lnTo>
                      <a:lnTo>
                        <a:pt x="26" y="67"/>
                      </a:lnTo>
                      <a:lnTo>
                        <a:pt x="3" y="122"/>
                      </a:lnTo>
                      <a:lnTo>
                        <a:pt x="0" y="154"/>
                      </a:lnTo>
                      <a:lnTo>
                        <a:pt x="3" y="185"/>
                      </a:lnTo>
                      <a:lnTo>
                        <a:pt x="26" y="240"/>
                      </a:lnTo>
                      <a:lnTo>
                        <a:pt x="67" y="283"/>
                      </a:lnTo>
                      <a:lnTo>
                        <a:pt x="124" y="307"/>
                      </a:lnTo>
                      <a:lnTo>
                        <a:pt x="154" y="308"/>
                      </a:lnTo>
                      <a:lnTo>
                        <a:pt x="186" y="307"/>
                      </a:lnTo>
                      <a:lnTo>
                        <a:pt x="242" y="283"/>
                      </a:lnTo>
                      <a:lnTo>
                        <a:pt x="284" y="240"/>
                      </a:lnTo>
                      <a:lnTo>
                        <a:pt x="307" y="185"/>
                      </a:lnTo>
                      <a:lnTo>
                        <a:pt x="308" y="154"/>
                      </a:lnTo>
                      <a:lnTo>
                        <a:pt x="307" y="122"/>
                      </a:lnTo>
                      <a:lnTo>
                        <a:pt x="284" y="67"/>
                      </a:lnTo>
                      <a:lnTo>
                        <a:pt x="242" y="26"/>
                      </a:lnTo>
                      <a:lnTo>
                        <a:pt x="186" y="3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1" name="Google Shape;871;p22"/>
                <p:cNvSpPr/>
                <p:nvPr/>
              </p:nvSpPr>
              <p:spPr>
                <a:xfrm>
                  <a:off x="1747" y="423"/>
                  <a:ext cx="575" cy="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5" h="1725" extrusionOk="0">
                      <a:moveTo>
                        <a:pt x="862" y="0"/>
                      </a:moveTo>
                      <a:lnTo>
                        <a:pt x="819" y="2"/>
                      </a:lnTo>
                      <a:lnTo>
                        <a:pt x="731" y="10"/>
                      </a:lnTo>
                      <a:lnTo>
                        <a:pt x="647" y="28"/>
                      </a:lnTo>
                      <a:lnTo>
                        <a:pt x="566" y="52"/>
                      </a:lnTo>
                      <a:lnTo>
                        <a:pt x="489" y="85"/>
                      </a:lnTo>
                      <a:lnTo>
                        <a:pt x="415" y="126"/>
                      </a:lnTo>
                      <a:lnTo>
                        <a:pt x="346" y="172"/>
                      </a:lnTo>
                      <a:lnTo>
                        <a:pt x="282" y="225"/>
                      </a:lnTo>
                      <a:lnTo>
                        <a:pt x="223" y="283"/>
                      </a:lnTo>
                      <a:lnTo>
                        <a:pt x="172" y="346"/>
                      </a:lnTo>
                      <a:lnTo>
                        <a:pt x="124" y="415"/>
                      </a:lnTo>
                      <a:lnTo>
                        <a:pt x="85" y="489"/>
                      </a:lnTo>
                      <a:lnTo>
                        <a:pt x="52" y="567"/>
                      </a:lnTo>
                      <a:lnTo>
                        <a:pt x="27" y="647"/>
                      </a:lnTo>
                      <a:lnTo>
                        <a:pt x="10" y="731"/>
                      </a:lnTo>
                      <a:lnTo>
                        <a:pt x="1" y="819"/>
                      </a:lnTo>
                      <a:lnTo>
                        <a:pt x="0" y="863"/>
                      </a:lnTo>
                      <a:lnTo>
                        <a:pt x="1" y="907"/>
                      </a:lnTo>
                      <a:lnTo>
                        <a:pt x="10" y="994"/>
                      </a:lnTo>
                      <a:lnTo>
                        <a:pt x="27" y="1078"/>
                      </a:lnTo>
                      <a:lnTo>
                        <a:pt x="52" y="1159"/>
                      </a:lnTo>
                      <a:lnTo>
                        <a:pt x="85" y="1237"/>
                      </a:lnTo>
                      <a:lnTo>
                        <a:pt x="124" y="1310"/>
                      </a:lnTo>
                      <a:lnTo>
                        <a:pt x="172" y="1379"/>
                      </a:lnTo>
                      <a:lnTo>
                        <a:pt x="223" y="1443"/>
                      </a:lnTo>
                      <a:lnTo>
                        <a:pt x="282" y="1502"/>
                      </a:lnTo>
                      <a:lnTo>
                        <a:pt x="346" y="1553"/>
                      </a:lnTo>
                      <a:lnTo>
                        <a:pt x="415" y="1601"/>
                      </a:lnTo>
                      <a:lnTo>
                        <a:pt x="489" y="1640"/>
                      </a:lnTo>
                      <a:lnTo>
                        <a:pt x="566" y="1673"/>
                      </a:lnTo>
                      <a:lnTo>
                        <a:pt x="647" y="1698"/>
                      </a:lnTo>
                      <a:lnTo>
                        <a:pt x="731" y="1715"/>
                      </a:lnTo>
                      <a:lnTo>
                        <a:pt x="819" y="1724"/>
                      </a:lnTo>
                      <a:lnTo>
                        <a:pt x="862" y="1725"/>
                      </a:lnTo>
                      <a:lnTo>
                        <a:pt x="907" y="1724"/>
                      </a:lnTo>
                      <a:lnTo>
                        <a:pt x="994" y="1715"/>
                      </a:lnTo>
                      <a:lnTo>
                        <a:pt x="1078" y="1698"/>
                      </a:lnTo>
                      <a:lnTo>
                        <a:pt x="1159" y="1673"/>
                      </a:lnTo>
                      <a:lnTo>
                        <a:pt x="1237" y="1640"/>
                      </a:lnTo>
                      <a:lnTo>
                        <a:pt x="1310" y="1601"/>
                      </a:lnTo>
                      <a:lnTo>
                        <a:pt x="1379" y="1553"/>
                      </a:lnTo>
                      <a:lnTo>
                        <a:pt x="1443" y="1502"/>
                      </a:lnTo>
                      <a:lnTo>
                        <a:pt x="1500" y="1443"/>
                      </a:lnTo>
                      <a:lnTo>
                        <a:pt x="1554" y="1379"/>
                      </a:lnTo>
                      <a:lnTo>
                        <a:pt x="1600" y="1310"/>
                      </a:lnTo>
                      <a:lnTo>
                        <a:pt x="1640" y="1237"/>
                      </a:lnTo>
                      <a:lnTo>
                        <a:pt x="1673" y="1159"/>
                      </a:lnTo>
                      <a:lnTo>
                        <a:pt x="1698" y="1078"/>
                      </a:lnTo>
                      <a:lnTo>
                        <a:pt x="1715" y="994"/>
                      </a:lnTo>
                      <a:lnTo>
                        <a:pt x="1724" y="907"/>
                      </a:lnTo>
                      <a:lnTo>
                        <a:pt x="1725" y="863"/>
                      </a:lnTo>
                      <a:lnTo>
                        <a:pt x="1724" y="819"/>
                      </a:lnTo>
                      <a:lnTo>
                        <a:pt x="1715" y="731"/>
                      </a:lnTo>
                      <a:lnTo>
                        <a:pt x="1698" y="647"/>
                      </a:lnTo>
                      <a:lnTo>
                        <a:pt x="1673" y="567"/>
                      </a:lnTo>
                      <a:lnTo>
                        <a:pt x="1640" y="489"/>
                      </a:lnTo>
                      <a:lnTo>
                        <a:pt x="1600" y="415"/>
                      </a:lnTo>
                      <a:lnTo>
                        <a:pt x="1554" y="346"/>
                      </a:lnTo>
                      <a:lnTo>
                        <a:pt x="1500" y="283"/>
                      </a:lnTo>
                      <a:lnTo>
                        <a:pt x="1443" y="225"/>
                      </a:lnTo>
                      <a:lnTo>
                        <a:pt x="1379" y="172"/>
                      </a:lnTo>
                      <a:lnTo>
                        <a:pt x="1310" y="126"/>
                      </a:lnTo>
                      <a:lnTo>
                        <a:pt x="1237" y="85"/>
                      </a:lnTo>
                      <a:lnTo>
                        <a:pt x="1159" y="52"/>
                      </a:lnTo>
                      <a:lnTo>
                        <a:pt x="1078" y="28"/>
                      </a:lnTo>
                      <a:lnTo>
                        <a:pt x="994" y="10"/>
                      </a:lnTo>
                      <a:lnTo>
                        <a:pt x="907" y="2"/>
                      </a:lnTo>
                      <a:lnTo>
                        <a:pt x="862" y="0"/>
                      </a:lnTo>
                      <a:close/>
                      <a:moveTo>
                        <a:pt x="1381" y="1123"/>
                      </a:moveTo>
                      <a:lnTo>
                        <a:pt x="1381" y="1149"/>
                      </a:lnTo>
                      <a:lnTo>
                        <a:pt x="1369" y="1201"/>
                      </a:lnTo>
                      <a:lnTo>
                        <a:pt x="1350" y="1247"/>
                      </a:lnTo>
                      <a:lnTo>
                        <a:pt x="1322" y="1288"/>
                      </a:lnTo>
                      <a:lnTo>
                        <a:pt x="1286" y="1324"/>
                      </a:lnTo>
                      <a:lnTo>
                        <a:pt x="1244" y="1352"/>
                      </a:lnTo>
                      <a:lnTo>
                        <a:pt x="1198" y="1372"/>
                      </a:lnTo>
                      <a:lnTo>
                        <a:pt x="1146" y="1383"/>
                      </a:lnTo>
                      <a:lnTo>
                        <a:pt x="1120" y="1383"/>
                      </a:lnTo>
                      <a:lnTo>
                        <a:pt x="605" y="1383"/>
                      </a:lnTo>
                      <a:lnTo>
                        <a:pt x="578" y="1383"/>
                      </a:lnTo>
                      <a:lnTo>
                        <a:pt x="527" y="1372"/>
                      </a:lnTo>
                      <a:lnTo>
                        <a:pt x="480" y="1352"/>
                      </a:lnTo>
                      <a:lnTo>
                        <a:pt x="438" y="1324"/>
                      </a:lnTo>
                      <a:lnTo>
                        <a:pt x="404" y="1288"/>
                      </a:lnTo>
                      <a:lnTo>
                        <a:pt x="375" y="1247"/>
                      </a:lnTo>
                      <a:lnTo>
                        <a:pt x="355" y="1201"/>
                      </a:lnTo>
                      <a:lnTo>
                        <a:pt x="344" y="1149"/>
                      </a:lnTo>
                      <a:lnTo>
                        <a:pt x="343" y="1123"/>
                      </a:lnTo>
                      <a:lnTo>
                        <a:pt x="343" y="608"/>
                      </a:lnTo>
                      <a:lnTo>
                        <a:pt x="344" y="581"/>
                      </a:lnTo>
                      <a:lnTo>
                        <a:pt x="355" y="531"/>
                      </a:lnTo>
                      <a:lnTo>
                        <a:pt x="375" y="483"/>
                      </a:lnTo>
                      <a:lnTo>
                        <a:pt x="404" y="441"/>
                      </a:lnTo>
                      <a:lnTo>
                        <a:pt x="438" y="407"/>
                      </a:lnTo>
                      <a:lnTo>
                        <a:pt x="480" y="378"/>
                      </a:lnTo>
                      <a:lnTo>
                        <a:pt x="527" y="358"/>
                      </a:lnTo>
                      <a:lnTo>
                        <a:pt x="578" y="348"/>
                      </a:lnTo>
                      <a:lnTo>
                        <a:pt x="605" y="346"/>
                      </a:lnTo>
                      <a:lnTo>
                        <a:pt x="1120" y="346"/>
                      </a:lnTo>
                      <a:lnTo>
                        <a:pt x="1146" y="348"/>
                      </a:lnTo>
                      <a:lnTo>
                        <a:pt x="1198" y="358"/>
                      </a:lnTo>
                      <a:lnTo>
                        <a:pt x="1244" y="378"/>
                      </a:lnTo>
                      <a:lnTo>
                        <a:pt x="1286" y="407"/>
                      </a:lnTo>
                      <a:lnTo>
                        <a:pt x="1322" y="441"/>
                      </a:lnTo>
                      <a:lnTo>
                        <a:pt x="1350" y="483"/>
                      </a:lnTo>
                      <a:lnTo>
                        <a:pt x="1369" y="531"/>
                      </a:lnTo>
                      <a:lnTo>
                        <a:pt x="1381" y="581"/>
                      </a:lnTo>
                      <a:lnTo>
                        <a:pt x="1381" y="608"/>
                      </a:lnTo>
                      <a:lnTo>
                        <a:pt x="1381" y="112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72" name="Google Shape;872;p22"/>
              <p:cNvSpPr/>
              <p:nvPr/>
            </p:nvSpPr>
            <p:spPr>
              <a:xfrm rot="5400000">
                <a:off x="11360858" y="343758"/>
                <a:ext cx="140525" cy="26670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1617" extrusionOk="0">
                    <a:moveTo>
                      <a:pt x="711" y="92"/>
                    </a:moveTo>
                    <a:lnTo>
                      <a:pt x="586" y="92"/>
                    </a:lnTo>
                    <a:lnTo>
                      <a:pt x="586" y="0"/>
                    </a:lnTo>
                    <a:lnTo>
                      <a:pt x="258" y="0"/>
                    </a:lnTo>
                    <a:lnTo>
                      <a:pt x="258" y="92"/>
                    </a:lnTo>
                    <a:lnTo>
                      <a:pt x="140" y="92"/>
                    </a:lnTo>
                    <a:lnTo>
                      <a:pt x="111" y="95"/>
                    </a:lnTo>
                    <a:lnTo>
                      <a:pt x="61" y="117"/>
                    </a:lnTo>
                    <a:lnTo>
                      <a:pt x="23" y="154"/>
                    </a:lnTo>
                    <a:lnTo>
                      <a:pt x="1" y="205"/>
                    </a:lnTo>
                    <a:lnTo>
                      <a:pt x="0" y="233"/>
                    </a:lnTo>
                    <a:lnTo>
                      <a:pt x="0" y="1477"/>
                    </a:lnTo>
                    <a:lnTo>
                      <a:pt x="1" y="1506"/>
                    </a:lnTo>
                    <a:lnTo>
                      <a:pt x="23" y="1556"/>
                    </a:lnTo>
                    <a:lnTo>
                      <a:pt x="61" y="1594"/>
                    </a:lnTo>
                    <a:lnTo>
                      <a:pt x="111" y="1615"/>
                    </a:lnTo>
                    <a:lnTo>
                      <a:pt x="140" y="1617"/>
                    </a:lnTo>
                    <a:lnTo>
                      <a:pt x="711" y="1617"/>
                    </a:lnTo>
                    <a:lnTo>
                      <a:pt x="740" y="1615"/>
                    </a:lnTo>
                    <a:lnTo>
                      <a:pt x="790" y="1594"/>
                    </a:lnTo>
                    <a:lnTo>
                      <a:pt x="828" y="1556"/>
                    </a:lnTo>
                    <a:lnTo>
                      <a:pt x="850" y="1506"/>
                    </a:lnTo>
                    <a:lnTo>
                      <a:pt x="851" y="1477"/>
                    </a:lnTo>
                    <a:lnTo>
                      <a:pt x="851" y="233"/>
                    </a:lnTo>
                    <a:lnTo>
                      <a:pt x="850" y="205"/>
                    </a:lnTo>
                    <a:lnTo>
                      <a:pt x="828" y="154"/>
                    </a:lnTo>
                    <a:lnTo>
                      <a:pt x="790" y="117"/>
                    </a:lnTo>
                    <a:lnTo>
                      <a:pt x="740" y="95"/>
                    </a:lnTo>
                    <a:lnTo>
                      <a:pt x="711" y="92"/>
                    </a:lnTo>
                    <a:close/>
                    <a:moveTo>
                      <a:pt x="757" y="1477"/>
                    </a:moveTo>
                    <a:lnTo>
                      <a:pt x="757" y="1487"/>
                    </a:lnTo>
                    <a:lnTo>
                      <a:pt x="750" y="1503"/>
                    </a:lnTo>
                    <a:lnTo>
                      <a:pt x="737" y="1516"/>
                    </a:lnTo>
                    <a:lnTo>
                      <a:pt x="721" y="1523"/>
                    </a:lnTo>
                    <a:lnTo>
                      <a:pt x="711" y="1525"/>
                    </a:lnTo>
                    <a:lnTo>
                      <a:pt x="140" y="1525"/>
                    </a:lnTo>
                    <a:lnTo>
                      <a:pt x="131" y="1523"/>
                    </a:lnTo>
                    <a:lnTo>
                      <a:pt x="114" y="1516"/>
                    </a:lnTo>
                    <a:lnTo>
                      <a:pt x="101" y="1503"/>
                    </a:lnTo>
                    <a:lnTo>
                      <a:pt x="94" y="1487"/>
                    </a:lnTo>
                    <a:lnTo>
                      <a:pt x="94" y="1477"/>
                    </a:lnTo>
                    <a:lnTo>
                      <a:pt x="94" y="233"/>
                    </a:lnTo>
                    <a:lnTo>
                      <a:pt x="94" y="223"/>
                    </a:lnTo>
                    <a:lnTo>
                      <a:pt x="101" y="206"/>
                    </a:lnTo>
                    <a:lnTo>
                      <a:pt x="114" y="194"/>
                    </a:lnTo>
                    <a:lnTo>
                      <a:pt x="131" y="187"/>
                    </a:lnTo>
                    <a:lnTo>
                      <a:pt x="140" y="186"/>
                    </a:lnTo>
                    <a:lnTo>
                      <a:pt x="711" y="186"/>
                    </a:lnTo>
                    <a:lnTo>
                      <a:pt x="721" y="187"/>
                    </a:lnTo>
                    <a:lnTo>
                      <a:pt x="737" y="194"/>
                    </a:lnTo>
                    <a:lnTo>
                      <a:pt x="750" y="206"/>
                    </a:lnTo>
                    <a:lnTo>
                      <a:pt x="757" y="223"/>
                    </a:lnTo>
                    <a:lnTo>
                      <a:pt x="757" y="233"/>
                    </a:lnTo>
                    <a:lnTo>
                      <a:pt x="757" y="1477"/>
                    </a:lnTo>
                    <a:close/>
                    <a:moveTo>
                      <a:pt x="707" y="1468"/>
                    </a:moveTo>
                    <a:lnTo>
                      <a:pt x="144" y="1468"/>
                    </a:lnTo>
                    <a:lnTo>
                      <a:pt x="144" y="1264"/>
                    </a:lnTo>
                    <a:lnTo>
                      <a:pt x="707" y="1264"/>
                    </a:lnTo>
                    <a:lnTo>
                      <a:pt x="707" y="1468"/>
                    </a:lnTo>
                    <a:close/>
                    <a:moveTo>
                      <a:pt x="707" y="1213"/>
                    </a:moveTo>
                    <a:lnTo>
                      <a:pt x="144" y="1213"/>
                    </a:lnTo>
                    <a:lnTo>
                      <a:pt x="144" y="1009"/>
                    </a:lnTo>
                    <a:lnTo>
                      <a:pt x="707" y="1009"/>
                    </a:lnTo>
                    <a:lnTo>
                      <a:pt x="707" y="1213"/>
                    </a:lnTo>
                    <a:close/>
                    <a:moveTo>
                      <a:pt x="707" y="958"/>
                    </a:moveTo>
                    <a:lnTo>
                      <a:pt x="144" y="958"/>
                    </a:lnTo>
                    <a:lnTo>
                      <a:pt x="144" y="754"/>
                    </a:lnTo>
                    <a:lnTo>
                      <a:pt x="707" y="754"/>
                    </a:lnTo>
                    <a:lnTo>
                      <a:pt x="707" y="958"/>
                    </a:lnTo>
                    <a:close/>
                    <a:moveTo>
                      <a:pt x="707" y="703"/>
                    </a:moveTo>
                    <a:lnTo>
                      <a:pt x="144" y="703"/>
                    </a:lnTo>
                    <a:lnTo>
                      <a:pt x="144" y="499"/>
                    </a:lnTo>
                    <a:lnTo>
                      <a:pt x="707" y="499"/>
                    </a:lnTo>
                    <a:lnTo>
                      <a:pt x="707" y="703"/>
                    </a:lnTo>
                    <a:close/>
                    <a:moveTo>
                      <a:pt x="707" y="448"/>
                    </a:moveTo>
                    <a:lnTo>
                      <a:pt x="144" y="448"/>
                    </a:lnTo>
                    <a:lnTo>
                      <a:pt x="144" y="243"/>
                    </a:lnTo>
                    <a:lnTo>
                      <a:pt x="707" y="243"/>
                    </a:lnTo>
                    <a:lnTo>
                      <a:pt x="707" y="4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22"/>
              <p:cNvSpPr/>
              <p:nvPr/>
            </p:nvSpPr>
            <p:spPr>
              <a:xfrm>
                <a:off x="10885020" y="369386"/>
                <a:ext cx="454304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100%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22"/>
              <p:cNvSpPr/>
              <p:nvPr/>
            </p:nvSpPr>
            <p:spPr>
              <a:xfrm>
                <a:off x="10212196" y="406846"/>
                <a:ext cx="179805" cy="140525"/>
              </a:xfrm>
              <a:custGeom>
                <a:avLst/>
                <a:gdLst/>
                <a:ahLst/>
                <a:cxnLst/>
                <a:rect l="l" t="t" r="r" b="b"/>
                <a:pathLst>
                  <a:path w="5492" h="4293" extrusionOk="0">
                    <a:moveTo>
                      <a:pt x="2747" y="3607"/>
                    </a:moveTo>
                    <a:lnTo>
                      <a:pt x="2711" y="3609"/>
                    </a:lnTo>
                    <a:lnTo>
                      <a:pt x="2645" y="3622"/>
                    </a:lnTo>
                    <a:lnTo>
                      <a:pt x="2583" y="3649"/>
                    </a:lnTo>
                    <a:lnTo>
                      <a:pt x="2528" y="3685"/>
                    </a:lnTo>
                    <a:lnTo>
                      <a:pt x="2481" y="3733"/>
                    </a:lnTo>
                    <a:lnTo>
                      <a:pt x="2443" y="3787"/>
                    </a:lnTo>
                    <a:lnTo>
                      <a:pt x="2417" y="3848"/>
                    </a:lnTo>
                    <a:lnTo>
                      <a:pt x="2403" y="3916"/>
                    </a:lnTo>
                    <a:lnTo>
                      <a:pt x="2403" y="3950"/>
                    </a:lnTo>
                    <a:lnTo>
                      <a:pt x="2403" y="3986"/>
                    </a:lnTo>
                    <a:lnTo>
                      <a:pt x="2417" y="4052"/>
                    </a:lnTo>
                    <a:lnTo>
                      <a:pt x="2443" y="4114"/>
                    </a:lnTo>
                    <a:lnTo>
                      <a:pt x="2481" y="4169"/>
                    </a:lnTo>
                    <a:lnTo>
                      <a:pt x="2527" y="4215"/>
                    </a:lnTo>
                    <a:lnTo>
                      <a:pt x="2583" y="4253"/>
                    </a:lnTo>
                    <a:lnTo>
                      <a:pt x="2645" y="4279"/>
                    </a:lnTo>
                    <a:lnTo>
                      <a:pt x="2711" y="4293"/>
                    </a:lnTo>
                    <a:lnTo>
                      <a:pt x="2747" y="4293"/>
                    </a:lnTo>
                    <a:lnTo>
                      <a:pt x="2783" y="4293"/>
                    </a:lnTo>
                    <a:lnTo>
                      <a:pt x="2849" y="4279"/>
                    </a:lnTo>
                    <a:lnTo>
                      <a:pt x="2911" y="4253"/>
                    </a:lnTo>
                    <a:lnTo>
                      <a:pt x="2966" y="4215"/>
                    </a:lnTo>
                    <a:lnTo>
                      <a:pt x="3013" y="4169"/>
                    </a:lnTo>
                    <a:lnTo>
                      <a:pt x="3051" y="4114"/>
                    </a:lnTo>
                    <a:lnTo>
                      <a:pt x="3077" y="4052"/>
                    </a:lnTo>
                    <a:lnTo>
                      <a:pt x="3090" y="3986"/>
                    </a:lnTo>
                    <a:lnTo>
                      <a:pt x="3091" y="3950"/>
                    </a:lnTo>
                    <a:lnTo>
                      <a:pt x="3090" y="3916"/>
                    </a:lnTo>
                    <a:lnTo>
                      <a:pt x="3077" y="3848"/>
                    </a:lnTo>
                    <a:lnTo>
                      <a:pt x="3051" y="3787"/>
                    </a:lnTo>
                    <a:lnTo>
                      <a:pt x="3013" y="3733"/>
                    </a:lnTo>
                    <a:lnTo>
                      <a:pt x="2966" y="3685"/>
                    </a:lnTo>
                    <a:lnTo>
                      <a:pt x="2911" y="3648"/>
                    </a:lnTo>
                    <a:lnTo>
                      <a:pt x="2849" y="3622"/>
                    </a:lnTo>
                    <a:lnTo>
                      <a:pt x="2783" y="3609"/>
                    </a:lnTo>
                    <a:lnTo>
                      <a:pt x="2747" y="3607"/>
                    </a:lnTo>
                    <a:close/>
                    <a:moveTo>
                      <a:pt x="5399" y="1030"/>
                    </a:moveTo>
                    <a:lnTo>
                      <a:pt x="5332" y="968"/>
                    </a:lnTo>
                    <a:lnTo>
                      <a:pt x="5194" y="852"/>
                    </a:lnTo>
                    <a:lnTo>
                      <a:pt x="5050" y="741"/>
                    </a:lnTo>
                    <a:lnTo>
                      <a:pt x="4902" y="638"/>
                    </a:lnTo>
                    <a:lnTo>
                      <a:pt x="4749" y="542"/>
                    </a:lnTo>
                    <a:lnTo>
                      <a:pt x="4592" y="454"/>
                    </a:lnTo>
                    <a:lnTo>
                      <a:pt x="4431" y="373"/>
                    </a:lnTo>
                    <a:lnTo>
                      <a:pt x="4266" y="300"/>
                    </a:lnTo>
                    <a:lnTo>
                      <a:pt x="4098" y="235"/>
                    </a:lnTo>
                    <a:lnTo>
                      <a:pt x="3927" y="178"/>
                    </a:lnTo>
                    <a:lnTo>
                      <a:pt x="3751" y="127"/>
                    </a:lnTo>
                    <a:lnTo>
                      <a:pt x="3574" y="85"/>
                    </a:lnTo>
                    <a:lnTo>
                      <a:pt x="3394" y="52"/>
                    </a:lnTo>
                    <a:lnTo>
                      <a:pt x="3211" y="26"/>
                    </a:lnTo>
                    <a:lnTo>
                      <a:pt x="3026" y="10"/>
                    </a:lnTo>
                    <a:lnTo>
                      <a:pt x="2839" y="2"/>
                    </a:lnTo>
                    <a:lnTo>
                      <a:pt x="2746" y="0"/>
                    </a:lnTo>
                    <a:lnTo>
                      <a:pt x="2652" y="2"/>
                    </a:lnTo>
                    <a:lnTo>
                      <a:pt x="2466" y="10"/>
                    </a:lnTo>
                    <a:lnTo>
                      <a:pt x="2282" y="26"/>
                    </a:lnTo>
                    <a:lnTo>
                      <a:pt x="2099" y="52"/>
                    </a:lnTo>
                    <a:lnTo>
                      <a:pt x="1919" y="85"/>
                    </a:lnTo>
                    <a:lnTo>
                      <a:pt x="1740" y="127"/>
                    </a:lnTo>
                    <a:lnTo>
                      <a:pt x="1566" y="178"/>
                    </a:lnTo>
                    <a:lnTo>
                      <a:pt x="1395" y="235"/>
                    </a:lnTo>
                    <a:lnTo>
                      <a:pt x="1226" y="300"/>
                    </a:lnTo>
                    <a:lnTo>
                      <a:pt x="1060" y="373"/>
                    </a:lnTo>
                    <a:lnTo>
                      <a:pt x="899" y="454"/>
                    </a:lnTo>
                    <a:lnTo>
                      <a:pt x="742" y="542"/>
                    </a:lnTo>
                    <a:lnTo>
                      <a:pt x="590" y="638"/>
                    </a:lnTo>
                    <a:lnTo>
                      <a:pt x="441" y="741"/>
                    </a:lnTo>
                    <a:lnTo>
                      <a:pt x="299" y="852"/>
                    </a:lnTo>
                    <a:lnTo>
                      <a:pt x="160" y="970"/>
                    </a:lnTo>
                    <a:lnTo>
                      <a:pt x="93" y="1030"/>
                    </a:lnTo>
                    <a:lnTo>
                      <a:pt x="71" y="1053"/>
                    </a:lnTo>
                    <a:lnTo>
                      <a:pt x="35" y="1104"/>
                    </a:lnTo>
                    <a:lnTo>
                      <a:pt x="12" y="1157"/>
                    </a:lnTo>
                    <a:lnTo>
                      <a:pt x="0" y="1215"/>
                    </a:lnTo>
                    <a:lnTo>
                      <a:pt x="0" y="1272"/>
                    </a:lnTo>
                    <a:lnTo>
                      <a:pt x="12" y="1328"/>
                    </a:lnTo>
                    <a:lnTo>
                      <a:pt x="35" y="1383"/>
                    </a:lnTo>
                    <a:lnTo>
                      <a:pt x="71" y="1432"/>
                    </a:lnTo>
                    <a:lnTo>
                      <a:pt x="93" y="1455"/>
                    </a:lnTo>
                    <a:lnTo>
                      <a:pt x="117" y="1477"/>
                    </a:lnTo>
                    <a:lnTo>
                      <a:pt x="170" y="1510"/>
                    </a:lnTo>
                    <a:lnTo>
                      <a:pt x="228" y="1532"/>
                    </a:lnTo>
                    <a:lnTo>
                      <a:pt x="288" y="1543"/>
                    </a:lnTo>
                    <a:lnTo>
                      <a:pt x="319" y="1543"/>
                    </a:lnTo>
                    <a:lnTo>
                      <a:pt x="350" y="1543"/>
                    </a:lnTo>
                    <a:lnTo>
                      <a:pt x="411" y="1532"/>
                    </a:lnTo>
                    <a:lnTo>
                      <a:pt x="469" y="1510"/>
                    </a:lnTo>
                    <a:lnTo>
                      <a:pt x="522" y="1477"/>
                    </a:lnTo>
                    <a:lnTo>
                      <a:pt x="546" y="1455"/>
                    </a:lnTo>
                    <a:lnTo>
                      <a:pt x="601" y="1405"/>
                    </a:lnTo>
                    <a:lnTo>
                      <a:pt x="716" y="1308"/>
                    </a:lnTo>
                    <a:lnTo>
                      <a:pt x="834" y="1218"/>
                    </a:lnTo>
                    <a:lnTo>
                      <a:pt x="958" y="1134"/>
                    </a:lnTo>
                    <a:lnTo>
                      <a:pt x="1085" y="1056"/>
                    </a:lnTo>
                    <a:lnTo>
                      <a:pt x="1215" y="986"/>
                    </a:lnTo>
                    <a:lnTo>
                      <a:pt x="1349" y="922"/>
                    </a:lnTo>
                    <a:lnTo>
                      <a:pt x="1485" y="865"/>
                    </a:lnTo>
                    <a:lnTo>
                      <a:pt x="1625" y="813"/>
                    </a:lnTo>
                    <a:lnTo>
                      <a:pt x="1768" y="768"/>
                    </a:lnTo>
                    <a:lnTo>
                      <a:pt x="1985" y="712"/>
                    </a:lnTo>
                    <a:lnTo>
                      <a:pt x="2285" y="662"/>
                    </a:lnTo>
                    <a:lnTo>
                      <a:pt x="2590" y="636"/>
                    </a:lnTo>
                    <a:lnTo>
                      <a:pt x="2746" y="633"/>
                    </a:lnTo>
                    <a:lnTo>
                      <a:pt x="2901" y="636"/>
                    </a:lnTo>
                    <a:lnTo>
                      <a:pt x="3208" y="662"/>
                    </a:lnTo>
                    <a:lnTo>
                      <a:pt x="3506" y="712"/>
                    </a:lnTo>
                    <a:lnTo>
                      <a:pt x="3725" y="768"/>
                    </a:lnTo>
                    <a:lnTo>
                      <a:pt x="3868" y="813"/>
                    </a:lnTo>
                    <a:lnTo>
                      <a:pt x="4007" y="865"/>
                    </a:lnTo>
                    <a:lnTo>
                      <a:pt x="4144" y="922"/>
                    </a:lnTo>
                    <a:lnTo>
                      <a:pt x="4277" y="986"/>
                    </a:lnTo>
                    <a:lnTo>
                      <a:pt x="4408" y="1056"/>
                    </a:lnTo>
                    <a:lnTo>
                      <a:pt x="4534" y="1134"/>
                    </a:lnTo>
                    <a:lnTo>
                      <a:pt x="4657" y="1218"/>
                    </a:lnTo>
                    <a:lnTo>
                      <a:pt x="4776" y="1307"/>
                    </a:lnTo>
                    <a:lnTo>
                      <a:pt x="4890" y="1403"/>
                    </a:lnTo>
                    <a:lnTo>
                      <a:pt x="4946" y="1455"/>
                    </a:lnTo>
                    <a:lnTo>
                      <a:pt x="4969" y="1477"/>
                    </a:lnTo>
                    <a:lnTo>
                      <a:pt x="5023" y="1509"/>
                    </a:lnTo>
                    <a:lnTo>
                      <a:pt x="5082" y="1532"/>
                    </a:lnTo>
                    <a:lnTo>
                      <a:pt x="5142" y="1542"/>
                    </a:lnTo>
                    <a:lnTo>
                      <a:pt x="5203" y="1542"/>
                    </a:lnTo>
                    <a:lnTo>
                      <a:pt x="5263" y="1532"/>
                    </a:lnTo>
                    <a:lnTo>
                      <a:pt x="5322" y="1509"/>
                    </a:lnTo>
                    <a:lnTo>
                      <a:pt x="5375" y="1477"/>
                    </a:lnTo>
                    <a:lnTo>
                      <a:pt x="5399" y="1455"/>
                    </a:lnTo>
                    <a:lnTo>
                      <a:pt x="5422" y="1432"/>
                    </a:lnTo>
                    <a:lnTo>
                      <a:pt x="5456" y="1383"/>
                    </a:lnTo>
                    <a:lnTo>
                      <a:pt x="5481" y="1328"/>
                    </a:lnTo>
                    <a:lnTo>
                      <a:pt x="5492" y="1272"/>
                    </a:lnTo>
                    <a:lnTo>
                      <a:pt x="5492" y="1215"/>
                    </a:lnTo>
                    <a:lnTo>
                      <a:pt x="5481" y="1157"/>
                    </a:lnTo>
                    <a:lnTo>
                      <a:pt x="5456" y="1102"/>
                    </a:lnTo>
                    <a:lnTo>
                      <a:pt x="5422" y="1053"/>
                    </a:lnTo>
                    <a:lnTo>
                      <a:pt x="5399" y="1030"/>
                    </a:lnTo>
                    <a:close/>
                    <a:moveTo>
                      <a:pt x="2743" y="1202"/>
                    </a:moveTo>
                    <a:lnTo>
                      <a:pt x="2604" y="1203"/>
                    </a:lnTo>
                    <a:lnTo>
                      <a:pt x="2332" y="1230"/>
                    </a:lnTo>
                    <a:lnTo>
                      <a:pt x="2066" y="1282"/>
                    </a:lnTo>
                    <a:lnTo>
                      <a:pt x="1807" y="1360"/>
                    </a:lnTo>
                    <a:lnTo>
                      <a:pt x="1557" y="1462"/>
                    </a:lnTo>
                    <a:lnTo>
                      <a:pt x="1320" y="1589"/>
                    </a:lnTo>
                    <a:lnTo>
                      <a:pt x="1094" y="1739"/>
                    </a:lnTo>
                    <a:lnTo>
                      <a:pt x="882" y="1912"/>
                    </a:lnTo>
                    <a:lnTo>
                      <a:pt x="782" y="2008"/>
                    </a:lnTo>
                    <a:lnTo>
                      <a:pt x="759" y="2033"/>
                    </a:lnTo>
                    <a:lnTo>
                      <a:pt x="722" y="2088"/>
                    </a:lnTo>
                    <a:lnTo>
                      <a:pt x="698" y="2148"/>
                    </a:lnTo>
                    <a:lnTo>
                      <a:pt x="686" y="2211"/>
                    </a:lnTo>
                    <a:lnTo>
                      <a:pt x="686" y="2275"/>
                    </a:lnTo>
                    <a:lnTo>
                      <a:pt x="698" y="2337"/>
                    </a:lnTo>
                    <a:lnTo>
                      <a:pt x="722" y="2397"/>
                    </a:lnTo>
                    <a:lnTo>
                      <a:pt x="759" y="2452"/>
                    </a:lnTo>
                    <a:lnTo>
                      <a:pt x="782" y="2478"/>
                    </a:lnTo>
                    <a:lnTo>
                      <a:pt x="808" y="2501"/>
                    </a:lnTo>
                    <a:lnTo>
                      <a:pt x="863" y="2537"/>
                    </a:lnTo>
                    <a:lnTo>
                      <a:pt x="924" y="2561"/>
                    </a:lnTo>
                    <a:lnTo>
                      <a:pt x="987" y="2574"/>
                    </a:lnTo>
                    <a:lnTo>
                      <a:pt x="1019" y="2576"/>
                    </a:lnTo>
                    <a:lnTo>
                      <a:pt x="1052" y="2574"/>
                    </a:lnTo>
                    <a:lnTo>
                      <a:pt x="1115" y="2561"/>
                    </a:lnTo>
                    <a:lnTo>
                      <a:pt x="1176" y="2537"/>
                    </a:lnTo>
                    <a:lnTo>
                      <a:pt x="1230" y="2501"/>
                    </a:lnTo>
                    <a:lnTo>
                      <a:pt x="1256" y="2478"/>
                    </a:lnTo>
                    <a:lnTo>
                      <a:pt x="1331" y="2404"/>
                    </a:lnTo>
                    <a:lnTo>
                      <a:pt x="1493" y="2272"/>
                    </a:lnTo>
                    <a:lnTo>
                      <a:pt x="1664" y="2155"/>
                    </a:lnTo>
                    <a:lnTo>
                      <a:pt x="1844" y="2056"/>
                    </a:lnTo>
                    <a:lnTo>
                      <a:pt x="2033" y="1974"/>
                    </a:lnTo>
                    <a:lnTo>
                      <a:pt x="2229" y="1910"/>
                    </a:lnTo>
                    <a:lnTo>
                      <a:pt x="2432" y="1869"/>
                    </a:lnTo>
                    <a:lnTo>
                      <a:pt x="2638" y="1847"/>
                    </a:lnTo>
                    <a:lnTo>
                      <a:pt x="2743" y="1844"/>
                    </a:lnTo>
                    <a:lnTo>
                      <a:pt x="2848" y="1847"/>
                    </a:lnTo>
                    <a:lnTo>
                      <a:pt x="3055" y="1869"/>
                    </a:lnTo>
                    <a:lnTo>
                      <a:pt x="3257" y="1910"/>
                    </a:lnTo>
                    <a:lnTo>
                      <a:pt x="3453" y="1974"/>
                    </a:lnTo>
                    <a:lnTo>
                      <a:pt x="3643" y="2056"/>
                    </a:lnTo>
                    <a:lnTo>
                      <a:pt x="3823" y="2155"/>
                    </a:lnTo>
                    <a:lnTo>
                      <a:pt x="3994" y="2272"/>
                    </a:lnTo>
                    <a:lnTo>
                      <a:pt x="4154" y="2404"/>
                    </a:lnTo>
                    <a:lnTo>
                      <a:pt x="4230" y="2478"/>
                    </a:lnTo>
                    <a:lnTo>
                      <a:pt x="4255" y="2501"/>
                    </a:lnTo>
                    <a:lnTo>
                      <a:pt x="4311" y="2537"/>
                    </a:lnTo>
                    <a:lnTo>
                      <a:pt x="4372" y="2561"/>
                    </a:lnTo>
                    <a:lnTo>
                      <a:pt x="4435" y="2574"/>
                    </a:lnTo>
                    <a:lnTo>
                      <a:pt x="4500" y="2574"/>
                    </a:lnTo>
                    <a:lnTo>
                      <a:pt x="4562" y="2561"/>
                    </a:lnTo>
                    <a:lnTo>
                      <a:pt x="4622" y="2537"/>
                    </a:lnTo>
                    <a:lnTo>
                      <a:pt x="4678" y="2501"/>
                    </a:lnTo>
                    <a:lnTo>
                      <a:pt x="4703" y="2478"/>
                    </a:lnTo>
                    <a:lnTo>
                      <a:pt x="4727" y="2452"/>
                    </a:lnTo>
                    <a:lnTo>
                      <a:pt x="4763" y="2397"/>
                    </a:lnTo>
                    <a:lnTo>
                      <a:pt x="4788" y="2337"/>
                    </a:lnTo>
                    <a:lnTo>
                      <a:pt x="4801" y="2275"/>
                    </a:lnTo>
                    <a:lnTo>
                      <a:pt x="4801" y="2211"/>
                    </a:lnTo>
                    <a:lnTo>
                      <a:pt x="4788" y="2148"/>
                    </a:lnTo>
                    <a:lnTo>
                      <a:pt x="4763" y="2088"/>
                    </a:lnTo>
                    <a:lnTo>
                      <a:pt x="4727" y="2033"/>
                    </a:lnTo>
                    <a:lnTo>
                      <a:pt x="4703" y="2008"/>
                    </a:lnTo>
                    <a:lnTo>
                      <a:pt x="4603" y="1912"/>
                    </a:lnTo>
                    <a:lnTo>
                      <a:pt x="4392" y="1739"/>
                    </a:lnTo>
                    <a:lnTo>
                      <a:pt x="4167" y="1589"/>
                    </a:lnTo>
                    <a:lnTo>
                      <a:pt x="3928" y="1462"/>
                    </a:lnTo>
                    <a:lnTo>
                      <a:pt x="3679" y="1360"/>
                    </a:lnTo>
                    <a:lnTo>
                      <a:pt x="3421" y="1282"/>
                    </a:lnTo>
                    <a:lnTo>
                      <a:pt x="3155" y="1230"/>
                    </a:lnTo>
                    <a:lnTo>
                      <a:pt x="2881" y="1203"/>
                    </a:lnTo>
                    <a:lnTo>
                      <a:pt x="2743" y="1202"/>
                    </a:lnTo>
                    <a:close/>
                    <a:moveTo>
                      <a:pt x="2746" y="2403"/>
                    </a:moveTo>
                    <a:lnTo>
                      <a:pt x="2668" y="2404"/>
                    </a:lnTo>
                    <a:lnTo>
                      <a:pt x="2514" y="2420"/>
                    </a:lnTo>
                    <a:lnTo>
                      <a:pt x="2362" y="2451"/>
                    </a:lnTo>
                    <a:lnTo>
                      <a:pt x="2217" y="2497"/>
                    </a:lnTo>
                    <a:lnTo>
                      <a:pt x="2076" y="2556"/>
                    </a:lnTo>
                    <a:lnTo>
                      <a:pt x="1940" y="2631"/>
                    </a:lnTo>
                    <a:lnTo>
                      <a:pt x="1814" y="2719"/>
                    </a:lnTo>
                    <a:lnTo>
                      <a:pt x="1694" y="2819"/>
                    </a:lnTo>
                    <a:lnTo>
                      <a:pt x="1637" y="2876"/>
                    </a:lnTo>
                    <a:lnTo>
                      <a:pt x="1615" y="2900"/>
                    </a:lnTo>
                    <a:lnTo>
                      <a:pt x="1580" y="2955"/>
                    </a:lnTo>
                    <a:lnTo>
                      <a:pt x="1557" y="3012"/>
                    </a:lnTo>
                    <a:lnTo>
                      <a:pt x="1546" y="3074"/>
                    </a:lnTo>
                    <a:lnTo>
                      <a:pt x="1546" y="3136"/>
                    </a:lnTo>
                    <a:lnTo>
                      <a:pt x="1557" y="3197"/>
                    </a:lnTo>
                    <a:lnTo>
                      <a:pt x="1580" y="3256"/>
                    </a:lnTo>
                    <a:lnTo>
                      <a:pt x="1615" y="3309"/>
                    </a:lnTo>
                    <a:lnTo>
                      <a:pt x="1637" y="3334"/>
                    </a:lnTo>
                    <a:lnTo>
                      <a:pt x="1661" y="3357"/>
                    </a:lnTo>
                    <a:lnTo>
                      <a:pt x="1713" y="3393"/>
                    </a:lnTo>
                    <a:lnTo>
                      <a:pt x="1769" y="3416"/>
                    </a:lnTo>
                    <a:lnTo>
                      <a:pt x="1830" y="3427"/>
                    </a:lnTo>
                    <a:lnTo>
                      <a:pt x="1860" y="3429"/>
                    </a:lnTo>
                    <a:lnTo>
                      <a:pt x="1890" y="3427"/>
                    </a:lnTo>
                    <a:lnTo>
                      <a:pt x="1949" y="3416"/>
                    </a:lnTo>
                    <a:lnTo>
                      <a:pt x="2005" y="3393"/>
                    </a:lnTo>
                    <a:lnTo>
                      <a:pt x="2057" y="3357"/>
                    </a:lnTo>
                    <a:lnTo>
                      <a:pt x="2082" y="3334"/>
                    </a:lnTo>
                    <a:lnTo>
                      <a:pt x="2115" y="3300"/>
                    </a:lnTo>
                    <a:lnTo>
                      <a:pt x="2187" y="3239"/>
                    </a:lnTo>
                    <a:lnTo>
                      <a:pt x="2263" y="3184"/>
                    </a:lnTo>
                    <a:lnTo>
                      <a:pt x="2344" y="3138"/>
                    </a:lnTo>
                    <a:lnTo>
                      <a:pt x="2429" y="3100"/>
                    </a:lnTo>
                    <a:lnTo>
                      <a:pt x="2517" y="3070"/>
                    </a:lnTo>
                    <a:lnTo>
                      <a:pt x="2607" y="3051"/>
                    </a:lnTo>
                    <a:lnTo>
                      <a:pt x="2699" y="3041"/>
                    </a:lnTo>
                    <a:lnTo>
                      <a:pt x="2746" y="3040"/>
                    </a:lnTo>
                    <a:lnTo>
                      <a:pt x="2793" y="3040"/>
                    </a:lnTo>
                    <a:lnTo>
                      <a:pt x="2885" y="3051"/>
                    </a:lnTo>
                    <a:lnTo>
                      <a:pt x="2976" y="3070"/>
                    </a:lnTo>
                    <a:lnTo>
                      <a:pt x="3064" y="3100"/>
                    </a:lnTo>
                    <a:lnTo>
                      <a:pt x="3147" y="3138"/>
                    </a:lnTo>
                    <a:lnTo>
                      <a:pt x="3228" y="3184"/>
                    </a:lnTo>
                    <a:lnTo>
                      <a:pt x="3304" y="3239"/>
                    </a:lnTo>
                    <a:lnTo>
                      <a:pt x="3376" y="3300"/>
                    </a:lnTo>
                    <a:lnTo>
                      <a:pt x="3411" y="3334"/>
                    </a:lnTo>
                    <a:lnTo>
                      <a:pt x="3434" y="3357"/>
                    </a:lnTo>
                    <a:lnTo>
                      <a:pt x="3487" y="3393"/>
                    </a:lnTo>
                    <a:lnTo>
                      <a:pt x="3543" y="3416"/>
                    </a:lnTo>
                    <a:lnTo>
                      <a:pt x="3603" y="3427"/>
                    </a:lnTo>
                    <a:lnTo>
                      <a:pt x="3663" y="3427"/>
                    </a:lnTo>
                    <a:lnTo>
                      <a:pt x="3722" y="3416"/>
                    </a:lnTo>
                    <a:lnTo>
                      <a:pt x="3780" y="3393"/>
                    </a:lnTo>
                    <a:lnTo>
                      <a:pt x="3832" y="3357"/>
                    </a:lnTo>
                    <a:lnTo>
                      <a:pt x="3855" y="3334"/>
                    </a:lnTo>
                    <a:lnTo>
                      <a:pt x="3878" y="3309"/>
                    </a:lnTo>
                    <a:lnTo>
                      <a:pt x="3912" y="3256"/>
                    </a:lnTo>
                    <a:lnTo>
                      <a:pt x="3934" y="3197"/>
                    </a:lnTo>
                    <a:lnTo>
                      <a:pt x="3945" y="3136"/>
                    </a:lnTo>
                    <a:lnTo>
                      <a:pt x="3945" y="3074"/>
                    </a:lnTo>
                    <a:lnTo>
                      <a:pt x="3934" y="3012"/>
                    </a:lnTo>
                    <a:lnTo>
                      <a:pt x="3912" y="2955"/>
                    </a:lnTo>
                    <a:lnTo>
                      <a:pt x="3878" y="2900"/>
                    </a:lnTo>
                    <a:lnTo>
                      <a:pt x="3855" y="2876"/>
                    </a:lnTo>
                    <a:lnTo>
                      <a:pt x="3798" y="2819"/>
                    </a:lnTo>
                    <a:lnTo>
                      <a:pt x="3679" y="2719"/>
                    </a:lnTo>
                    <a:lnTo>
                      <a:pt x="3551" y="2631"/>
                    </a:lnTo>
                    <a:lnTo>
                      <a:pt x="3417" y="2556"/>
                    </a:lnTo>
                    <a:lnTo>
                      <a:pt x="3276" y="2497"/>
                    </a:lnTo>
                    <a:lnTo>
                      <a:pt x="3130" y="2451"/>
                    </a:lnTo>
                    <a:lnTo>
                      <a:pt x="2979" y="2420"/>
                    </a:lnTo>
                    <a:lnTo>
                      <a:pt x="2825" y="2404"/>
                    </a:lnTo>
                    <a:lnTo>
                      <a:pt x="2746" y="24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22"/>
              <p:cNvSpPr/>
              <p:nvPr/>
            </p:nvSpPr>
            <p:spPr>
              <a:xfrm>
                <a:off x="9512757" y="369386"/>
                <a:ext cx="715178" cy="223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500">
                    <a:solidFill>
                      <a:srgbClr val="44546A"/>
                    </a:solidFill>
                    <a:latin typeface="Arial"/>
                    <a:ea typeface="Arial"/>
                    <a:cs typeface="Arial"/>
                    <a:sym typeface="Arial"/>
                  </a:rPr>
                  <a:t>PPTBIZCAM</a:t>
                </a:r>
                <a:endParaRPr sz="1200">
                  <a:solidFill>
                    <a:srgbClr val="44546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6" name="Google Shape;876;p22"/>
            <p:cNvSpPr/>
            <p:nvPr/>
          </p:nvSpPr>
          <p:spPr>
            <a:xfrm>
              <a:off x="11377471" y="133570"/>
              <a:ext cx="176990" cy="176990"/>
            </a:xfrm>
            <a:prstGeom prst="ellipse">
              <a:avLst/>
            </a:prstGeom>
            <a:solidFill>
              <a:srgbClr val="90DA80"/>
            </a:solidFill>
            <a:ln>
              <a:noFill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7" name="Google Shape;877;p22"/>
            <p:cNvGrpSpPr/>
            <p:nvPr/>
          </p:nvGrpSpPr>
          <p:grpSpPr>
            <a:xfrm>
              <a:off x="653849" y="193034"/>
              <a:ext cx="343364" cy="344856"/>
              <a:chOff x="1157487" y="184451"/>
              <a:chExt cx="489882" cy="492010"/>
            </a:xfrm>
          </p:grpSpPr>
          <p:sp>
            <p:nvSpPr>
              <p:cNvPr id="878" name="Google Shape;878;p22"/>
              <p:cNvSpPr/>
              <p:nvPr/>
            </p:nvSpPr>
            <p:spPr>
              <a:xfrm>
                <a:off x="1157487" y="184454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22"/>
              <p:cNvSpPr/>
              <p:nvPr/>
            </p:nvSpPr>
            <p:spPr>
              <a:xfrm>
                <a:off x="1483366" y="184451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22"/>
              <p:cNvSpPr/>
              <p:nvPr/>
            </p:nvSpPr>
            <p:spPr>
              <a:xfrm>
                <a:off x="1319363" y="348454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22"/>
              <p:cNvSpPr/>
              <p:nvPr/>
            </p:nvSpPr>
            <p:spPr>
              <a:xfrm>
                <a:off x="1483366" y="348453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22"/>
              <p:cNvSpPr/>
              <p:nvPr/>
            </p:nvSpPr>
            <p:spPr>
              <a:xfrm>
                <a:off x="1157487" y="512458"/>
                <a:ext cx="164003" cy="164003"/>
              </a:xfrm>
              <a:prstGeom prst="rect">
                <a:avLst/>
              </a:prstGeom>
              <a:solidFill>
                <a:srgbClr val="90DA8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22"/>
              <p:cNvSpPr/>
              <p:nvPr/>
            </p:nvSpPr>
            <p:spPr>
              <a:xfrm>
                <a:off x="1483366" y="512455"/>
                <a:ext cx="164003" cy="16400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84" name="Google Shape;884;p22"/>
          <p:cNvSpPr txBox="1"/>
          <p:nvPr/>
        </p:nvSpPr>
        <p:spPr>
          <a:xfrm>
            <a:off x="795484" y="1308396"/>
            <a:ext cx="9012811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학습 데이터 수 부족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2. 학습 데이터 다양화 실패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</Words>
  <Application>Microsoft Office PowerPoint</Application>
  <PresentationFormat>와이드스크린</PresentationFormat>
  <Paragraphs>236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Noto Sans Symbols</vt:lpstr>
      <vt:lpstr>Malgun Gothic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user</cp:lastModifiedBy>
  <cp:revision>1</cp:revision>
  <dcterms:created xsi:type="dcterms:W3CDTF">2022-09-02T06:05:00Z</dcterms:created>
  <dcterms:modified xsi:type="dcterms:W3CDTF">2023-07-11T15:06:55Z</dcterms:modified>
</cp:coreProperties>
</file>